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25"/>
  </p:notesMasterIdLst>
  <p:handoutMasterIdLst>
    <p:handoutMasterId r:id="rId26"/>
  </p:handoutMasterIdLst>
  <p:sldIdLst>
    <p:sldId id="256" r:id="rId2"/>
    <p:sldId id="271" r:id="rId3"/>
    <p:sldId id="258" r:id="rId4"/>
    <p:sldId id="277" r:id="rId5"/>
    <p:sldId id="288" r:id="rId6"/>
    <p:sldId id="351" r:id="rId7"/>
    <p:sldId id="287" r:id="rId8"/>
    <p:sldId id="300" r:id="rId9"/>
    <p:sldId id="342" r:id="rId10"/>
    <p:sldId id="329" r:id="rId11"/>
    <p:sldId id="343" r:id="rId12"/>
    <p:sldId id="344" r:id="rId13"/>
    <p:sldId id="345" r:id="rId14"/>
    <p:sldId id="346" r:id="rId15"/>
    <p:sldId id="347" r:id="rId16"/>
    <p:sldId id="348" r:id="rId17"/>
    <p:sldId id="349" r:id="rId18"/>
    <p:sldId id="350" r:id="rId19"/>
    <p:sldId id="309" r:id="rId20"/>
    <p:sldId id="352" r:id="rId21"/>
    <p:sldId id="303" r:id="rId22"/>
    <p:sldId id="279" r:id="rId23"/>
    <p:sldId id="266" r:id="rId24"/>
  </p:sldIdLst>
  <p:sldSz cx="12192000" cy="6858000"/>
  <p:notesSz cx="6858000" cy="9144000"/>
  <p:defaultTextStyle>
    <a:defPPr rtl="0">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64" userDrawn="1">
          <p15:clr>
            <a:srgbClr val="A4A3A4"/>
          </p15:clr>
        </p15:guide>
        <p15:guide id="2" pos="3840" userDrawn="1">
          <p15:clr>
            <a:srgbClr val="A4A3A4"/>
          </p15:clr>
        </p15:guide>
        <p15:guide id="3" pos="456" userDrawn="1">
          <p15:clr>
            <a:srgbClr val="A4A3A4"/>
          </p15:clr>
        </p15:guide>
        <p15:guide id="4" pos="720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BEBD8"/>
    <a:srgbClr val="8335E5"/>
    <a:srgbClr val="6B8DE1"/>
    <a:srgbClr val="6C92E1"/>
    <a:srgbClr val="6313DC"/>
    <a:srgbClr val="1E3ADA"/>
    <a:srgbClr val="030553"/>
    <a:srgbClr val="7D4BC9"/>
    <a:srgbClr val="16286E"/>
    <a:srgbClr val="6524D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25E5076-3810-47DD-B79F-674D7AD40C01}" styleName="Estilo oscuro 1 - Énfasis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2838BEF-8BB2-4498-84A7-C5851F593DF1}" styleName="Estilo medio 4 - Énfasis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775DCB02-9BB8-47FD-8907-85C794F793BA}" styleName="Estilo temático 1 - Énfasis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Estilo temático 1 - Énfasis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9C7853C-536D-4A76-A0AE-DD22124D55A5}" styleName="Estilo temático 1 - Énfasis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93D81CF-94F2-401A-BA57-92F5A7B2D0C5}" styleName="Estilo medio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AF606853-7671-496A-8E4F-DF71F8EC918B}" styleName="Estilo oscuro 1 - Énfasis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8FB837D-C827-4EFA-A057-4D05807E0F7C}" styleName="Estilo temático 1 - Énfasis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9734" autoAdjust="0"/>
    <p:restoredTop sz="94434" autoAdjust="0"/>
  </p:normalViewPr>
  <p:slideViewPr>
    <p:cSldViewPr snapToGrid="0" showGuides="1">
      <p:cViewPr varScale="1">
        <p:scale>
          <a:sx n="31" d="100"/>
          <a:sy n="31" d="100"/>
        </p:scale>
        <p:origin x="60" y="1680"/>
      </p:cViewPr>
      <p:guideLst>
        <p:guide orient="horz" pos="2064"/>
        <p:guide pos="3840"/>
        <p:guide pos="456"/>
        <p:guide pos="7200"/>
      </p:guideLst>
    </p:cSldViewPr>
  </p:slideViewPr>
  <p:outlineViewPr>
    <p:cViewPr>
      <p:scale>
        <a:sx n="33" d="100"/>
        <a:sy n="33" d="100"/>
      </p:scale>
      <p:origin x="0" y="0"/>
    </p:cViewPr>
  </p:outlineViewPr>
  <p:notesTextViewPr>
    <p:cViewPr>
      <p:scale>
        <a:sx n="1" d="1"/>
        <a:sy n="1" d="1"/>
      </p:scale>
      <p:origin x="0" y="0"/>
    </p:cViewPr>
  </p:notesTextViewPr>
  <p:notesViewPr>
    <p:cSldViewPr snapToGrid="0" showGuides="1">
      <p:cViewPr varScale="1">
        <p:scale>
          <a:sx n="77" d="100"/>
          <a:sy n="77" d="100"/>
        </p:scale>
        <p:origin x="3864"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a:extLst>
              <a:ext uri="{FF2B5EF4-FFF2-40B4-BE49-F238E27FC236}">
                <a16:creationId xmlns:a16="http://schemas.microsoft.com/office/drawing/2014/main" id="{3A5E5A06-49CA-4CC1-87DE-FA77A677BB6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dirty="0"/>
          </a:p>
        </p:txBody>
      </p:sp>
      <p:sp>
        <p:nvSpPr>
          <p:cNvPr id="3" name="Marcador de fecha 2">
            <a:extLst>
              <a:ext uri="{FF2B5EF4-FFF2-40B4-BE49-F238E27FC236}">
                <a16:creationId xmlns:a16="http://schemas.microsoft.com/office/drawing/2014/main" id="{0AB57FBC-7FA3-4A4B-999A-96FD7DC0D48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CE61690C-4C47-4C78-B862-66354E985A5A}" type="datetime1">
              <a:rPr lang="es-ES" smtClean="0"/>
              <a:t>08/02/2025</a:t>
            </a:fld>
            <a:endParaRPr lang="es-ES" dirty="0"/>
          </a:p>
        </p:txBody>
      </p:sp>
      <p:sp>
        <p:nvSpPr>
          <p:cNvPr id="4" name="Marcador de pie de página 3">
            <a:extLst>
              <a:ext uri="{FF2B5EF4-FFF2-40B4-BE49-F238E27FC236}">
                <a16:creationId xmlns:a16="http://schemas.microsoft.com/office/drawing/2014/main" id="{6EE13074-6DA0-4561-A86B-2939D8B458A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dirty="0"/>
          </a:p>
        </p:txBody>
      </p:sp>
      <p:sp>
        <p:nvSpPr>
          <p:cNvPr id="5" name="Marcador de posición de número de diapositiva 4">
            <a:extLst>
              <a:ext uri="{FF2B5EF4-FFF2-40B4-BE49-F238E27FC236}">
                <a16:creationId xmlns:a16="http://schemas.microsoft.com/office/drawing/2014/main" id="{F2B7A8E5-C1F9-40CC-A2A5-13CF7BD3F75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49DEC52A-C4AE-45FE-B7FF-C255388ED1F4}" type="slidenum">
              <a:rPr lang="es-ES" smtClean="0"/>
              <a:t>‹Nº›</a:t>
            </a:fld>
            <a:endParaRPr lang="es-ES" dirty="0"/>
          </a:p>
        </p:txBody>
      </p:sp>
    </p:spTree>
    <p:extLst>
      <p:ext uri="{BB962C8B-B14F-4D97-AF65-F5344CB8AC3E}">
        <p14:creationId xmlns:p14="http://schemas.microsoft.com/office/powerpoint/2010/main" val="27477634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noProof="0"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747B61-BF17-45FD-9803-9BB2EB150729}" type="datetime1">
              <a:rPr lang="es-ES" smtClean="0"/>
              <a:pPr/>
              <a:t>08/02/2025</a:t>
            </a:fld>
            <a:endParaRPr lang="es-ES"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s-ES" noProof="0" dirty="0"/>
          </a:p>
        </p:txBody>
      </p:sp>
      <p:sp>
        <p:nvSpPr>
          <p:cNvPr id="5" name="Marcador de posición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ES" noProof="0" dirty="0"/>
              <a:t>Editar estilos de texto del patrón</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6" name="Marcador de posición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noProof="0" dirty="0"/>
          </a:p>
        </p:txBody>
      </p:sp>
      <p:sp>
        <p:nvSpPr>
          <p:cNvPr id="7" name="Marcador de posición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6DF8F48A-6110-47DA-8521-A1D1FFD22FEF}" type="slidenum">
              <a:rPr lang="es-ES" noProof="0" smtClean="0"/>
              <a:t>‹Nº›</a:t>
            </a:fld>
            <a:endParaRPr lang="es-ES" noProof="0" dirty="0"/>
          </a:p>
        </p:txBody>
      </p:sp>
    </p:spTree>
    <p:extLst>
      <p:ext uri="{BB962C8B-B14F-4D97-AF65-F5344CB8AC3E}">
        <p14:creationId xmlns:p14="http://schemas.microsoft.com/office/powerpoint/2010/main" val="34514915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2</a:t>
            </a:fld>
            <a:endParaRPr lang="es-ES" dirty="0"/>
          </a:p>
        </p:txBody>
      </p:sp>
    </p:spTree>
    <p:extLst>
      <p:ext uri="{BB962C8B-B14F-4D97-AF65-F5344CB8AC3E}">
        <p14:creationId xmlns:p14="http://schemas.microsoft.com/office/powerpoint/2010/main" val="10075987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r>
              <a:rPr lang="es-ES" dirty="0"/>
              <a:t> </a:t>
            </a:r>
          </a:p>
        </p:txBody>
      </p:sp>
      <p:sp>
        <p:nvSpPr>
          <p:cNvPr id="4" name="Marcador de posición de número de diapositiva 3"/>
          <p:cNvSpPr>
            <a:spLocks noGrp="1"/>
          </p:cNvSpPr>
          <p:nvPr>
            <p:ph type="sldNum" sz="quarter" idx="10"/>
          </p:nvPr>
        </p:nvSpPr>
        <p:spPr/>
        <p:txBody>
          <a:bodyPr rtlCol="0"/>
          <a:lstStyle/>
          <a:p>
            <a:pPr rtl="0"/>
            <a:fld id="{6DF8F48A-6110-47DA-8521-A1D1FFD22FEF}" type="slidenum">
              <a:rPr lang="es-ES" smtClean="0"/>
              <a:t>3</a:t>
            </a:fld>
            <a:endParaRPr lang="es-ES" dirty="0"/>
          </a:p>
        </p:txBody>
      </p:sp>
    </p:spTree>
    <p:extLst>
      <p:ext uri="{BB962C8B-B14F-4D97-AF65-F5344CB8AC3E}">
        <p14:creationId xmlns:p14="http://schemas.microsoft.com/office/powerpoint/2010/main" val="20420239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4</a:t>
            </a:fld>
            <a:endParaRPr lang="es-ES" dirty="0"/>
          </a:p>
        </p:txBody>
      </p:sp>
    </p:spTree>
    <p:extLst>
      <p:ext uri="{BB962C8B-B14F-4D97-AF65-F5344CB8AC3E}">
        <p14:creationId xmlns:p14="http://schemas.microsoft.com/office/powerpoint/2010/main" val="8655893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5</a:t>
            </a:fld>
            <a:endParaRPr lang="es-ES" dirty="0"/>
          </a:p>
        </p:txBody>
      </p:sp>
    </p:spTree>
    <p:extLst>
      <p:ext uri="{BB962C8B-B14F-4D97-AF65-F5344CB8AC3E}">
        <p14:creationId xmlns:p14="http://schemas.microsoft.com/office/powerpoint/2010/main" val="4794994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6</a:t>
            </a:fld>
            <a:endParaRPr lang="es-ES" dirty="0"/>
          </a:p>
        </p:txBody>
      </p:sp>
    </p:spTree>
    <p:extLst>
      <p:ext uri="{BB962C8B-B14F-4D97-AF65-F5344CB8AC3E}">
        <p14:creationId xmlns:p14="http://schemas.microsoft.com/office/powerpoint/2010/main" val="33868163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7</a:t>
            </a:fld>
            <a:endParaRPr lang="es-ES" dirty="0"/>
          </a:p>
        </p:txBody>
      </p:sp>
    </p:spTree>
    <p:extLst>
      <p:ext uri="{BB962C8B-B14F-4D97-AF65-F5344CB8AC3E}">
        <p14:creationId xmlns:p14="http://schemas.microsoft.com/office/powerpoint/2010/main" val="34161770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8</a:t>
            </a:fld>
            <a:endParaRPr lang="es-ES" dirty="0"/>
          </a:p>
        </p:txBody>
      </p:sp>
    </p:spTree>
    <p:extLst>
      <p:ext uri="{BB962C8B-B14F-4D97-AF65-F5344CB8AC3E}">
        <p14:creationId xmlns:p14="http://schemas.microsoft.com/office/powerpoint/2010/main" val="28702971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9</a:t>
            </a:fld>
            <a:endParaRPr lang="es-ES" dirty="0"/>
          </a:p>
        </p:txBody>
      </p:sp>
    </p:spTree>
    <p:extLst>
      <p:ext uri="{BB962C8B-B14F-4D97-AF65-F5344CB8AC3E}">
        <p14:creationId xmlns:p14="http://schemas.microsoft.com/office/powerpoint/2010/main" val="10224127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10</a:t>
            </a:fld>
            <a:endParaRPr lang="es-ES" dirty="0"/>
          </a:p>
        </p:txBody>
      </p:sp>
    </p:spTree>
    <p:extLst>
      <p:ext uri="{BB962C8B-B14F-4D97-AF65-F5344CB8AC3E}">
        <p14:creationId xmlns:p14="http://schemas.microsoft.com/office/powerpoint/2010/main" val="8963289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11</a:t>
            </a:fld>
            <a:endParaRPr lang="es-ES" dirty="0"/>
          </a:p>
        </p:txBody>
      </p:sp>
    </p:spTree>
    <p:extLst>
      <p:ext uri="{BB962C8B-B14F-4D97-AF65-F5344CB8AC3E}">
        <p14:creationId xmlns:p14="http://schemas.microsoft.com/office/powerpoint/2010/main" val="15968509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12</a:t>
            </a:fld>
            <a:endParaRPr lang="es-ES" dirty="0"/>
          </a:p>
        </p:txBody>
      </p:sp>
    </p:spTree>
    <p:extLst>
      <p:ext uri="{BB962C8B-B14F-4D97-AF65-F5344CB8AC3E}">
        <p14:creationId xmlns:p14="http://schemas.microsoft.com/office/powerpoint/2010/main" val="5338430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13</a:t>
            </a:fld>
            <a:endParaRPr lang="es-ES" dirty="0"/>
          </a:p>
        </p:txBody>
      </p:sp>
    </p:spTree>
    <p:extLst>
      <p:ext uri="{BB962C8B-B14F-4D97-AF65-F5344CB8AC3E}">
        <p14:creationId xmlns:p14="http://schemas.microsoft.com/office/powerpoint/2010/main" val="8750673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14</a:t>
            </a:fld>
            <a:endParaRPr lang="es-ES" dirty="0"/>
          </a:p>
        </p:txBody>
      </p:sp>
    </p:spTree>
    <p:extLst>
      <p:ext uri="{BB962C8B-B14F-4D97-AF65-F5344CB8AC3E}">
        <p14:creationId xmlns:p14="http://schemas.microsoft.com/office/powerpoint/2010/main" val="33642856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15</a:t>
            </a:fld>
            <a:endParaRPr lang="es-ES" dirty="0"/>
          </a:p>
        </p:txBody>
      </p:sp>
    </p:spTree>
    <p:extLst>
      <p:ext uri="{BB962C8B-B14F-4D97-AF65-F5344CB8AC3E}">
        <p14:creationId xmlns:p14="http://schemas.microsoft.com/office/powerpoint/2010/main" val="873861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16</a:t>
            </a:fld>
            <a:endParaRPr lang="es-ES" dirty="0"/>
          </a:p>
        </p:txBody>
      </p:sp>
    </p:spTree>
    <p:extLst>
      <p:ext uri="{BB962C8B-B14F-4D97-AF65-F5344CB8AC3E}">
        <p14:creationId xmlns:p14="http://schemas.microsoft.com/office/powerpoint/2010/main" val="38509137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17</a:t>
            </a:fld>
            <a:endParaRPr lang="es-ES" dirty="0"/>
          </a:p>
        </p:txBody>
      </p:sp>
    </p:spTree>
    <p:extLst>
      <p:ext uri="{BB962C8B-B14F-4D97-AF65-F5344CB8AC3E}">
        <p14:creationId xmlns:p14="http://schemas.microsoft.com/office/powerpoint/2010/main" val="35940025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18</a:t>
            </a:fld>
            <a:endParaRPr lang="es-ES" dirty="0"/>
          </a:p>
        </p:txBody>
      </p:sp>
    </p:spTree>
    <p:extLst>
      <p:ext uri="{BB962C8B-B14F-4D97-AF65-F5344CB8AC3E}">
        <p14:creationId xmlns:p14="http://schemas.microsoft.com/office/powerpoint/2010/main" val="38939754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19</a:t>
            </a:fld>
            <a:endParaRPr lang="es-ES" dirty="0"/>
          </a:p>
        </p:txBody>
      </p:sp>
    </p:spTree>
    <p:extLst>
      <p:ext uri="{BB962C8B-B14F-4D97-AF65-F5344CB8AC3E}">
        <p14:creationId xmlns:p14="http://schemas.microsoft.com/office/powerpoint/2010/main" val="41631514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20</a:t>
            </a:fld>
            <a:endParaRPr lang="es-ES" dirty="0"/>
          </a:p>
        </p:txBody>
      </p:sp>
    </p:spTree>
    <p:extLst>
      <p:ext uri="{BB962C8B-B14F-4D97-AF65-F5344CB8AC3E}">
        <p14:creationId xmlns:p14="http://schemas.microsoft.com/office/powerpoint/2010/main" val="18139582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21</a:t>
            </a:fld>
            <a:endParaRPr lang="es-ES" dirty="0"/>
          </a:p>
        </p:txBody>
      </p:sp>
    </p:spTree>
    <p:extLst>
      <p:ext uri="{BB962C8B-B14F-4D97-AF65-F5344CB8AC3E}">
        <p14:creationId xmlns:p14="http://schemas.microsoft.com/office/powerpoint/2010/main" val="28541456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posición de número de diapositiva 3"/>
          <p:cNvSpPr>
            <a:spLocks noGrp="1"/>
          </p:cNvSpPr>
          <p:nvPr>
            <p:ph type="sldNum" sz="quarter" idx="5"/>
          </p:nvPr>
        </p:nvSpPr>
        <p:spPr/>
        <p:txBody>
          <a:bodyPr rtlCol="0"/>
          <a:lstStyle/>
          <a:p>
            <a:pPr rtl="0"/>
            <a:fld id="{6DF8F48A-6110-47DA-8521-A1D1FFD22FEF}" type="slidenum">
              <a:rPr lang="es-ES" smtClean="0"/>
              <a:t>22</a:t>
            </a:fld>
            <a:endParaRPr lang="es-ES" dirty="0"/>
          </a:p>
        </p:txBody>
      </p:sp>
    </p:spTree>
    <p:extLst>
      <p:ext uri="{BB962C8B-B14F-4D97-AF65-F5344CB8AC3E}">
        <p14:creationId xmlns:p14="http://schemas.microsoft.com/office/powerpoint/2010/main" val="24562714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dirty="0"/>
          </a:p>
        </p:txBody>
      </p:sp>
      <p:sp>
        <p:nvSpPr>
          <p:cNvPr id="4" name="Marcador de número de diapositiva 3"/>
          <p:cNvSpPr>
            <a:spLocks noGrp="1"/>
          </p:cNvSpPr>
          <p:nvPr>
            <p:ph type="sldNum" sz="quarter" idx="5"/>
          </p:nvPr>
        </p:nvSpPr>
        <p:spPr/>
        <p:txBody>
          <a:bodyPr rtlCol="0"/>
          <a:lstStyle/>
          <a:p>
            <a:pPr rtl="0"/>
            <a:fld id="{6DF8F48A-6110-47DA-8521-A1D1FFD22FEF}" type="slidenum">
              <a:rPr lang="es-ES" smtClean="0"/>
              <a:t>23</a:t>
            </a:fld>
            <a:endParaRPr lang="es-ES" dirty="0"/>
          </a:p>
        </p:txBody>
      </p:sp>
    </p:spTree>
    <p:extLst>
      <p:ext uri="{BB962C8B-B14F-4D97-AF65-F5344CB8AC3E}">
        <p14:creationId xmlns:p14="http://schemas.microsoft.com/office/powerpoint/2010/main" val="36900476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B0BBB5-FEB0-47AD-A01D-A9D3462038F2}"/>
              </a:ext>
            </a:extLst>
          </p:cNvPr>
          <p:cNvSpPr>
            <a:spLocks noGrp="1"/>
          </p:cNvSpPr>
          <p:nvPr>
            <p:ph type="ctrTitle"/>
          </p:nvPr>
        </p:nvSpPr>
        <p:spPr>
          <a:xfrm>
            <a:off x="1524000" y="1122363"/>
            <a:ext cx="9144000" cy="2387600"/>
          </a:xfrm>
        </p:spPr>
        <p:txBody>
          <a:bodyPr rtlCol="0" anchor="b"/>
          <a:lstStyle>
            <a:lvl1pPr algn="ctr">
              <a:defRPr sz="6000"/>
            </a:lvl1pPr>
          </a:lstStyle>
          <a:p>
            <a:pPr rtl="0"/>
            <a:r>
              <a:rPr lang="es-ES" noProof="0"/>
              <a:t>Haga clic para modificar el estilo de título del patrón</a:t>
            </a:r>
            <a:endParaRPr lang="es-ES" noProof="0" dirty="0"/>
          </a:p>
        </p:txBody>
      </p:sp>
      <p:sp>
        <p:nvSpPr>
          <p:cNvPr id="3" name="Subtítulo 2">
            <a:extLst>
              <a:ext uri="{FF2B5EF4-FFF2-40B4-BE49-F238E27FC236}">
                <a16:creationId xmlns:a16="http://schemas.microsoft.com/office/drawing/2014/main" id="{58207C41-C17D-4E84-B9CC-CA142B94C10D}"/>
              </a:ext>
            </a:extLst>
          </p:cNvPr>
          <p:cNvSpPr>
            <a:spLocks noGrp="1"/>
          </p:cNvSpPr>
          <p:nvPr>
            <p:ph type="subTitle" idx="1"/>
          </p:nvPr>
        </p:nvSpPr>
        <p:spPr>
          <a:xfrm>
            <a:off x="1524000" y="3602038"/>
            <a:ext cx="9144000" cy="1655762"/>
          </a:xfrm>
        </p:spPr>
        <p:txBody>
          <a:bodyPr rtlCol="0"/>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ES" noProof="0"/>
              <a:t>Haga clic para modificar el estilo de subtítulo del patrón</a:t>
            </a:r>
            <a:endParaRPr lang="es-ES" noProof="0" dirty="0"/>
          </a:p>
        </p:txBody>
      </p:sp>
      <p:sp>
        <p:nvSpPr>
          <p:cNvPr id="4" name="Marcador de fecha 3">
            <a:extLst>
              <a:ext uri="{FF2B5EF4-FFF2-40B4-BE49-F238E27FC236}">
                <a16:creationId xmlns:a16="http://schemas.microsoft.com/office/drawing/2014/main" id="{7245F25D-6082-47DE-9B2C-675944DD1812}"/>
              </a:ext>
            </a:extLst>
          </p:cNvPr>
          <p:cNvSpPr>
            <a:spLocks noGrp="1"/>
          </p:cNvSpPr>
          <p:nvPr>
            <p:ph type="dt" sz="half" idx="10"/>
          </p:nvPr>
        </p:nvSpPr>
        <p:spPr/>
        <p:txBody>
          <a:bodyPr rtlCol="0"/>
          <a:lstStyle/>
          <a:p>
            <a:pPr rtl="0"/>
            <a:fld id="{3E9B9459-25CE-40A2-B345-3C37E8C43C15}" type="datetime1">
              <a:rPr lang="es-ES" noProof="0" smtClean="0"/>
              <a:t>08/02/2025</a:t>
            </a:fld>
            <a:endParaRPr lang="es-ES" noProof="0" dirty="0"/>
          </a:p>
        </p:txBody>
      </p:sp>
      <p:sp>
        <p:nvSpPr>
          <p:cNvPr id="5" name="Marcador de pie de página 4">
            <a:extLst>
              <a:ext uri="{FF2B5EF4-FFF2-40B4-BE49-F238E27FC236}">
                <a16:creationId xmlns:a16="http://schemas.microsoft.com/office/drawing/2014/main" id="{5E24B0FF-3B25-4E5C-A0A7-4E1636362153}"/>
              </a:ext>
            </a:extLst>
          </p:cNvPr>
          <p:cNvSpPr>
            <a:spLocks noGrp="1"/>
          </p:cNvSpPr>
          <p:nvPr>
            <p:ph type="ftr" sz="quarter" idx="11"/>
          </p:nvPr>
        </p:nvSpPr>
        <p:spPr/>
        <p:txBody>
          <a:bodyPr rtlCol="0"/>
          <a:lstStyle/>
          <a:p>
            <a:pPr rtl="0"/>
            <a:endParaRPr lang="es-ES" noProof="0" dirty="0"/>
          </a:p>
        </p:txBody>
      </p:sp>
      <p:sp>
        <p:nvSpPr>
          <p:cNvPr id="6" name="Marcador de posición de número de diapositiva 5">
            <a:extLst>
              <a:ext uri="{FF2B5EF4-FFF2-40B4-BE49-F238E27FC236}">
                <a16:creationId xmlns:a16="http://schemas.microsoft.com/office/drawing/2014/main" id="{09377007-1A01-499B-ACAD-C9F9C20B76F8}"/>
              </a:ext>
            </a:extLst>
          </p:cNvPr>
          <p:cNvSpPr>
            <a:spLocks noGrp="1"/>
          </p:cNvSpPr>
          <p:nvPr>
            <p:ph type="sldNum" sz="quarter" idx="12"/>
          </p:nvPr>
        </p:nvSpPr>
        <p:spPr/>
        <p:txBody>
          <a:bodyPr rtlCol="0"/>
          <a:lstStyle/>
          <a:p>
            <a:pPr rtl="0"/>
            <a:fld id="{ED6580AB-5C3C-4B4F-8E2A-8B7A0A8CE695}" type="slidenum">
              <a:rPr lang="es-ES" noProof="0" smtClean="0"/>
              <a:t>‹Nº›</a:t>
            </a:fld>
            <a:endParaRPr lang="es-ES" noProof="0" dirty="0"/>
          </a:p>
        </p:txBody>
      </p:sp>
    </p:spTree>
    <p:extLst>
      <p:ext uri="{BB962C8B-B14F-4D97-AF65-F5344CB8AC3E}">
        <p14:creationId xmlns:p14="http://schemas.microsoft.com/office/powerpoint/2010/main" val="11699625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conteni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DADCE2-978E-4923-B0E9-4C966B6798C3}"/>
              </a:ext>
            </a:extLst>
          </p:cNvPr>
          <p:cNvSpPr>
            <a:spLocks noGrp="1"/>
          </p:cNvSpPr>
          <p:nvPr>
            <p:ph type="title"/>
          </p:nvPr>
        </p:nvSpPr>
        <p:spPr/>
        <p:txBody>
          <a:bodyPr rtlCol="0"/>
          <a:lstStyle/>
          <a:p>
            <a:pPr rtl="0"/>
            <a:r>
              <a:rPr lang="es-ES" noProof="0"/>
              <a:t>Haga clic para modificar el estilo de título del patrón</a:t>
            </a:r>
            <a:endParaRPr lang="es-ES" noProof="0" dirty="0"/>
          </a:p>
        </p:txBody>
      </p:sp>
      <p:sp>
        <p:nvSpPr>
          <p:cNvPr id="3" name="Marcador de posición de contenido 2">
            <a:extLst>
              <a:ext uri="{FF2B5EF4-FFF2-40B4-BE49-F238E27FC236}">
                <a16:creationId xmlns:a16="http://schemas.microsoft.com/office/drawing/2014/main" id="{6CEB0BD6-F012-4C6D-BDAD-9E90ED25A387}"/>
              </a:ext>
            </a:extLst>
          </p:cNvPr>
          <p:cNvSpPr>
            <a:spLocks noGrp="1"/>
          </p:cNvSpPr>
          <p:nvPr>
            <p:ph idx="1"/>
          </p:nvPr>
        </p:nvSpPr>
        <p:spPr/>
        <p:txBody>
          <a:bodyPr rtlCol="0"/>
          <a:lstStyle/>
          <a:p>
            <a:pPr lvl="0" rtl="0"/>
            <a:r>
              <a:rPr lang="es-ES" noProof="0"/>
              <a:t>Haga clic para modificar el estilo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4" name="Marcador de fecha 3">
            <a:extLst>
              <a:ext uri="{FF2B5EF4-FFF2-40B4-BE49-F238E27FC236}">
                <a16:creationId xmlns:a16="http://schemas.microsoft.com/office/drawing/2014/main" id="{DEE2F9E5-192C-4E88-9147-D263893B1842}"/>
              </a:ext>
            </a:extLst>
          </p:cNvPr>
          <p:cNvSpPr>
            <a:spLocks noGrp="1"/>
          </p:cNvSpPr>
          <p:nvPr>
            <p:ph type="dt" sz="half" idx="10"/>
          </p:nvPr>
        </p:nvSpPr>
        <p:spPr/>
        <p:txBody>
          <a:bodyPr rtlCol="0"/>
          <a:lstStyle/>
          <a:p>
            <a:pPr rtl="0"/>
            <a:fld id="{B26A0A6F-BECE-41EA-BF07-798F4132C9EF}" type="datetime1">
              <a:rPr lang="es-ES" noProof="0" smtClean="0"/>
              <a:t>08/02/2025</a:t>
            </a:fld>
            <a:endParaRPr lang="es-ES" noProof="0" dirty="0"/>
          </a:p>
        </p:txBody>
      </p:sp>
      <p:sp>
        <p:nvSpPr>
          <p:cNvPr id="5" name="Marcador de pie de página 4">
            <a:extLst>
              <a:ext uri="{FF2B5EF4-FFF2-40B4-BE49-F238E27FC236}">
                <a16:creationId xmlns:a16="http://schemas.microsoft.com/office/drawing/2014/main" id="{794A7138-3EAF-4C9D-903E-55D9BC040272}"/>
              </a:ext>
            </a:extLst>
          </p:cNvPr>
          <p:cNvSpPr>
            <a:spLocks noGrp="1"/>
          </p:cNvSpPr>
          <p:nvPr>
            <p:ph type="ftr" sz="quarter" idx="11"/>
          </p:nvPr>
        </p:nvSpPr>
        <p:spPr/>
        <p:txBody>
          <a:bodyPr rtlCol="0"/>
          <a:lstStyle/>
          <a:p>
            <a:pPr rtl="0"/>
            <a:endParaRPr lang="es-ES" noProof="0" dirty="0"/>
          </a:p>
        </p:txBody>
      </p:sp>
      <p:sp>
        <p:nvSpPr>
          <p:cNvPr id="6" name="Marcador de posición de número de diapositiva 5">
            <a:extLst>
              <a:ext uri="{FF2B5EF4-FFF2-40B4-BE49-F238E27FC236}">
                <a16:creationId xmlns:a16="http://schemas.microsoft.com/office/drawing/2014/main" id="{F8DB0B82-496D-45C3-A682-7AF9AFFB9693}"/>
              </a:ext>
            </a:extLst>
          </p:cNvPr>
          <p:cNvSpPr>
            <a:spLocks noGrp="1"/>
          </p:cNvSpPr>
          <p:nvPr>
            <p:ph type="sldNum" sz="quarter" idx="12"/>
          </p:nvPr>
        </p:nvSpPr>
        <p:spPr/>
        <p:txBody>
          <a:bodyPr rtlCol="0"/>
          <a:lstStyle/>
          <a:p>
            <a:pPr rtl="0"/>
            <a:fld id="{ED6580AB-5C3C-4B4F-8E2A-8B7A0A8CE695}" type="slidenum">
              <a:rPr lang="es-ES" noProof="0" smtClean="0"/>
              <a:t>‹Nº›</a:t>
            </a:fld>
            <a:endParaRPr lang="es-ES" noProof="0" dirty="0"/>
          </a:p>
        </p:txBody>
      </p:sp>
    </p:spTree>
    <p:extLst>
      <p:ext uri="{BB962C8B-B14F-4D97-AF65-F5344CB8AC3E}">
        <p14:creationId xmlns:p14="http://schemas.microsoft.com/office/powerpoint/2010/main" val="35151262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193DAD0-5F6F-47DA-A010-1C4A30C88AB4}"/>
              </a:ext>
            </a:extLst>
          </p:cNvPr>
          <p:cNvSpPr>
            <a:spLocks noGrp="1"/>
          </p:cNvSpPr>
          <p:nvPr>
            <p:ph type="title"/>
          </p:nvPr>
        </p:nvSpPr>
        <p:spPr>
          <a:xfrm>
            <a:off x="831850" y="1709738"/>
            <a:ext cx="10515600" cy="2852737"/>
          </a:xfrm>
        </p:spPr>
        <p:txBody>
          <a:bodyPr rtlCol="0" anchor="b"/>
          <a:lstStyle>
            <a:lvl1pPr>
              <a:defRPr sz="6000"/>
            </a:lvl1pPr>
          </a:lstStyle>
          <a:p>
            <a:pPr rtl="0"/>
            <a:r>
              <a:rPr lang="es-ES" noProof="0"/>
              <a:t>Haga clic para modificar el estilo de título del patrón</a:t>
            </a:r>
            <a:endParaRPr lang="es-ES" noProof="0" dirty="0"/>
          </a:p>
        </p:txBody>
      </p:sp>
      <p:sp>
        <p:nvSpPr>
          <p:cNvPr id="3" name="Marcador de posición de texto 2">
            <a:extLst>
              <a:ext uri="{FF2B5EF4-FFF2-40B4-BE49-F238E27FC236}">
                <a16:creationId xmlns:a16="http://schemas.microsoft.com/office/drawing/2014/main" id="{AC8EFA6E-A768-42A8-B2C3-F100D82609A2}"/>
              </a:ext>
            </a:extLst>
          </p:cNvPr>
          <p:cNvSpPr>
            <a:spLocks noGrp="1"/>
          </p:cNvSpPr>
          <p:nvPr>
            <p:ph type="body" idx="1"/>
          </p:nvPr>
        </p:nvSpPr>
        <p:spPr>
          <a:xfrm>
            <a:off x="831850" y="4589463"/>
            <a:ext cx="10515600" cy="1500187"/>
          </a:xfrm>
        </p:spPr>
        <p:txBody>
          <a:bodyPr rtlCol="0"/>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s-ES" noProof="0"/>
              <a:t>Haga clic para modificar el estilo de texto del patrón</a:t>
            </a:r>
          </a:p>
        </p:txBody>
      </p:sp>
      <p:sp>
        <p:nvSpPr>
          <p:cNvPr id="4" name="Marcador de fecha 3">
            <a:extLst>
              <a:ext uri="{FF2B5EF4-FFF2-40B4-BE49-F238E27FC236}">
                <a16:creationId xmlns:a16="http://schemas.microsoft.com/office/drawing/2014/main" id="{A2F46640-E89E-47CE-984D-0C0ECF7CF529}"/>
              </a:ext>
            </a:extLst>
          </p:cNvPr>
          <p:cNvSpPr>
            <a:spLocks noGrp="1"/>
          </p:cNvSpPr>
          <p:nvPr>
            <p:ph type="dt" sz="half" idx="10"/>
          </p:nvPr>
        </p:nvSpPr>
        <p:spPr/>
        <p:txBody>
          <a:bodyPr rtlCol="0"/>
          <a:lstStyle/>
          <a:p>
            <a:pPr rtl="0"/>
            <a:fld id="{EBA4E8EF-BBD5-4328-B9AD-651CDE96AA78}" type="datetime1">
              <a:rPr lang="es-ES" noProof="0" smtClean="0"/>
              <a:t>08/02/2025</a:t>
            </a:fld>
            <a:endParaRPr lang="es-ES" noProof="0" dirty="0"/>
          </a:p>
        </p:txBody>
      </p:sp>
      <p:sp>
        <p:nvSpPr>
          <p:cNvPr id="5" name="Marcador de pie de página 4">
            <a:extLst>
              <a:ext uri="{FF2B5EF4-FFF2-40B4-BE49-F238E27FC236}">
                <a16:creationId xmlns:a16="http://schemas.microsoft.com/office/drawing/2014/main" id="{F4177A8F-F167-4C43-AEE7-45067080142F}"/>
              </a:ext>
            </a:extLst>
          </p:cNvPr>
          <p:cNvSpPr>
            <a:spLocks noGrp="1"/>
          </p:cNvSpPr>
          <p:nvPr>
            <p:ph type="ftr" sz="quarter" idx="11"/>
          </p:nvPr>
        </p:nvSpPr>
        <p:spPr/>
        <p:txBody>
          <a:bodyPr rtlCol="0"/>
          <a:lstStyle/>
          <a:p>
            <a:pPr rtl="0"/>
            <a:endParaRPr lang="es-ES" noProof="0" dirty="0"/>
          </a:p>
        </p:txBody>
      </p:sp>
      <p:sp>
        <p:nvSpPr>
          <p:cNvPr id="6" name="Marcador de posición de número de diapositiva 5">
            <a:extLst>
              <a:ext uri="{FF2B5EF4-FFF2-40B4-BE49-F238E27FC236}">
                <a16:creationId xmlns:a16="http://schemas.microsoft.com/office/drawing/2014/main" id="{EA1DA754-ED79-4909-833D-55BF9A5D80BB}"/>
              </a:ext>
            </a:extLst>
          </p:cNvPr>
          <p:cNvSpPr>
            <a:spLocks noGrp="1"/>
          </p:cNvSpPr>
          <p:nvPr>
            <p:ph type="sldNum" sz="quarter" idx="12"/>
          </p:nvPr>
        </p:nvSpPr>
        <p:spPr/>
        <p:txBody>
          <a:bodyPr rtlCol="0"/>
          <a:lstStyle/>
          <a:p>
            <a:pPr rtl="0"/>
            <a:fld id="{ED6580AB-5C3C-4B4F-8E2A-8B7A0A8CE695}" type="slidenum">
              <a:rPr lang="es-ES" noProof="0" smtClean="0"/>
              <a:t>‹Nº›</a:t>
            </a:fld>
            <a:endParaRPr lang="es-ES" noProof="0" dirty="0"/>
          </a:p>
        </p:txBody>
      </p:sp>
    </p:spTree>
    <p:extLst>
      <p:ext uri="{BB962C8B-B14F-4D97-AF65-F5344CB8AC3E}">
        <p14:creationId xmlns:p14="http://schemas.microsoft.com/office/powerpoint/2010/main" val="31600877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E9AA026-BFE6-4D2A-9ABF-C593B5666574}"/>
              </a:ext>
            </a:extLst>
          </p:cNvPr>
          <p:cNvSpPr>
            <a:spLocks noGrp="1"/>
          </p:cNvSpPr>
          <p:nvPr>
            <p:ph type="title"/>
          </p:nvPr>
        </p:nvSpPr>
        <p:spPr/>
        <p:txBody>
          <a:bodyPr rtlCol="0"/>
          <a:lstStyle/>
          <a:p>
            <a:pPr rtl="0"/>
            <a:r>
              <a:rPr lang="es-ES" noProof="0"/>
              <a:t>Haga clic para modificar el estilo de título del patrón</a:t>
            </a:r>
            <a:endParaRPr lang="es-ES" noProof="0" dirty="0"/>
          </a:p>
        </p:txBody>
      </p:sp>
      <p:sp>
        <p:nvSpPr>
          <p:cNvPr id="3" name="Marcador de posición de contenido 2">
            <a:extLst>
              <a:ext uri="{FF2B5EF4-FFF2-40B4-BE49-F238E27FC236}">
                <a16:creationId xmlns:a16="http://schemas.microsoft.com/office/drawing/2014/main" id="{214747E8-A36B-4B4A-B2A4-B5283152AB22}"/>
              </a:ext>
            </a:extLst>
          </p:cNvPr>
          <p:cNvSpPr>
            <a:spLocks noGrp="1"/>
          </p:cNvSpPr>
          <p:nvPr>
            <p:ph sz="half" idx="1"/>
          </p:nvPr>
        </p:nvSpPr>
        <p:spPr>
          <a:xfrm>
            <a:off x="838200" y="1825625"/>
            <a:ext cx="5181600" cy="4351338"/>
          </a:xfrm>
        </p:spPr>
        <p:txBody>
          <a:bodyPr rtlCol="0"/>
          <a:lstStyle/>
          <a:p>
            <a:pPr lvl="0" rtl="0"/>
            <a:r>
              <a:rPr lang="es-ES" noProof="0"/>
              <a:t>Haga clic para modificar el estilo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4" name="Marcador de posición de contenido 3">
            <a:extLst>
              <a:ext uri="{FF2B5EF4-FFF2-40B4-BE49-F238E27FC236}">
                <a16:creationId xmlns:a16="http://schemas.microsoft.com/office/drawing/2014/main" id="{D6C6B59D-87BD-4F32-B9BC-31F9B1A5D7AD}"/>
              </a:ext>
            </a:extLst>
          </p:cNvPr>
          <p:cNvSpPr>
            <a:spLocks noGrp="1"/>
          </p:cNvSpPr>
          <p:nvPr>
            <p:ph sz="half" idx="2"/>
          </p:nvPr>
        </p:nvSpPr>
        <p:spPr>
          <a:xfrm>
            <a:off x="6172200" y="1825625"/>
            <a:ext cx="5181600" cy="4351338"/>
          </a:xfrm>
        </p:spPr>
        <p:txBody>
          <a:bodyPr rtlCol="0"/>
          <a:lstStyle/>
          <a:p>
            <a:pPr lvl="0" rtl="0"/>
            <a:r>
              <a:rPr lang="es-ES" noProof="0"/>
              <a:t>Haga clic para modificar el estilo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5" name="Marcador de fecha 4">
            <a:extLst>
              <a:ext uri="{FF2B5EF4-FFF2-40B4-BE49-F238E27FC236}">
                <a16:creationId xmlns:a16="http://schemas.microsoft.com/office/drawing/2014/main" id="{85C49B47-0C41-4DCC-9902-126916D9C448}"/>
              </a:ext>
            </a:extLst>
          </p:cNvPr>
          <p:cNvSpPr>
            <a:spLocks noGrp="1"/>
          </p:cNvSpPr>
          <p:nvPr>
            <p:ph type="dt" sz="half" idx="10"/>
          </p:nvPr>
        </p:nvSpPr>
        <p:spPr/>
        <p:txBody>
          <a:bodyPr rtlCol="0"/>
          <a:lstStyle/>
          <a:p>
            <a:pPr rtl="0"/>
            <a:fld id="{CBBCEF7A-A401-4FF2-808B-CF842632DA4F}" type="datetime1">
              <a:rPr lang="es-ES" noProof="0" smtClean="0"/>
              <a:t>08/02/2025</a:t>
            </a:fld>
            <a:endParaRPr lang="es-ES" noProof="0" dirty="0"/>
          </a:p>
        </p:txBody>
      </p:sp>
      <p:sp>
        <p:nvSpPr>
          <p:cNvPr id="6" name="Marcador de pie de página 5">
            <a:extLst>
              <a:ext uri="{FF2B5EF4-FFF2-40B4-BE49-F238E27FC236}">
                <a16:creationId xmlns:a16="http://schemas.microsoft.com/office/drawing/2014/main" id="{B7CD28B7-2F2D-4E80-A107-C1F266C63064}"/>
              </a:ext>
            </a:extLst>
          </p:cNvPr>
          <p:cNvSpPr>
            <a:spLocks noGrp="1"/>
          </p:cNvSpPr>
          <p:nvPr>
            <p:ph type="ftr" sz="quarter" idx="11"/>
          </p:nvPr>
        </p:nvSpPr>
        <p:spPr/>
        <p:txBody>
          <a:bodyPr rtlCol="0"/>
          <a:lstStyle/>
          <a:p>
            <a:pPr rtl="0"/>
            <a:endParaRPr lang="es-ES" noProof="0" dirty="0"/>
          </a:p>
        </p:txBody>
      </p:sp>
      <p:sp>
        <p:nvSpPr>
          <p:cNvPr id="7" name="Marcador de posición de número de diapositiva 6">
            <a:extLst>
              <a:ext uri="{FF2B5EF4-FFF2-40B4-BE49-F238E27FC236}">
                <a16:creationId xmlns:a16="http://schemas.microsoft.com/office/drawing/2014/main" id="{835D650A-4D0F-46AE-A132-267FCD921E82}"/>
              </a:ext>
            </a:extLst>
          </p:cNvPr>
          <p:cNvSpPr>
            <a:spLocks noGrp="1"/>
          </p:cNvSpPr>
          <p:nvPr>
            <p:ph type="sldNum" sz="quarter" idx="12"/>
          </p:nvPr>
        </p:nvSpPr>
        <p:spPr/>
        <p:txBody>
          <a:bodyPr rtlCol="0"/>
          <a:lstStyle/>
          <a:p>
            <a:pPr rtl="0"/>
            <a:fld id="{ED6580AB-5C3C-4B4F-8E2A-8B7A0A8CE695}" type="slidenum">
              <a:rPr lang="es-ES" noProof="0" smtClean="0"/>
              <a:t>‹Nº›</a:t>
            </a:fld>
            <a:endParaRPr lang="es-ES" noProof="0" dirty="0"/>
          </a:p>
        </p:txBody>
      </p:sp>
    </p:spTree>
    <p:extLst>
      <p:ext uri="{BB962C8B-B14F-4D97-AF65-F5344CB8AC3E}">
        <p14:creationId xmlns:p14="http://schemas.microsoft.com/office/powerpoint/2010/main" val="1219876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64C6F9-F6F6-4EA1-98AA-81B84F7CC05D}"/>
              </a:ext>
            </a:extLst>
          </p:cNvPr>
          <p:cNvSpPr>
            <a:spLocks noGrp="1"/>
          </p:cNvSpPr>
          <p:nvPr>
            <p:ph type="title"/>
          </p:nvPr>
        </p:nvSpPr>
        <p:spPr>
          <a:xfrm>
            <a:off x="839788" y="365125"/>
            <a:ext cx="10515600" cy="1325563"/>
          </a:xfrm>
        </p:spPr>
        <p:txBody>
          <a:bodyPr rtlCol="0"/>
          <a:lstStyle/>
          <a:p>
            <a:pPr rtl="0"/>
            <a:r>
              <a:rPr lang="es-ES" noProof="0"/>
              <a:t>Haga clic para modificar el estilo de título del patrón</a:t>
            </a:r>
            <a:endParaRPr lang="es-ES" noProof="0" dirty="0"/>
          </a:p>
        </p:txBody>
      </p:sp>
      <p:sp>
        <p:nvSpPr>
          <p:cNvPr id="3" name="Marcador de posición de texto 2">
            <a:extLst>
              <a:ext uri="{FF2B5EF4-FFF2-40B4-BE49-F238E27FC236}">
                <a16:creationId xmlns:a16="http://schemas.microsoft.com/office/drawing/2014/main" id="{31B8B83E-B37C-46C9-8284-D6EBA0033C90}"/>
              </a:ext>
            </a:extLst>
          </p:cNvPr>
          <p:cNvSpPr>
            <a:spLocks noGrp="1"/>
          </p:cNvSpPr>
          <p:nvPr>
            <p:ph type="body" idx="1"/>
          </p:nvPr>
        </p:nvSpPr>
        <p:spPr>
          <a:xfrm>
            <a:off x="839788" y="1681163"/>
            <a:ext cx="5157787"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el estilo de texto del patrón</a:t>
            </a:r>
          </a:p>
        </p:txBody>
      </p:sp>
      <p:sp>
        <p:nvSpPr>
          <p:cNvPr id="4" name="Marcador de posición de contenido 3">
            <a:extLst>
              <a:ext uri="{FF2B5EF4-FFF2-40B4-BE49-F238E27FC236}">
                <a16:creationId xmlns:a16="http://schemas.microsoft.com/office/drawing/2014/main" id="{19A150B8-0288-44AC-9CE7-E7BD9FB32EF9}"/>
              </a:ext>
            </a:extLst>
          </p:cNvPr>
          <p:cNvSpPr>
            <a:spLocks noGrp="1"/>
          </p:cNvSpPr>
          <p:nvPr>
            <p:ph sz="half" idx="2"/>
          </p:nvPr>
        </p:nvSpPr>
        <p:spPr>
          <a:xfrm>
            <a:off x="839788" y="2505075"/>
            <a:ext cx="5157787" cy="3684588"/>
          </a:xfrm>
        </p:spPr>
        <p:txBody>
          <a:bodyPr rtlCol="0"/>
          <a:lstStyle/>
          <a:p>
            <a:pPr lvl="0" rtl="0"/>
            <a:r>
              <a:rPr lang="es-ES" noProof="0"/>
              <a:t>Haga clic para modificar el estilo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5" name="Marcador de posición de texto 4">
            <a:extLst>
              <a:ext uri="{FF2B5EF4-FFF2-40B4-BE49-F238E27FC236}">
                <a16:creationId xmlns:a16="http://schemas.microsoft.com/office/drawing/2014/main" id="{DCF5DCAE-6027-49B9-A818-F45FADE27B27}"/>
              </a:ext>
            </a:extLst>
          </p:cNvPr>
          <p:cNvSpPr>
            <a:spLocks noGrp="1"/>
          </p:cNvSpPr>
          <p:nvPr>
            <p:ph type="body" sz="quarter" idx="3"/>
          </p:nvPr>
        </p:nvSpPr>
        <p:spPr>
          <a:xfrm>
            <a:off x="6172200" y="1681163"/>
            <a:ext cx="5183188"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el estilo de texto del patrón</a:t>
            </a:r>
          </a:p>
        </p:txBody>
      </p:sp>
      <p:sp>
        <p:nvSpPr>
          <p:cNvPr id="6" name="Marcador de posición de contenido 5">
            <a:extLst>
              <a:ext uri="{FF2B5EF4-FFF2-40B4-BE49-F238E27FC236}">
                <a16:creationId xmlns:a16="http://schemas.microsoft.com/office/drawing/2014/main" id="{684FAE16-DBCB-4A42-BFFC-053F2D529ABA}"/>
              </a:ext>
            </a:extLst>
          </p:cNvPr>
          <p:cNvSpPr>
            <a:spLocks noGrp="1"/>
          </p:cNvSpPr>
          <p:nvPr>
            <p:ph sz="quarter" idx="4"/>
          </p:nvPr>
        </p:nvSpPr>
        <p:spPr>
          <a:xfrm>
            <a:off x="6172200" y="2505075"/>
            <a:ext cx="5183188" cy="3684588"/>
          </a:xfrm>
        </p:spPr>
        <p:txBody>
          <a:bodyPr rtlCol="0"/>
          <a:lstStyle/>
          <a:p>
            <a:pPr lvl="0" rtl="0"/>
            <a:r>
              <a:rPr lang="es-ES" noProof="0"/>
              <a:t>Haga clic para modificar el estilo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7" name="Marcador de fecha 6">
            <a:extLst>
              <a:ext uri="{FF2B5EF4-FFF2-40B4-BE49-F238E27FC236}">
                <a16:creationId xmlns:a16="http://schemas.microsoft.com/office/drawing/2014/main" id="{46E8C038-E6A1-499D-9E24-FA5980421C81}"/>
              </a:ext>
            </a:extLst>
          </p:cNvPr>
          <p:cNvSpPr>
            <a:spLocks noGrp="1"/>
          </p:cNvSpPr>
          <p:nvPr>
            <p:ph type="dt" sz="half" idx="10"/>
          </p:nvPr>
        </p:nvSpPr>
        <p:spPr/>
        <p:txBody>
          <a:bodyPr rtlCol="0"/>
          <a:lstStyle/>
          <a:p>
            <a:pPr rtl="0"/>
            <a:fld id="{6E182FAF-75BA-4122-805A-A75045D55CE9}" type="datetime1">
              <a:rPr lang="es-ES" noProof="0" smtClean="0"/>
              <a:t>08/02/2025</a:t>
            </a:fld>
            <a:endParaRPr lang="es-ES" noProof="0" dirty="0"/>
          </a:p>
        </p:txBody>
      </p:sp>
      <p:sp>
        <p:nvSpPr>
          <p:cNvPr id="8" name="Marcador de pie de página 7">
            <a:extLst>
              <a:ext uri="{FF2B5EF4-FFF2-40B4-BE49-F238E27FC236}">
                <a16:creationId xmlns:a16="http://schemas.microsoft.com/office/drawing/2014/main" id="{F9F911B6-A759-487E-8CB6-CF9EF737F076}"/>
              </a:ext>
            </a:extLst>
          </p:cNvPr>
          <p:cNvSpPr>
            <a:spLocks noGrp="1"/>
          </p:cNvSpPr>
          <p:nvPr>
            <p:ph type="ftr" sz="quarter" idx="11"/>
          </p:nvPr>
        </p:nvSpPr>
        <p:spPr/>
        <p:txBody>
          <a:bodyPr rtlCol="0"/>
          <a:lstStyle/>
          <a:p>
            <a:pPr rtl="0"/>
            <a:endParaRPr lang="es-ES" noProof="0" dirty="0"/>
          </a:p>
        </p:txBody>
      </p:sp>
      <p:sp>
        <p:nvSpPr>
          <p:cNvPr id="9" name="Marcador de número de diapositiva 8">
            <a:extLst>
              <a:ext uri="{FF2B5EF4-FFF2-40B4-BE49-F238E27FC236}">
                <a16:creationId xmlns:a16="http://schemas.microsoft.com/office/drawing/2014/main" id="{EA906EC0-369D-4138-8D70-148CFDEE55EE}"/>
              </a:ext>
            </a:extLst>
          </p:cNvPr>
          <p:cNvSpPr>
            <a:spLocks noGrp="1"/>
          </p:cNvSpPr>
          <p:nvPr>
            <p:ph type="sldNum" sz="quarter" idx="12"/>
          </p:nvPr>
        </p:nvSpPr>
        <p:spPr/>
        <p:txBody>
          <a:bodyPr rtlCol="0"/>
          <a:lstStyle/>
          <a:p>
            <a:pPr rtl="0"/>
            <a:fld id="{ED6580AB-5C3C-4B4F-8E2A-8B7A0A8CE695}" type="slidenum">
              <a:rPr lang="es-ES" noProof="0" smtClean="0"/>
              <a:t>‹Nº›</a:t>
            </a:fld>
            <a:endParaRPr lang="es-ES" noProof="0" dirty="0"/>
          </a:p>
        </p:txBody>
      </p:sp>
    </p:spTree>
    <p:extLst>
      <p:ext uri="{BB962C8B-B14F-4D97-AF65-F5344CB8AC3E}">
        <p14:creationId xmlns:p14="http://schemas.microsoft.com/office/powerpoint/2010/main" val="28245543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8E02F8A-97AC-456C-B9E3-45A7D520C5DA}"/>
              </a:ext>
            </a:extLst>
          </p:cNvPr>
          <p:cNvSpPr>
            <a:spLocks noGrp="1"/>
          </p:cNvSpPr>
          <p:nvPr>
            <p:ph type="title"/>
          </p:nvPr>
        </p:nvSpPr>
        <p:spPr/>
        <p:txBody>
          <a:bodyPr rtlCol="0"/>
          <a:lstStyle/>
          <a:p>
            <a:pPr rtl="0"/>
            <a:r>
              <a:rPr lang="es-ES" noProof="0"/>
              <a:t>Haga clic para modificar el estilo de título del patrón</a:t>
            </a:r>
            <a:endParaRPr lang="es-ES" noProof="0" dirty="0"/>
          </a:p>
        </p:txBody>
      </p:sp>
      <p:sp>
        <p:nvSpPr>
          <p:cNvPr id="3" name="Marcador de fecha 2">
            <a:extLst>
              <a:ext uri="{FF2B5EF4-FFF2-40B4-BE49-F238E27FC236}">
                <a16:creationId xmlns:a16="http://schemas.microsoft.com/office/drawing/2014/main" id="{8340F483-F2B9-47A3-9B5C-8C264B7016BD}"/>
              </a:ext>
            </a:extLst>
          </p:cNvPr>
          <p:cNvSpPr>
            <a:spLocks noGrp="1"/>
          </p:cNvSpPr>
          <p:nvPr>
            <p:ph type="dt" sz="half" idx="10"/>
          </p:nvPr>
        </p:nvSpPr>
        <p:spPr/>
        <p:txBody>
          <a:bodyPr rtlCol="0"/>
          <a:lstStyle/>
          <a:p>
            <a:pPr rtl="0"/>
            <a:fld id="{1F72C4E0-D24B-4FEB-8047-4C0D0110F0CE}" type="datetime1">
              <a:rPr lang="es-ES" noProof="0" smtClean="0"/>
              <a:t>08/02/2025</a:t>
            </a:fld>
            <a:endParaRPr lang="es-ES" noProof="0" dirty="0"/>
          </a:p>
        </p:txBody>
      </p:sp>
      <p:sp>
        <p:nvSpPr>
          <p:cNvPr id="4" name="Marcador de pie de página 3">
            <a:extLst>
              <a:ext uri="{FF2B5EF4-FFF2-40B4-BE49-F238E27FC236}">
                <a16:creationId xmlns:a16="http://schemas.microsoft.com/office/drawing/2014/main" id="{25849874-9D9B-4597-B20D-33D6F58BCA32}"/>
              </a:ext>
            </a:extLst>
          </p:cNvPr>
          <p:cNvSpPr>
            <a:spLocks noGrp="1"/>
          </p:cNvSpPr>
          <p:nvPr>
            <p:ph type="ftr" sz="quarter" idx="11"/>
          </p:nvPr>
        </p:nvSpPr>
        <p:spPr/>
        <p:txBody>
          <a:bodyPr rtlCol="0"/>
          <a:lstStyle/>
          <a:p>
            <a:pPr rtl="0"/>
            <a:endParaRPr lang="es-ES" noProof="0" dirty="0"/>
          </a:p>
        </p:txBody>
      </p:sp>
      <p:sp>
        <p:nvSpPr>
          <p:cNvPr id="5" name="Marcador de posición de número de diapositiva 4">
            <a:extLst>
              <a:ext uri="{FF2B5EF4-FFF2-40B4-BE49-F238E27FC236}">
                <a16:creationId xmlns:a16="http://schemas.microsoft.com/office/drawing/2014/main" id="{5B35894C-9062-435A-9758-82ED9C6D787E}"/>
              </a:ext>
            </a:extLst>
          </p:cNvPr>
          <p:cNvSpPr>
            <a:spLocks noGrp="1"/>
          </p:cNvSpPr>
          <p:nvPr>
            <p:ph type="sldNum" sz="quarter" idx="12"/>
          </p:nvPr>
        </p:nvSpPr>
        <p:spPr/>
        <p:txBody>
          <a:bodyPr rtlCol="0"/>
          <a:lstStyle/>
          <a:p>
            <a:pPr rtl="0"/>
            <a:fld id="{ED6580AB-5C3C-4B4F-8E2A-8B7A0A8CE695}" type="slidenum">
              <a:rPr lang="es-ES" noProof="0" smtClean="0"/>
              <a:t>‹Nº›</a:t>
            </a:fld>
            <a:endParaRPr lang="es-ES" noProof="0" dirty="0"/>
          </a:p>
        </p:txBody>
      </p:sp>
    </p:spTree>
    <p:extLst>
      <p:ext uri="{BB962C8B-B14F-4D97-AF65-F5344CB8AC3E}">
        <p14:creationId xmlns:p14="http://schemas.microsoft.com/office/powerpoint/2010/main" val="268177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96A3F6AD-4D61-4238-AB7D-613625BFF81F}"/>
              </a:ext>
            </a:extLst>
          </p:cNvPr>
          <p:cNvSpPr>
            <a:spLocks noGrp="1"/>
          </p:cNvSpPr>
          <p:nvPr>
            <p:ph type="dt" sz="half" idx="10"/>
          </p:nvPr>
        </p:nvSpPr>
        <p:spPr/>
        <p:txBody>
          <a:bodyPr rtlCol="0"/>
          <a:lstStyle/>
          <a:p>
            <a:pPr rtl="0"/>
            <a:fld id="{AFCECD4F-F723-4DE4-AF10-E28D68B82B2D}" type="datetime1">
              <a:rPr lang="es-ES" noProof="0" smtClean="0"/>
              <a:t>08/02/2025</a:t>
            </a:fld>
            <a:endParaRPr lang="es-ES" noProof="0" dirty="0"/>
          </a:p>
        </p:txBody>
      </p:sp>
      <p:sp>
        <p:nvSpPr>
          <p:cNvPr id="3" name="Marcador de pie de página 2">
            <a:extLst>
              <a:ext uri="{FF2B5EF4-FFF2-40B4-BE49-F238E27FC236}">
                <a16:creationId xmlns:a16="http://schemas.microsoft.com/office/drawing/2014/main" id="{D8AACDC9-944D-47C6-B286-82C86AD94318}"/>
              </a:ext>
            </a:extLst>
          </p:cNvPr>
          <p:cNvSpPr>
            <a:spLocks noGrp="1"/>
          </p:cNvSpPr>
          <p:nvPr>
            <p:ph type="ftr" sz="quarter" idx="11"/>
          </p:nvPr>
        </p:nvSpPr>
        <p:spPr/>
        <p:txBody>
          <a:bodyPr rtlCol="0"/>
          <a:lstStyle/>
          <a:p>
            <a:pPr rtl="0"/>
            <a:endParaRPr lang="es-ES" noProof="0" dirty="0"/>
          </a:p>
        </p:txBody>
      </p:sp>
      <p:sp>
        <p:nvSpPr>
          <p:cNvPr id="4" name="Marcador de número de diapositiva 3">
            <a:extLst>
              <a:ext uri="{FF2B5EF4-FFF2-40B4-BE49-F238E27FC236}">
                <a16:creationId xmlns:a16="http://schemas.microsoft.com/office/drawing/2014/main" id="{E4EAAC43-3846-4080-B764-AB2DB308C58A}"/>
              </a:ext>
            </a:extLst>
          </p:cNvPr>
          <p:cNvSpPr>
            <a:spLocks noGrp="1"/>
          </p:cNvSpPr>
          <p:nvPr>
            <p:ph type="sldNum" sz="quarter" idx="12"/>
          </p:nvPr>
        </p:nvSpPr>
        <p:spPr/>
        <p:txBody>
          <a:bodyPr rtlCol="0"/>
          <a:lstStyle/>
          <a:p>
            <a:pPr rtl="0"/>
            <a:fld id="{ED6580AB-5C3C-4B4F-8E2A-8B7A0A8CE695}" type="slidenum">
              <a:rPr lang="es-ES" noProof="0" smtClean="0"/>
              <a:t>‹Nº›</a:t>
            </a:fld>
            <a:endParaRPr lang="es-ES" noProof="0" dirty="0"/>
          </a:p>
        </p:txBody>
      </p:sp>
    </p:spTree>
    <p:extLst>
      <p:ext uri="{BB962C8B-B14F-4D97-AF65-F5344CB8AC3E}">
        <p14:creationId xmlns:p14="http://schemas.microsoft.com/office/powerpoint/2010/main" val="28213701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6F4779-0336-4AFA-B9A7-259EE8BEC151}"/>
              </a:ext>
            </a:extLst>
          </p:cNvPr>
          <p:cNvSpPr>
            <a:spLocks noGrp="1"/>
          </p:cNvSpPr>
          <p:nvPr>
            <p:ph type="title"/>
          </p:nvPr>
        </p:nvSpPr>
        <p:spPr>
          <a:xfrm>
            <a:off x="839788" y="457200"/>
            <a:ext cx="3932237" cy="1600200"/>
          </a:xfrm>
        </p:spPr>
        <p:txBody>
          <a:bodyPr rtlCol="0" anchor="b"/>
          <a:lstStyle>
            <a:lvl1pPr>
              <a:defRPr sz="3200"/>
            </a:lvl1pPr>
          </a:lstStyle>
          <a:p>
            <a:pPr rtl="0"/>
            <a:r>
              <a:rPr lang="es-ES" noProof="0"/>
              <a:t>Haga clic para modificar el estilo de título del patrón</a:t>
            </a:r>
            <a:endParaRPr lang="es-ES" noProof="0" dirty="0"/>
          </a:p>
        </p:txBody>
      </p:sp>
      <p:sp>
        <p:nvSpPr>
          <p:cNvPr id="3" name="Marcador de posición de contenido 2">
            <a:extLst>
              <a:ext uri="{FF2B5EF4-FFF2-40B4-BE49-F238E27FC236}">
                <a16:creationId xmlns:a16="http://schemas.microsoft.com/office/drawing/2014/main" id="{DB82F449-DDC3-4694-81E5-91A4B8F433ED}"/>
              </a:ext>
            </a:extLst>
          </p:cNvPr>
          <p:cNvSpPr>
            <a:spLocks noGrp="1"/>
          </p:cNvSpPr>
          <p:nvPr>
            <p:ph idx="1"/>
          </p:nvPr>
        </p:nvSpPr>
        <p:spPr>
          <a:xfrm>
            <a:off x="5183188" y="987425"/>
            <a:ext cx="6172200" cy="4873625"/>
          </a:xfrm>
        </p:spPr>
        <p:txBody>
          <a:bodyPr rtlCol="0"/>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rtl="0"/>
            <a:r>
              <a:rPr lang="es-ES" noProof="0"/>
              <a:t>Haga clic para modificar el estilo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4" name="Marcador de posición de texto 3">
            <a:extLst>
              <a:ext uri="{FF2B5EF4-FFF2-40B4-BE49-F238E27FC236}">
                <a16:creationId xmlns:a16="http://schemas.microsoft.com/office/drawing/2014/main" id="{CF00A2C4-3B2E-46AC-9605-73F5B2CC1F56}"/>
              </a:ext>
            </a:extLst>
          </p:cNvPr>
          <p:cNvSpPr>
            <a:spLocks noGrp="1"/>
          </p:cNvSpPr>
          <p:nvPr>
            <p:ph type="body" sz="half" idx="2"/>
          </p:nvPr>
        </p:nvSpPr>
        <p:spPr>
          <a:xfrm>
            <a:off x="839788" y="2057400"/>
            <a:ext cx="3932237" cy="3811588"/>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ES" noProof="0"/>
              <a:t>Haga clic para modificar el estilo de texto del patrón</a:t>
            </a:r>
          </a:p>
        </p:txBody>
      </p:sp>
      <p:sp>
        <p:nvSpPr>
          <p:cNvPr id="5" name="Marcador de fecha 4">
            <a:extLst>
              <a:ext uri="{FF2B5EF4-FFF2-40B4-BE49-F238E27FC236}">
                <a16:creationId xmlns:a16="http://schemas.microsoft.com/office/drawing/2014/main" id="{46909769-F5A5-4635-BD0C-D6049DEB9632}"/>
              </a:ext>
            </a:extLst>
          </p:cNvPr>
          <p:cNvSpPr>
            <a:spLocks noGrp="1"/>
          </p:cNvSpPr>
          <p:nvPr>
            <p:ph type="dt" sz="half" idx="10"/>
          </p:nvPr>
        </p:nvSpPr>
        <p:spPr/>
        <p:txBody>
          <a:bodyPr rtlCol="0"/>
          <a:lstStyle/>
          <a:p>
            <a:pPr rtl="0"/>
            <a:fld id="{B6148780-B602-44CF-86FF-34AFCE04270A}" type="datetime1">
              <a:rPr lang="es-ES" noProof="0" smtClean="0"/>
              <a:t>08/02/2025</a:t>
            </a:fld>
            <a:endParaRPr lang="es-ES" noProof="0" dirty="0"/>
          </a:p>
        </p:txBody>
      </p:sp>
      <p:sp>
        <p:nvSpPr>
          <p:cNvPr id="6" name="Marcador de pie de página 5">
            <a:extLst>
              <a:ext uri="{FF2B5EF4-FFF2-40B4-BE49-F238E27FC236}">
                <a16:creationId xmlns:a16="http://schemas.microsoft.com/office/drawing/2014/main" id="{F9252DC3-D3D7-446F-A866-D7820B7BF876}"/>
              </a:ext>
            </a:extLst>
          </p:cNvPr>
          <p:cNvSpPr>
            <a:spLocks noGrp="1"/>
          </p:cNvSpPr>
          <p:nvPr>
            <p:ph type="ftr" sz="quarter" idx="11"/>
          </p:nvPr>
        </p:nvSpPr>
        <p:spPr/>
        <p:txBody>
          <a:bodyPr rtlCol="0"/>
          <a:lstStyle/>
          <a:p>
            <a:pPr rtl="0"/>
            <a:endParaRPr lang="es-ES" noProof="0" dirty="0"/>
          </a:p>
        </p:txBody>
      </p:sp>
      <p:sp>
        <p:nvSpPr>
          <p:cNvPr id="7" name="Marcador de posición de número de diapositiva 6">
            <a:extLst>
              <a:ext uri="{FF2B5EF4-FFF2-40B4-BE49-F238E27FC236}">
                <a16:creationId xmlns:a16="http://schemas.microsoft.com/office/drawing/2014/main" id="{471CDB00-5218-4567-902B-845073BE8753}"/>
              </a:ext>
            </a:extLst>
          </p:cNvPr>
          <p:cNvSpPr>
            <a:spLocks noGrp="1"/>
          </p:cNvSpPr>
          <p:nvPr>
            <p:ph type="sldNum" sz="quarter" idx="12"/>
          </p:nvPr>
        </p:nvSpPr>
        <p:spPr/>
        <p:txBody>
          <a:bodyPr rtlCol="0"/>
          <a:lstStyle/>
          <a:p>
            <a:pPr rtl="0"/>
            <a:fld id="{ED6580AB-5C3C-4B4F-8E2A-8B7A0A8CE695}" type="slidenum">
              <a:rPr lang="es-ES" noProof="0" smtClean="0"/>
              <a:t>‹Nº›</a:t>
            </a:fld>
            <a:endParaRPr lang="es-ES" noProof="0" dirty="0"/>
          </a:p>
        </p:txBody>
      </p:sp>
    </p:spTree>
    <p:extLst>
      <p:ext uri="{BB962C8B-B14F-4D97-AF65-F5344CB8AC3E}">
        <p14:creationId xmlns:p14="http://schemas.microsoft.com/office/powerpoint/2010/main" val="17761285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ley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F661E4-9FF7-494B-A1C9-C9A1DD7052F7}"/>
              </a:ext>
            </a:extLst>
          </p:cNvPr>
          <p:cNvSpPr>
            <a:spLocks noGrp="1"/>
          </p:cNvSpPr>
          <p:nvPr>
            <p:ph type="title"/>
          </p:nvPr>
        </p:nvSpPr>
        <p:spPr>
          <a:xfrm>
            <a:off x="839788" y="457200"/>
            <a:ext cx="3932237" cy="1600200"/>
          </a:xfrm>
        </p:spPr>
        <p:txBody>
          <a:bodyPr rtlCol="0" anchor="b"/>
          <a:lstStyle>
            <a:lvl1pPr>
              <a:defRPr sz="3200"/>
            </a:lvl1pPr>
          </a:lstStyle>
          <a:p>
            <a:pPr rtl="0"/>
            <a:r>
              <a:rPr lang="es-ES" noProof="0"/>
              <a:t>Haga clic para modificar el estilo de título del patrón</a:t>
            </a:r>
            <a:endParaRPr lang="es-ES" noProof="0" dirty="0"/>
          </a:p>
        </p:txBody>
      </p:sp>
      <p:sp>
        <p:nvSpPr>
          <p:cNvPr id="3" name="Marcador de posición de imagen 2">
            <a:extLst>
              <a:ext uri="{FF2B5EF4-FFF2-40B4-BE49-F238E27FC236}">
                <a16:creationId xmlns:a16="http://schemas.microsoft.com/office/drawing/2014/main" id="{5D245657-DA21-4769-84F8-88DC644508E0}"/>
              </a:ext>
            </a:extLst>
          </p:cNvPr>
          <p:cNvSpPr>
            <a:spLocks noGrp="1"/>
          </p:cNvSpPr>
          <p:nvPr>
            <p:ph type="pic" idx="1"/>
          </p:nvPr>
        </p:nvSpPr>
        <p:spPr>
          <a:xfrm>
            <a:off x="5183188" y="987425"/>
            <a:ext cx="6172200" cy="4873625"/>
          </a:xfrm>
        </p:spPr>
        <p:txBody>
          <a:bodyPr rtlCol="0"/>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s-ES" noProof="0"/>
              <a:t>Haga clic en el icono para agregar una imagen</a:t>
            </a:r>
            <a:endParaRPr lang="es-ES" noProof="0" dirty="0"/>
          </a:p>
        </p:txBody>
      </p:sp>
      <p:sp>
        <p:nvSpPr>
          <p:cNvPr id="4" name="Marcador de posición de texto 3">
            <a:extLst>
              <a:ext uri="{FF2B5EF4-FFF2-40B4-BE49-F238E27FC236}">
                <a16:creationId xmlns:a16="http://schemas.microsoft.com/office/drawing/2014/main" id="{A167B310-6692-4981-9CB8-FE79A091FF56}"/>
              </a:ext>
            </a:extLst>
          </p:cNvPr>
          <p:cNvSpPr>
            <a:spLocks noGrp="1"/>
          </p:cNvSpPr>
          <p:nvPr>
            <p:ph type="body" sz="half" idx="2"/>
          </p:nvPr>
        </p:nvSpPr>
        <p:spPr>
          <a:xfrm>
            <a:off x="839788" y="2057400"/>
            <a:ext cx="3932237" cy="3811588"/>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ES" noProof="0"/>
              <a:t>Haga clic para modificar el estilo de texto del patrón</a:t>
            </a:r>
          </a:p>
        </p:txBody>
      </p:sp>
      <p:sp>
        <p:nvSpPr>
          <p:cNvPr id="5" name="Marcador de fecha 4">
            <a:extLst>
              <a:ext uri="{FF2B5EF4-FFF2-40B4-BE49-F238E27FC236}">
                <a16:creationId xmlns:a16="http://schemas.microsoft.com/office/drawing/2014/main" id="{E7DA2C9E-A9AD-4BB9-A691-90BB84F58CE9}"/>
              </a:ext>
            </a:extLst>
          </p:cNvPr>
          <p:cNvSpPr>
            <a:spLocks noGrp="1"/>
          </p:cNvSpPr>
          <p:nvPr>
            <p:ph type="dt" sz="half" idx="10"/>
          </p:nvPr>
        </p:nvSpPr>
        <p:spPr/>
        <p:txBody>
          <a:bodyPr rtlCol="0"/>
          <a:lstStyle/>
          <a:p>
            <a:pPr rtl="0"/>
            <a:fld id="{2CF502F7-479D-448B-8DD6-F7BE5FAA2482}" type="datetime1">
              <a:rPr lang="es-ES" noProof="0" smtClean="0"/>
              <a:t>08/02/2025</a:t>
            </a:fld>
            <a:endParaRPr lang="es-ES" noProof="0" dirty="0"/>
          </a:p>
        </p:txBody>
      </p:sp>
      <p:sp>
        <p:nvSpPr>
          <p:cNvPr id="6" name="Marcador de pie de página 5">
            <a:extLst>
              <a:ext uri="{FF2B5EF4-FFF2-40B4-BE49-F238E27FC236}">
                <a16:creationId xmlns:a16="http://schemas.microsoft.com/office/drawing/2014/main" id="{F4B3D45D-C826-4846-BBFC-A0D98B7E7A2C}"/>
              </a:ext>
            </a:extLst>
          </p:cNvPr>
          <p:cNvSpPr>
            <a:spLocks noGrp="1"/>
          </p:cNvSpPr>
          <p:nvPr>
            <p:ph type="ftr" sz="quarter" idx="11"/>
          </p:nvPr>
        </p:nvSpPr>
        <p:spPr/>
        <p:txBody>
          <a:bodyPr rtlCol="0"/>
          <a:lstStyle/>
          <a:p>
            <a:pPr rtl="0"/>
            <a:endParaRPr lang="es-ES" noProof="0" dirty="0"/>
          </a:p>
        </p:txBody>
      </p:sp>
      <p:sp>
        <p:nvSpPr>
          <p:cNvPr id="7" name="Marcador de posición de número de diapositiva 6">
            <a:extLst>
              <a:ext uri="{FF2B5EF4-FFF2-40B4-BE49-F238E27FC236}">
                <a16:creationId xmlns:a16="http://schemas.microsoft.com/office/drawing/2014/main" id="{93516961-40DC-443E-9DB8-3A987DF499A9}"/>
              </a:ext>
            </a:extLst>
          </p:cNvPr>
          <p:cNvSpPr>
            <a:spLocks noGrp="1"/>
          </p:cNvSpPr>
          <p:nvPr>
            <p:ph type="sldNum" sz="quarter" idx="12"/>
          </p:nvPr>
        </p:nvSpPr>
        <p:spPr/>
        <p:txBody>
          <a:bodyPr rtlCol="0"/>
          <a:lstStyle/>
          <a:p>
            <a:pPr rtl="0"/>
            <a:fld id="{ED6580AB-5C3C-4B4F-8E2A-8B7A0A8CE695}" type="slidenum">
              <a:rPr lang="es-ES" noProof="0" smtClean="0"/>
              <a:t>‹Nº›</a:t>
            </a:fld>
            <a:endParaRPr lang="es-ES" noProof="0" dirty="0"/>
          </a:p>
        </p:txBody>
      </p:sp>
    </p:spTree>
    <p:extLst>
      <p:ext uri="{BB962C8B-B14F-4D97-AF65-F5344CB8AC3E}">
        <p14:creationId xmlns:p14="http://schemas.microsoft.com/office/powerpoint/2010/main" val="26313338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081C24-32F4-4208-B651-CDCBFCD0312A}"/>
              </a:ext>
            </a:extLst>
          </p:cNvPr>
          <p:cNvSpPr>
            <a:spLocks noGrp="1"/>
          </p:cNvSpPr>
          <p:nvPr>
            <p:ph type="title"/>
          </p:nvPr>
        </p:nvSpPr>
        <p:spPr/>
        <p:txBody>
          <a:bodyPr rtlCol="0"/>
          <a:lstStyle/>
          <a:p>
            <a:pPr rtl="0"/>
            <a:r>
              <a:rPr lang="es-ES" noProof="0"/>
              <a:t>Haga clic para modificar el estilo de título del patrón</a:t>
            </a:r>
            <a:endParaRPr lang="es-ES" noProof="0" dirty="0"/>
          </a:p>
        </p:txBody>
      </p:sp>
      <p:sp>
        <p:nvSpPr>
          <p:cNvPr id="3" name="Marcador de posición de texto vertical 2">
            <a:extLst>
              <a:ext uri="{FF2B5EF4-FFF2-40B4-BE49-F238E27FC236}">
                <a16:creationId xmlns:a16="http://schemas.microsoft.com/office/drawing/2014/main" id="{48B74779-B577-461F-A409-71F6A5A11A01}"/>
              </a:ext>
            </a:extLst>
          </p:cNvPr>
          <p:cNvSpPr>
            <a:spLocks noGrp="1"/>
          </p:cNvSpPr>
          <p:nvPr>
            <p:ph type="body" orient="vert" idx="1"/>
          </p:nvPr>
        </p:nvSpPr>
        <p:spPr/>
        <p:txBody>
          <a:bodyPr vert="eaVert" rtlCol="0"/>
          <a:lstStyle/>
          <a:p>
            <a:pPr lvl="0" rtl="0"/>
            <a:r>
              <a:rPr lang="es-ES" noProof="0"/>
              <a:t>Haga clic para modificar el estilo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4" name="Marcador de fecha 3">
            <a:extLst>
              <a:ext uri="{FF2B5EF4-FFF2-40B4-BE49-F238E27FC236}">
                <a16:creationId xmlns:a16="http://schemas.microsoft.com/office/drawing/2014/main" id="{89B044BD-4FA0-432C-95D7-517D2DE8C4B6}"/>
              </a:ext>
            </a:extLst>
          </p:cNvPr>
          <p:cNvSpPr>
            <a:spLocks noGrp="1"/>
          </p:cNvSpPr>
          <p:nvPr>
            <p:ph type="dt" sz="half" idx="10"/>
          </p:nvPr>
        </p:nvSpPr>
        <p:spPr/>
        <p:txBody>
          <a:bodyPr rtlCol="0"/>
          <a:lstStyle/>
          <a:p>
            <a:pPr rtl="0"/>
            <a:fld id="{29DCB996-CD22-4BBC-9BD8-D422A4A670AF}" type="datetime1">
              <a:rPr lang="es-ES" noProof="0" smtClean="0"/>
              <a:t>08/02/2025</a:t>
            </a:fld>
            <a:endParaRPr lang="es-ES" noProof="0" dirty="0"/>
          </a:p>
        </p:txBody>
      </p:sp>
      <p:sp>
        <p:nvSpPr>
          <p:cNvPr id="5" name="Marcador de pie de página 4">
            <a:extLst>
              <a:ext uri="{FF2B5EF4-FFF2-40B4-BE49-F238E27FC236}">
                <a16:creationId xmlns:a16="http://schemas.microsoft.com/office/drawing/2014/main" id="{AD17F283-FE61-4C9A-9E39-74D429C582C2}"/>
              </a:ext>
            </a:extLst>
          </p:cNvPr>
          <p:cNvSpPr>
            <a:spLocks noGrp="1"/>
          </p:cNvSpPr>
          <p:nvPr>
            <p:ph type="ftr" sz="quarter" idx="11"/>
          </p:nvPr>
        </p:nvSpPr>
        <p:spPr/>
        <p:txBody>
          <a:bodyPr rtlCol="0"/>
          <a:lstStyle/>
          <a:p>
            <a:pPr rtl="0"/>
            <a:endParaRPr lang="es-ES" noProof="0" dirty="0"/>
          </a:p>
        </p:txBody>
      </p:sp>
      <p:sp>
        <p:nvSpPr>
          <p:cNvPr id="6" name="Marcador de posición de número de diapositiva 5">
            <a:extLst>
              <a:ext uri="{FF2B5EF4-FFF2-40B4-BE49-F238E27FC236}">
                <a16:creationId xmlns:a16="http://schemas.microsoft.com/office/drawing/2014/main" id="{69F9B807-6FE9-4E47-846B-BCB39B7AE2D5}"/>
              </a:ext>
            </a:extLst>
          </p:cNvPr>
          <p:cNvSpPr>
            <a:spLocks noGrp="1"/>
          </p:cNvSpPr>
          <p:nvPr>
            <p:ph type="sldNum" sz="quarter" idx="12"/>
          </p:nvPr>
        </p:nvSpPr>
        <p:spPr/>
        <p:txBody>
          <a:bodyPr rtlCol="0"/>
          <a:lstStyle/>
          <a:p>
            <a:pPr rtl="0"/>
            <a:fld id="{ED6580AB-5C3C-4B4F-8E2A-8B7A0A8CE695}" type="slidenum">
              <a:rPr lang="es-ES" noProof="0" smtClean="0"/>
              <a:t>‹Nº›</a:t>
            </a:fld>
            <a:endParaRPr lang="es-ES" noProof="0" dirty="0"/>
          </a:p>
        </p:txBody>
      </p:sp>
    </p:spTree>
    <p:extLst>
      <p:ext uri="{BB962C8B-B14F-4D97-AF65-F5344CB8AC3E}">
        <p14:creationId xmlns:p14="http://schemas.microsoft.com/office/powerpoint/2010/main" val="31039855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D42594DD-FFD4-4AA9-BCDA-0BA87C146391}"/>
              </a:ext>
            </a:extLst>
          </p:cNvPr>
          <p:cNvSpPr>
            <a:spLocks noGrp="1"/>
          </p:cNvSpPr>
          <p:nvPr>
            <p:ph type="title" orient="vert"/>
          </p:nvPr>
        </p:nvSpPr>
        <p:spPr>
          <a:xfrm>
            <a:off x="8724900" y="365125"/>
            <a:ext cx="2628900" cy="5811838"/>
          </a:xfrm>
        </p:spPr>
        <p:txBody>
          <a:bodyPr vert="eaVert" rtlCol="0"/>
          <a:lstStyle/>
          <a:p>
            <a:pPr rtl="0"/>
            <a:r>
              <a:rPr lang="es-ES" noProof="0"/>
              <a:t>Haga clic para modificar el estilo de título del patrón</a:t>
            </a:r>
            <a:endParaRPr lang="es-ES" noProof="0" dirty="0"/>
          </a:p>
        </p:txBody>
      </p:sp>
      <p:sp>
        <p:nvSpPr>
          <p:cNvPr id="3" name="Marcador de posición de texto vertical 2">
            <a:extLst>
              <a:ext uri="{FF2B5EF4-FFF2-40B4-BE49-F238E27FC236}">
                <a16:creationId xmlns:a16="http://schemas.microsoft.com/office/drawing/2014/main" id="{B79C2B6E-24EB-42CE-8B4D-3178D08C7EB8}"/>
              </a:ext>
            </a:extLst>
          </p:cNvPr>
          <p:cNvSpPr>
            <a:spLocks noGrp="1"/>
          </p:cNvSpPr>
          <p:nvPr>
            <p:ph type="body" orient="vert" idx="1"/>
          </p:nvPr>
        </p:nvSpPr>
        <p:spPr>
          <a:xfrm>
            <a:off x="838200" y="365125"/>
            <a:ext cx="7734300" cy="5811838"/>
          </a:xfrm>
        </p:spPr>
        <p:txBody>
          <a:bodyPr vert="eaVert" rtlCol="0"/>
          <a:lstStyle/>
          <a:p>
            <a:pPr lvl="0" rtl="0"/>
            <a:r>
              <a:rPr lang="es-ES" noProof="0"/>
              <a:t>Haga clic para modificar el estilo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4" name="Marcador de fecha 3">
            <a:extLst>
              <a:ext uri="{FF2B5EF4-FFF2-40B4-BE49-F238E27FC236}">
                <a16:creationId xmlns:a16="http://schemas.microsoft.com/office/drawing/2014/main" id="{34C92C56-63F3-4246-AAEE-2FBC89E80248}"/>
              </a:ext>
            </a:extLst>
          </p:cNvPr>
          <p:cNvSpPr>
            <a:spLocks noGrp="1"/>
          </p:cNvSpPr>
          <p:nvPr>
            <p:ph type="dt" sz="half" idx="10"/>
          </p:nvPr>
        </p:nvSpPr>
        <p:spPr/>
        <p:txBody>
          <a:bodyPr rtlCol="0"/>
          <a:lstStyle/>
          <a:p>
            <a:pPr rtl="0"/>
            <a:fld id="{DE769469-E73C-4D84-894B-33B71544AD78}" type="datetime1">
              <a:rPr lang="es-ES" noProof="0" smtClean="0"/>
              <a:t>08/02/2025</a:t>
            </a:fld>
            <a:endParaRPr lang="es-ES" noProof="0" dirty="0"/>
          </a:p>
        </p:txBody>
      </p:sp>
      <p:sp>
        <p:nvSpPr>
          <p:cNvPr id="5" name="Marcador de pie de página 4">
            <a:extLst>
              <a:ext uri="{FF2B5EF4-FFF2-40B4-BE49-F238E27FC236}">
                <a16:creationId xmlns:a16="http://schemas.microsoft.com/office/drawing/2014/main" id="{35C10319-C816-40EC-B1D0-FD9748E41D78}"/>
              </a:ext>
            </a:extLst>
          </p:cNvPr>
          <p:cNvSpPr>
            <a:spLocks noGrp="1"/>
          </p:cNvSpPr>
          <p:nvPr>
            <p:ph type="ftr" sz="quarter" idx="11"/>
          </p:nvPr>
        </p:nvSpPr>
        <p:spPr/>
        <p:txBody>
          <a:bodyPr rtlCol="0"/>
          <a:lstStyle/>
          <a:p>
            <a:pPr rtl="0"/>
            <a:endParaRPr lang="es-ES" noProof="0" dirty="0"/>
          </a:p>
        </p:txBody>
      </p:sp>
      <p:sp>
        <p:nvSpPr>
          <p:cNvPr id="6" name="Marcador de posición de número de diapositiva 5">
            <a:extLst>
              <a:ext uri="{FF2B5EF4-FFF2-40B4-BE49-F238E27FC236}">
                <a16:creationId xmlns:a16="http://schemas.microsoft.com/office/drawing/2014/main" id="{3854E9AB-6952-407A-9F06-2EB917172FBD}"/>
              </a:ext>
            </a:extLst>
          </p:cNvPr>
          <p:cNvSpPr>
            <a:spLocks noGrp="1"/>
          </p:cNvSpPr>
          <p:nvPr>
            <p:ph type="sldNum" sz="quarter" idx="12"/>
          </p:nvPr>
        </p:nvSpPr>
        <p:spPr/>
        <p:txBody>
          <a:bodyPr rtlCol="0"/>
          <a:lstStyle/>
          <a:p>
            <a:pPr rtl="0"/>
            <a:fld id="{ED6580AB-5C3C-4B4F-8E2A-8B7A0A8CE695}" type="slidenum">
              <a:rPr lang="es-ES" noProof="0" smtClean="0"/>
              <a:t>‹Nº›</a:t>
            </a:fld>
            <a:endParaRPr lang="es-ES" noProof="0" dirty="0"/>
          </a:p>
        </p:txBody>
      </p:sp>
    </p:spTree>
    <p:extLst>
      <p:ext uri="{BB962C8B-B14F-4D97-AF65-F5344CB8AC3E}">
        <p14:creationId xmlns:p14="http://schemas.microsoft.com/office/powerpoint/2010/main" val="3603716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0" y="0"/>
            <a:ext cx="12192000" cy="6858000"/>
          </a:xfrm>
          <a:prstGeom prst="rect">
            <a:avLst/>
          </a:prstGeom>
          <a:solidFill>
            <a:schemeClr val="bg1">
              <a:lumMod val="95000"/>
            </a:schemeClr>
          </a:solidFill>
        </p:spPr>
        <p:txBody>
          <a:bodyPr/>
          <a:lstStyle/>
          <a:p>
            <a:pPr lvl="0"/>
            <a:endParaRPr lang="en-US" noProof="0"/>
          </a:p>
        </p:txBody>
      </p:sp>
    </p:spTree>
    <p:extLst>
      <p:ext uri="{BB962C8B-B14F-4D97-AF65-F5344CB8AC3E}">
        <p14:creationId xmlns:p14="http://schemas.microsoft.com/office/powerpoint/2010/main" val="24601209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título 1">
            <a:extLst>
              <a:ext uri="{FF2B5EF4-FFF2-40B4-BE49-F238E27FC236}">
                <a16:creationId xmlns:a16="http://schemas.microsoft.com/office/drawing/2014/main" id="{CE341CFC-63B9-4A19-A8AB-62B9E452AE5E}"/>
              </a:ext>
            </a:extLst>
          </p:cNvPr>
          <p:cNvSpPr>
            <a:spLocks noGrp="1"/>
          </p:cNvSpPr>
          <p:nvPr>
            <p:ph type="title"/>
          </p:nvPr>
        </p:nvSpPr>
        <p:spPr>
          <a:xfrm>
            <a:off x="838200" y="365125"/>
            <a:ext cx="10515600" cy="1325563"/>
          </a:xfrm>
          <a:prstGeom prst="rect">
            <a:avLst/>
          </a:prstGeom>
        </p:spPr>
        <p:txBody>
          <a:bodyPr vert="horz" lIns="0" tIns="0" rIns="0" bIns="0" rtlCol="0" anchor="ctr">
            <a:normAutofit/>
          </a:bodyPr>
          <a:lstStyle/>
          <a:p>
            <a:pPr rtl="0"/>
            <a:r>
              <a:rPr lang="es-ES" noProof="0" dirty="0"/>
              <a:t>Haga clic para modificar el estilo de título del patrón</a:t>
            </a:r>
          </a:p>
        </p:txBody>
      </p:sp>
      <p:sp>
        <p:nvSpPr>
          <p:cNvPr id="3" name="Marcador de posición de texto 2">
            <a:extLst>
              <a:ext uri="{FF2B5EF4-FFF2-40B4-BE49-F238E27FC236}">
                <a16:creationId xmlns:a16="http://schemas.microsoft.com/office/drawing/2014/main" id="{115A838B-134E-40B6-A7E3-1119BB8BF5BD}"/>
              </a:ext>
            </a:extLst>
          </p:cNvPr>
          <p:cNvSpPr>
            <a:spLocks noGrp="1"/>
          </p:cNvSpPr>
          <p:nvPr>
            <p:ph type="body" idx="1"/>
          </p:nvPr>
        </p:nvSpPr>
        <p:spPr>
          <a:xfrm>
            <a:off x="838200" y="1825625"/>
            <a:ext cx="10515600" cy="4351338"/>
          </a:xfrm>
          <a:prstGeom prst="rect">
            <a:avLst/>
          </a:prstGeom>
        </p:spPr>
        <p:txBody>
          <a:bodyPr vert="horz" lIns="0" tIns="0" rIns="0" bIns="0" rtlCol="0">
            <a:normAutofit/>
          </a:bodyPr>
          <a:lstStyle/>
          <a:p>
            <a:pPr lvl="0" rtl="0"/>
            <a:r>
              <a:rPr lang="es-ES" noProof="0" dirty="0"/>
              <a:t>Editar estilos de texto del patrón</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4" name="Marcador de fecha 3">
            <a:extLst>
              <a:ext uri="{FF2B5EF4-FFF2-40B4-BE49-F238E27FC236}">
                <a16:creationId xmlns:a16="http://schemas.microsoft.com/office/drawing/2014/main" id="{3E8943BB-9EAD-4CBC-9CA2-75F70C6B58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rtl="0"/>
            <a:fld id="{A1B3EB86-27BA-4D1C-9385-C80361276849}" type="datetime1">
              <a:rPr lang="es-ES" noProof="0" smtClean="0"/>
              <a:t>08/02/2025</a:t>
            </a:fld>
            <a:endParaRPr lang="es-ES" noProof="0" dirty="0"/>
          </a:p>
        </p:txBody>
      </p:sp>
      <p:sp>
        <p:nvSpPr>
          <p:cNvPr id="5" name="Marcador de pie de página 4">
            <a:extLst>
              <a:ext uri="{FF2B5EF4-FFF2-40B4-BE49-F238E27FC236}">
                <a16:creationId xmlns:a16="http://schemas.microsoft.com/office/drawing/2014/main" id="{F204E537-5CBA-4B86-9D30-577B9F741E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rtl="0"/>
            <a:endParaRPr lang="es-ES" noProof="0" dirty="0"/>
          </a:p>
        </p:txBody>
      </p:sp>
      <p:sp>
        <p:nvSpPr>
          <p:cNvPr id="6" name="Marcador de posición de número de diapositiva 5">
            <a:extLst>
              <a:ext uri="{FF2B5EF4-FFF2-40B4-BE49-F238E27FC236}">
                <a16:creationId xmlns:a16="http://schemas.microsoft.com/office/drawing/2014/main" id="{66E79E72-0F12-4646-BCDF-4C9EAA89C26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rtl="0"/>
            <a:fld id="{ED6580AB-5C3C-4B4F-8E2A-8B7A0A8CE695}" type="slidenum">
              <a:rPr lang="es-ES" noProof="0" smtClean="0"/>
              <a:t>‹Nº›</a:t>
            </a:fld>
            <a:endParaRPr lang="es-ES" noProof="0" dirty="0"/>
          </a:p>
        </p:txBody>
      </p:sp>
    </p:spTree>
    <p:extLst>
      <p:ext uri="{BB962C8B-B14F-4D97-AF65-F5344CB8AC3E}">
        <p14:creationId xmlns:p14="http://schemas.microsoft.com/office/powerpoint/2010/main" val="5543780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Freeform 16">
            <a:extLst>
              <a:ext uri="{FF2B5EF4-FFF2-40B4-BE49-F238E27FC236}">
                <a16:creationId xmlns:a16="http://schemas.microsoft.com/office/drawing/2014/main" id="{3DC1CF96-8B3D-42D1-ACF5-9563B8779B45}"/>
              </a:ext>
            </a:extLst>
          </p:cNvPr>
          <p:cNvSpPr/>
          <p:nvPr/>
        </p:nvSpPr>
        <p:spPr>
          <a:xfrm flipV="1">
            <a:off x="9756775" y="0"/>
            <a:ext cx="881063" cy="660400"/>
          </a:xfrm>
          <a:custGeom>
            <a:avLst/>
            <a:gdLst>
              <a:gd name="connsiteX0" fmla="*/ 2284086 w 4568170"/>
              <a:gd name="connsiteY0" fmla="*/ 1142042 h 3429000"/>
              <a:gd name="connsiteX1" fmla="*/ 1142043 w 4568170"/>
              <a:gd name="connsiteY1" fmla="*/ 2284085 h 3429000"/>
              <a:gd name="connsiteX2" fmla="*/ 2284086 w 4568170"/>
              <a:gd name="connsiteY2" fmla="*/ 3426128 h 3429000"/>
              <a:gd name="connsiteX3" fmla="*/ 3426129 w 4568170"/>
              <a:gd name="connsiteY3" fmla="*/ 2284085 h 3429000"/>
              <a:gd name="connsiteX4" fmla="*/ 2284086 w 4568170"/>
              <a:gd name="connsiteY4" fmla="*/ 1142042 h 3429000"/>
              <a:gd name="connsiteX5" fmla="*/ 2284085 w 4568170"/>
              <a:gd name="connsiteY5" fmla="*/ 0 h 3429000"/>
              <a:gd name="connsiteX6" fmla="*/ 4568170 w 4568170"/>
              <a:gd name="connsiteY6" fmla="*/ 2284085 h 3429000"/>
              <a:gd name="connsiteX7" fmla="*/ 4292493 w 4568170"/>
              <a:gd name="connsiteY7" fmla="*/ 3372816 h 3429000"/>
              <a:gd name="connsiteX8" fmla="*/ 4258360 w 4568170"/>
              <a:gd name="connsiteY8" fmla="*/ 3429000 h 3429000"/>
              <a:gd name="connsiteX9" fmla="*/ 309810 w 4568170"/>
              <a:gd name="connsiteY9" fmla="*/ 3429000 h 3429000"/>
              <a:gd name="connsiteX10" fmla="*/ 275677 w 4568170"/>
              <a:gd name="connsiteY10" fmla="*/ 3372816 h 3429000"/>
              <a:gd name="connsiteX11" fmla="*/ 0 w 4568170"/>
              <a:gd name="connsiteY11" fmla="*/ 2284085 h 3429000"/>
              <a:gd name="connsiteX12" fmla="*/ 2284085 w 4568170"/>
              <a:gd name="connsiteY12" fmla="*/ 0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68170" h="3429000">
                <a:moveTo>
                  <a:pt x="2284086" y="1142042"/>
                </a:moveTo>
                <a:cubicBezTo>
                  <a:pt x="1653353" y="1142042"/>
                  <a:pt x="1142043" y="1653352"/>
                  <a:pt x="1142043" y="2284085"/>
                </a:cubicBezTo>
                <a:cubicBezTo>
                  <a:pt x="1142043" y="2914818"/>
                  <a:pt x="1653353" y="3426128"/>
                  <a:pt x="2284086" y="3426128"/>
                </a:cubicBezTo>
                <a:cubicBezTo>
                  <a:pt x="2914819" y="3426128"/>
                  <a:pt x="3426129" y="2914818"/>
                  <a:pt x="3426129" y="2284085"/>
                </a:cubicBezTo>
                <a:cubicBezTo>
                  <a:pt x="3426129" y="1653352"/>
                  <a:pt x="2914819" y="1142042"/>
                  <a:pt x="2284086" y="1142042"/>
                </a:cubicBezTo>
                <a:close/>
                <a:moveTo>
                  <a:pt x="2284085" y="0"/>
                </a:moveTo>
                <a:cubicBezTo>
                  <a:pt x="3545550" y="0"/>
                  <a:pt x="4568170" y="1022620"/>
                  <a:pt x="4568170" y="2284085"/>
                </a:cubicBezTo>
                <a:cubicBezTo>
                  <a:pt x="4568170" y="2678293"/>
                  <a:pt x="4468305" y="3049176"/>
                  <a:pt x="4292493" y="3372816"/>
                </a:cubicBezTo>
                <a:lnTo>
                  <a:pt x="4258360" y="3429000"/>
                </a:lnTo>
                <a:lnTo>
                  <a:pt x="309810" y="3429000"/>
                </a:lnTo>
                <a:lnTo>
                  <a:pt x="275677" y="3372816"/>
                </a:lnTo>
                <a:cubicBezTo>
                  <a:pt x="99865" y="3049176"/>
                  <a:pt x="0" y="2678293"/>
                  <a:pt x="0" y="2284085"/>
                </a:cubicBezTo>
                <a:cubicBezTo>
                  <a:pt x="0" y="1022620"/>
                  <a:pt x="1022620" y="0"/>
                  <a:pt x="2284085" y="0"/>
                </a:cubicBezTo>
                <a:close/>
              </a:path>
            </a:pathLst>
          </a:custGeom>
          <a:solidFill>
            <a:srgbClr val="00B0F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6" name="Marcador de posición de imagen 5" descr="Interfaz de usuario gráfica&#10;&#10;Descripción generada automáticamente">
            <a:extLst>
              <a:ext uri="{FF2B5EF4-FFF2-40B4-BE49-F238E27FC236}">
                <a16:creationId xmlns:a16="http://schemas.microsoft.com/office/drawing/2014/main" id="{5A3511D0-9C17-49D6-BDB7-D92B05432284}"/>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a:stretch>
            <a:fillRect/>
          </a:stretch>
        </p:blipFill>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1"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up)">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 descr="Esta imagen es una forma decorativa abstracta. ">
            <a:extLst>
              <a:ext uri="{FF2B5EF4-FFF2-40B4-BE49-F238E27FC236}">
                <a16:creationId xmlns:a16="http://schemas.microsoft.com/office/drawing/2014/main" id="{8E504344-8563-476C-9EF9-4200B272FDC1}"/>
              </a:ext>
            </a:extLst>
          </p:cNvPr>
          <p:cNvGrpSpPr/>
          <p:nvPr/>
        </p:nvGrpSpPr>
        <p:grpSpPr>
          <a:xfrm>
            <a:off x="4855953" y="-2833465"/>
            <a:ext cx="8948964" cy="12105059"/>
            <a:chOff x="4855953" y="-2833465"/>
            <a:chExt cx="8948964" cy="12105059"/>
          </a:xfrm>
        </p:grpSpPr>
        <p:sp>
          <p:nvSpPr>
            <p:cNvPr id="18" name="Forma libre 10">
              <a:extLst>
                <a:ext uri="{FF2B5EF4-FFF2-40B4-BE49-F238E27FC236}">
                  <a16:creationId xmlns:a16="http://schemas.microsoft.com/office/drawing/2014/main" id="{73D22BE5-D5D5-4BF2-A935-5C4AB588B458}"/>
                </a:ext>
              </a:extLst>
            </p:cNvPr>
            <p:cNvSpPr>
              <a:spLocks/>
            </p:cNvSpPr>
            <p:nvPr/>
          </p:nvSpPr>
          <p:spPr bwMode="auto">
            <a:xfrm rot="9420272">
              <a:off x="4855953" y="-2246936"/>
              <a:ext cx="8673602" cy="11518530"/>
            </a:xfrm>
            <a:custGeom>
              <a:avLst/>
              <a:gdLst>
                <a:gd name="T0" fmla="*/ 1166 w 2492"/>
                <a:gd name="T1" fmla="*/ 2419 h 3315"/>
                <a:gd name="T2" fmla="*/ 243 w 2492"/>
                <a:gd name="T3" fmla="*/ 912 h 3315"/>
                <a:gd name="T4" fmla="*/ 449 w 2492"/>
                <a:gd name="T5" fmla="*/ 15 h 3315"/>
                <a:gd name="T6" fmla="*/ 766 w 2492"/>
                <a:gd name="T7" fmla="*/ 302 h 3315"/>
                <a:gd name="T8" fmla="*/ 1651 w 2492"/>
                <a:gd name="T9" fmla="*/ 481 h 3315"/>
                <a:gd name="T10" fmla="*/ 2239 w 2492"/>
                <a:gd name="T11" fmla="*/ 1238 h 3315"/>
                <a:gd name="T12" fmla="*/ 2186 w 2492"/>
                <a:gd name="T13" fmla="*/ 2201 h 3315"/>
                <a:gd name="T14" fmla="*/ 2165 w 2492"/>
                <a:gd name="T15" fmla="*/ 2928 h 3315"/>
                <a:gd name="T16" fmla="*/ 1400 w 2492"/>
                <a:gd name="T17" fmla="*/ 3100 h 3315"/>
                <a:gd name="T18" fmla="*/ 1166 w 2492"/>
                <a:gd name="T19" fmla="*/ 2419 h 3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92" h="3315">
                  <a:moveTo>
                    <a:pt x="1166" y="2419"/>
                  </a:moveTo>
                  <a:cubicBezTo>
                    <a:pt x="1505" y="1277"/>
                    <a:pt x="486" y="1533"/>
                    <a:pt x="243" y="912"/>
                  </a:cubicBezTo>
                  <a:cubicBezTo>
                    <a:pt x="0" y="292"/>
                    <a:pt x="291" y="31"/>
                    <a:pt x="449" y="15"/>
                  </a:cubicBezTo>
                  <a:cubicBezTo>
                    <a:pt x="607" y="0"/>
                    <a:pt x="716" y="54"/>
                    <a:pt x="766" y="302"/>
                  </a:cubicBezTo>
                  <a:cubicBezTo>
                    <a:pt x="817" y="551"/>
                    <a:pt x="1312" y="508"/>
                    <a:pt x="1651" y="481"/>
                  </a:cubicBezTo>
                  <a:cubicBezTo>
                    <a:pt x="1989" y="454"/>
                    <a:pt x="2492" y="733"/>
                    <a:pt x="2239" y="1238"/>
                  </a:cubicBezTo>
                  <a:cubicBezTo>
                    <a:pt x="1986" y="1743"/>
                    <a:pt x="2000" y="1716"/>
                    <a:pt x="2186" y="2201"/>
                  </a:cubicBezTo>
                  <a:cubicBezTo>
                    <a:pt x="2372" y="2685"/>
                    <a:pt x="2165" y="2928"/>
                    <a:pt x="2165" y="2928"/>
                  </a:cubicBezTo>
                  <a:cubicBezTo>
                    <a:pt x="2165" y="2928"/>
                    <a:pt x="1791" y="3315"/>
                    <a:pt x="1400" y="3100"/>
                  </a:cubicBezTo>
                  <a:cubicBezTo>
                    <a:pt x="1008" y="2885"/>
                    <a:pt x="1166" y="2419"/>
                    <a:pt x="1166" y="2419"/>
                  </a:cubicBezTo>
                  <a:close/>
                </a:path>
              </a:pathLst>
            </a:custGeom>
            <a:gradFill>
              <a:gsLst>
                <a:gs pos="0">
                  <a:srgbClr val="80DEDE"/>
                </a:gs>
                <a:gs pos="53500">
                  <a:srgbClr val="85C1E7"/>
                </a:gs>
                <a:gs pos="100000">
                  <a:srgbClr val="878CFF"/>
                </a:gs>
              </a:gsLst>
              <a:lin ang="5400000" scaled="1"/>
            </a:gradFill>
            <a:ln w="12700" cap="flat">
              <a:no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es-ES" dirty="0"/>
            </a:p>
          </p:txBody>
        </p:sp>
        <p:sp>
          <p:nvSpPr>
            <p:cNvPr id="19" name="Forma libre 11">
              <a:extLst>
                <a:ext uri="{FF2B5EF4-FFF2-40B4-BE49-F238E27FC236}">
                  <a16:creationId xmlns:a16="http://schemas.microsoft.com/office/drawing/2014/main" id="{C42C174B-303A-45F6-8FF1-93001A3AAFC1}"/>
                </a:ext>
              </a:extLst>
            </p:cNvPr>
            <p:cNvSpPr>
              <a:spLocks/>
            </p:cNvSpPr>
            <p:nvPr/>
          </p:nvSpPr>
          <p:spPr bwMode="auto">
            <a:xfrm rot="9420272">
              <a:off x="5048022" y="-2833465"/>
              <a:ext cx="8756895" cy="10755934"/>
            </a:xfrm>
            <a:custGeom>
              <a:avLst/>
              <a:gdLst>
                <a:gd name="T0" fmla="*/ 1504 w 2516"/>
                <a:gd name="T1" fmla="*/ 2980 h 3095"/>
                <a:gd name="T2" fmla="*/ 2237 w 2516"/>
                <a:gd name="T3" fmla="*/ 2283 h 3095"/>
                <a:gd name="T4" fmla="*/ 1468 w 2516"/>
                <a:gd name="T5" fmla="*/ 1052 h 3095"/>
                <a:gd name="T6" fmla="*/ 979 w 2516"/>
                <a:gd name="T7" fmla="*/ 648 h 3095"/>
                <a:gd name="T8" fmla="*/ 411 w 2516"/>
                <a:gd name="T9" fmla="*/ 195 h 3095"/>
                <a:gd name="T10" fmla="*/ 397 w 2516"/>
                <a:gd name="T11" fmla="*/ 1117 h 3095"/>
                <a:gd name="T12" fmla="*/ 194 w 2516"/>
                <a:gd name="T13" fmla="*/ 1767 h 3095"/>
                <a:gd name="T14" fmla="*/ 866 w 2516"/>
                <a:gd name="T15" fmla="*/ 2349 h 3095"/>
                <a:gd name="T16" fmla="*/ 1275 w 2516"/>
                <a:gd name="T17" fmla="*/ 2766 h 3095"/>
                <a:gd name="T18" fmla="*/ 1504 w 2516"/>
                <a:gd name="T19" fmla="*/ 2980 h 30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6" h="3095">
                  <a:moveTo>
                    <a:pt x="1504" y="2980"/>
                  </a:moveTo>
                  <a:cubicBezTo>
                    <a:pt x="1504" y="2980"/>
                    <a:pt x="1958" y="3095"/>
                    <a:pt x="2237" y="2283"/>
                  </a:cubicBezTo>
                  <a:cubicBezTo>
                    <a:pt x="2516" y="1472"/>
                    <a:pt x="1745" y="1159"/>
                    <a:pt x="1468" y="1052"/>
                  </a:cubicBezTo>
                  <a:cubicBezTo>
                    <a:pt x="1191" y="945"/>
                    <a:pt x="1126" y="907"/>
                    <a:pt x="979" y="648"/>
                  </a:cubicBezTo>
                  <a:cubicBezTo>
                    <a:pt x="832" y="389"/>
                    <a:pt x="822" y="0"/>
                    <a:pt x="411" y="195"/>
                  </a:cubicBezTo>
                  <a:cubicBezTo>
                    <a:pt x="0" y="391"/>
                    <a:pt x="384" y="948"/>
                    <a:pt x="397" y="1117"/>
                  </a:cubicBezTo>
                  <a:cubicBezTo>
                    <a:pt x="411" y="1286"/>
                    <a:pt x="128" y="1580"/>
                    <a:pt x="194" y="1767"/>
                  </a:cubicBezTo>
                  <a:cubicBezTo>
                    <a:pt x="259" y="1954"/>
                    <a:pt x="273" y="2154"/>
                    <a:pt x="866" y="2349"/>
                  </a:cubicBezTo>
                  <a:cubicBezTo>
                    <a:pt x="866" y="2349"/>
                    <a:pt x="1186" y="2374"/>
                    <a:pt x="1275" y="2766"/>
                  </a:cubicBezTo>
                  <a:cubicBezTo>
                    <a:pt x="1275" y="2766"/>
                    <a:pt x="1340" y="2988"/>
                    <a:pt x="1504" y="2980"/>
                  </a:cubicBezTo>
                  <a:close/>
                </a:path>
              </a:pathLst>
            </a:custGeom>
            <a:gradFill>
              <a:gsLst>
                <a:gs pos="0">
                  <a:srgbClr val="7CEFD8"/>
                </a:gs>
                <a:gs pos="51000">
                  <a:srgbClr val="6672E4"/>
                </a:gs>
                <a:gs pos="100000">
                  <a:srgbClr val="882BE5"/>
                </a:gs>
              </a:gsLst>
              <a:lin ang="5400000" scaled="1"/>
            </a:gradFill>
            <a:ln w="12700" cap="flat">
              <a:no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es-ES" dirty="0"/>
            </a:p>
          </p:txBody>
        </p:sp>
        <p:sp>
          <p:nvSpPr>
            <p:cNvPr id="20" name="Forma libre 12">
              <a:extLst>
                <a:ext uri="{FF2B5EF4-FFF2-40B4-BE49-F238E27FC236}">
                  <a16:creationId xmlns:a16="http://schemas.microsoft.com/office/drawing/2014/main" id="{22AA5A4F-A0EB-453F-A699-F817D4616C6F}"/>
                </a:ext>
              </a:extLst>
            </p:cNvPr>
            <p:cNvSpPr>
              <a:spLocks/>
            </p:cNvSpPr>
            <p:nvPr/>
          </p:nvSpPr>
          <p:spPr bwMode="auto">
            <a:xfrm rot="9420272">
              <a:off x="5218811" y="-1993836"/>
              <a:ext cx="7570428" cy="10122905"/>
            </a:xfrm>
            <a:custGeom>
              <a:avLst/>
              <a:gdLst>
                <a:gd name="T0" fmla="*/ 1896 w 2175"/>
                <a:gd name="T1" fmla="*/ 2283 h 2913"/>
                <a:gd name="T2" fmla="*/ 1467 w 2175"/>
                <a:gd name="T3" fmla="*/ 2913 h 2913"/>
                <a:gd name="T4" fmla="*/ 1250 w 2175"/>
                <a:gd name="T5" fmla="*/ 2849 h 2913"/>
                <a:gd name="T6" fmla="*/ 1016 w 2175"/>
                <a:gd name="T7" fmla="*/ 2168 h 2913"/>
                <a:gd name="T8" fmla="*/ 93 w 2175"/>
                <a:gd name="T9" fmla="*/ 661 h 2913"/>
                <a:gd name="T10" fmla="*/ 0 w 2175"/>
                <a:gd name="T11" fmla="*/ 238 h 2913"/>
                <a:gd name="T12" fmla="*/ 70 w 2175"/>
                <a:gd name="T13" fmla="*/ 195 h 2913"/>
                <a:gd name="T14" fmla="*/ 638 w 2175"/>
                <a:gd name="T15" fmla="*/ 648 h 2913"/>
                <a:gd name="T16" fmla="*/ 1127 w 2175"/>
                <a:gd name="T17" fmla="*/ 1052 h 2913"/>
                <a:gd name="T18" fmla="*/ 1896 w 2175"/>
                <a:gd name="T19" fmla="*/ 2283 h 2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75" h="2913">
                  <a:moveTo>
                    <a:pt x="1896" y="2283"/>
                  </a:moveTo>
                  <a:cubicBezTo>
                    <a:pt x="1770" y="2651"/>
                    <a:pt x="1607" y="2829"/>
                    <a:pt x="1467" y="2913"/>
                  </a:cubicBezTo>
                  <a:cubicBezTo>
                    <a:pt x="1397" y="2909"/>
                    <a:pt x="1324" y="2889"/>
                    <a:pt x="1250" y="2849"/>
                  </a:cubicBezTo>
                  <a:cubicBezTo>
                    <a:pt x="858" y="2634"/>
                    <a:pt x="1016" y="2168"/>
                    <a:pt x="1016" y="2168"/>
                  </a:cubicBezTo>
                  <a:cubicBezTo>
                    <a:pt x="1354" y="1026"/>
                    <a:pt x="336" y="1282"/>
                    <a:pt x="93" y="661"/>
                  </a:cubicBezTo>
                  <a:cubicBezTo>
                    <a:pt x="28" y="495"/>
                    <a:pt x="1" y="354"/>
                    <a:pt x="0" y="238"/>
                  </a:cubicBezTo>
                  <a:cubicBezTo>
                    <a:pt x="20" y="222"/>
                    <a:pt x="44" y="208"/>
                    <a:pt x="70" y="195"/>
                  </a:cubicBezTo>
                  <a:cubicBezTo>
                    <a:pt x="481" y="0"/>
                    <a:pt x="491" y="389"/>
                    <a:pt x="638" y="648"/>
                  </a:cubicBezTo>
                  <a:cubicBezTo>
                    <a:pt x="785" y="907"/>
                    <a:pt x="850" y="945"/>
                    <a:pt x="1127" y="1052"/>
                  </a:cubicBezTo>
                  <a:cubicBezTo>
                    <a:pt x="1404" y="1159"/>
                    <a:pt x="2175" y="1472"/>
                    <a:pt x="1896" y="2283"/>
                  </a:cubicBezTo>
                  <a:close/>
                </a:path>
              </a:pathLst>
            </a:custGeom>
            <a:gradFill>
              <a:gsLst>
                <a:gs pos="100000">
                  <a:srgbClr val="7CEFD8"/>
                </a:gs>
                <a:gs pos="19000">
                  <a:srgbClr val="6672E4"/>
                </a:gs>
                <a:gs pos="0">
                  <a:srgbClr val="882BE5"/>
                </a:gs>
              </a:gsLst>
              <a:lin ang="10200000" scaled="0"/>
            </a:gradFill>
            <a:ln w="12700" cap="flat">
              <a:no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es-ES" dirty="0"/>
            </a:p>
          </p:txBody>
        </p:sp>
      </p:grpSp>
      <p:sp>
        <p:nvSpPr>
          <p:cNvPr id="24" name="Cuadro de texto 23">
            <a:extLst>
              <a:ext uri="{FF2B5EF4-FFF2-40B4-BE49-F238E27FC236}">
                <a16:creationId xmlns:a16="http://schemas.microsoft.com/office/drawing/2014/main" id="{C1165547-DF3A-4694-9097-2BDAF2003713}"/>
              </a:ext>
            </a:extLst>
          </p:cNvPr>
          <p:cNvSpPr txBox="1"/>
          <p:nvPr/>
        </p:nvSpPr>
        <p:spPr>
          <a:xfrm>
            <a:off x="179451" y="2902326"/>
            <a:ext cx="4720778" cy="1785104"/>
          </a:xfrm>
          <a:prstGeom prst="rect">
            <a:avLst/>
          </a:prstGeom>
          <a:noFill/>
        </p:spPr>
        <p:txBody>
          <a:bodyPr wrap="square" lIns="0" tIns="0" rIns="0" bIns="0" rtlCol="0">
            <a:spAutoFit/>
          </a:bodyPr>
          <a:lstStyle/>
          <a:p>
            <a:r>
              <a:rPr lang="es-MX" sz="2800" b="1" dirty="0"/>
              <a:t>“La creatividad requiere tener el valor de desprenderse de las </a:t>
            </a:r>
            <a:r>
              <a:rPr lang="es-MX" sz="2800" b="1" dirty="0">
                <a:solidFill>
                  <a:srgbClr val="00B050"/>
                </a:solidFill>
              </a:rPr>
              <a:t>certezas</a:t>
            </a:r>
            <a:r>
              <a:rPr lang="es-MX" sz="2800" b="1" dirty="0"/>
              <a:t>”</a:t>
            </a:r>
          </a:p>
          <a:p>
            <a:endParaRPr lang="es-MX" sz="3200" b="1" dirty="0">
              <a:solidFill>
                <a:schemeClr val="accent1"/>
              </a:solidFill>
            </a:endParaRPr>
          </a:p>
        </p:txBody>
      </p:sp>
      <p:sp>
        <p:nvSpPr>
          <p:cNvPr id="55" name="Rectángulo 54">
            <a:extLst>
              <a:ext uri="{FF2B5EF4-FFF2-40B4-BE49-F238E27FC236}">
                <a16:creationId xmlns:a16="http://schemas.microsoft.com/office/drawing/2014/main" id="{6BBBCB2E-F413-4381-8378-02FDC20EA4F6}"/>
              </a:ext>
            </a:extLst>
          </p:cNvPr>
          <p:cNvSpPr/>
          <p:nvPr/>
        </p:nvSpPr>
        <p:spPr>
          <a:xfrm>
            <a:off x="1010403" y="5215597"/>
            <a:ext cx="3536195" cy="246221"/>
          </a:xfrm>
          <a:prstGeom prst="rect">
            <a:avLst/>
          </a:prstGeom>
        </p:spPr>
        <p:txBody>
          <a:bodyPr wrap="square" lIns="0" tIns="0" rIns="0" bIns="0" rtlCol="0">
            <a:spAutoFit/>
          </a:bodyPr>
          <a:lstStyle/>
          <a:p>
            <a:r>
              <a:rPr lang="es-CO" sz="1600" b="1" dirty="0"/>
              <a:t>ERICH FROMM - PSICÓLOGO</a:t>
            </a:r>
            <a:endParaRPr lang="es-ES" sz="1600" b="1" i="1" dirty="0">
              <a:solidFill>
                <a:srgbClr val="002060"/>
              </a:solidFill>
              <a:latin typeface="+mj-lt"/>
              <a:cs typeface="Segoe UI" panose="020B0502040204020203" pitchFamily="34" charset="0"/>
            </a:endParaRPr>
          </a:p>
        </p:txBody>
      </p:sp>
      <p:grpSp>
        <p:nvGrpSpPr>
          <p:cNvPr id="56" name="Grupo 55" descr="Esta imagen es un icono de tres figuras humanas conectadas. ">
            <a:extLst>
              <a:ext uri="{FF2B5EF4-FFF2-40B4-BE49-F238E27FC236}">
                <a16:creationId xmlns:a16="http://schemas.microsoft.com/office/drawing/2014/main" id="{E56C5C06-BE0B-4D3E-8B77-1A2F0B930590}"/>
              </a:ext>
            </a:extLst>
          </p:cNvPr>
          <p:cNvGrpSpPr/>
          <p:nvPr/>
        </p:nvGrpSpPr>
        <p:grpSpPr>
          <a:xfrm>
            <a:off x="4959972" y="3512329"/>
            <a:ext cx="569186" cy="530997"/>
            <a:chOff x="-27444701" y="-10180638"/>
            <a:chExt cx="10883901" cy="10153650"/>
          </a:xfrm>
          <a:solidFill>
            <a:schemeClr val="bg1">
              <a:lumMod val="50000"/>
            </a:schemeClr>
          </a:solidFill>
        </p:grpSpPr>
        <p:sp>
          <p:nvSpPr>
            <p:cNvPr id="57" name="Forma libre 35">
              <a:extLst>
                <a:ext uri="{FF2B5EF4-FFF2-40B4-BE49-F238E27FC236}">
                  <a16:creationId xmlns:a16="http://schemas.microsoft.com/office/drawing/2014/main" id="{D07CC084-C9D4-47CF-9EAD-4A7517F975DF}"/>
                </a:ext>
              </a:extLst>
            </p:cNvPr>
            <p:cNvSpPr>
              <a:spLocks/>
            </p:cNvSpPr>
            <p:nvPr/>
          </p:nvSpPr>
          <p:spPr bwMode="auto">
            <a:xfrm>
              <a:off x="-22969538" y="-10180638"/>
              <a:ext cx="1906588" cy="1978025"/>
            </a:xfrm>
            <a:custGeom>
              <a:avLst/>
              <a:gdLst>
                <a:gd name="T0" fmla="*/ 554 w 639"/>
                <a:gd name="T1" fmla="*/ 327 h 664"/>
                <a:gd name="T2" fmla="*/ 438 w 639"/>
                <a:gd name="T3" fmla="*/ 526 h 664"/>
                <a:gd name="T4" fmla="*/ 204 w 639"/>
                <a:gd name="T5" fmla="*/ 521 h 664"/>
                <a:gd name="T6" fmla="*/ 97 w 639"/>
                <a:gd name="T7" fmla="*/ 316 h 664"/>
                <a:gd name="T8" fmla="*/ 222 w 639"/>
                <a:gd name="T9" fmla="*/ 123 h 664"/>
                <a:gd name="T10" fmla="*/ 447 w 639"/>
                <a:gd name="T11" fmla="*/ 133 h 664"/>
                <a:gd name="T12" fmla="*/ 554 w 639"/>
                <a:gd name="T13" fmla="*/ 327 h 664"/>
                <a:gd name="T14" fmla="*/ 638 w 639"/>
                <a:gd name="T15" fmla="*/ 327 h 664"/>
                <a:gd name="T16" fmla="*/ 519 w 639"/>
                <a:gd name="T17" fmla="*/ 82 h 664"/>
                <a:gd name="T18" fmla="*/ 244 w 639"/>
                <a:gd name="T19" fmla="*/ 25 h 664"/>
                <a:gd name="T20" fmla="*/ 39 w 639"/>
                <a:gd name="T21" fmla="*/ 200 h 664"/>
                <a:gd name="T22" fmla="*/ 53 w 639"/>
                <a:gd name="T23" fmla="*/ 482 h 664"/>
                <a:gd name="T24" fmla="*/ 407 w 639"/>
                <a:gd name="T25" fmla="*/ 629 h 664"/>
                <a:gd name="T26" fmla="*/ 638 w 639"/>
                <a:gd name="T27" fmla="*/ 327 h 664"/>
                <a:gd name="T28" fmla="*/ 554 w 639"/>
                <a:gd name="T29" fmla="*/ 327 h 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39" h="664">
                  <a:moveTo>
                    <a:pt x="554" y="327"/>
                  </a:moveTo>
                  <a:cubicBezTo>
                    <a:pt x="553" y="410"/>
                    <a:pt x="510" y="485"/>
                    <a:pt x="438" y="526"/>
                  </a:cubicBezTo>
                  <a:cubicBezTo>
                    <a:pt x="365" y="569"/>
                    <a:pt x="275" y="564"/>
                    <a:pt x="204" y="521"/>
                  </a:cubicBezTo>
                  <a:cubicBezTo>
                    <a:pt x="133" y="478"/>
                    <a:pt x="94" y="398"/>
                    <a:pt x="97" y="316"/>
                  </a:cubicBezTo>
                  <a:cubicBezTo>
                    <a:pt x="99" y="234"/>
                    <a:pt x="150" y="161"/>
                    <a:pt x="222" y="123"/>
                  </a:cubicBezTo>
                  <a:cubicBezTo>
                    <a:pt x="292" y="85"/>
                    <a:pt x="379" y="92"/>
                    <a:pt x="447" y="133"/>
                  </a:cubicBezTo>
                  <a:cubicBezTo>
                    <a:pt x="514" y="174"/>
                    <a:pt x="553" y="249"/>
                    <a:pt x="554" y="327"/>
                  </a:cubicBezTo>
                  <a:cubicBezTo>
                    <a:pt x="555" y="381"/>
                    <a:pt x="639" y="381"/>
                    <a:pt x="638" y="327"/>
                  </a:cubicBezTo>
                  <a:cubicBezTo>
                    <a:pt x="637" y="232"/>
                    <a:pt x="594" y="141"/>
                    <a:pt x="519" y="82"/>
                  </a:cubicBezTo>
                  <a:cubicBezTo>
                    <a:pt x="441" y="21"/>
                    <a:pt x="340" y="0"/>
                    <a:pt x="244" y="25"/>
                  </a:cubicBezTo>
                  <a:cubicBezTo>
                    <a:pt x="154" y="48"/>
                    <a:pt x="76" y="116"/>
                    <a:pt x="39" y="200"/>
                  </a:cubicBezTo>
                  <a:cubicBezTo>
                    <a:pt x="0" y="292"/>
                    <a:pt x="5" y="395"/>
                    <a:pt x="53" y="482"/>
                  </a:cubicBezTo>
                  <a:cubicBezTo>
                    <a:pt x="122" y="606"/>
                    <a:pt x="271" y="664"/>
                    <a:pt x="407" y="629"/>
                  </a:cubicBezTo>
                  <a:cubicBezTo>
                    <a:pt x="543" y="594"/>
                    <a:pt x="637" y="466"/>
                    <a:pt x="638" y="327"/>
                  </a:cubicBezTo>
                  <a:cubicBezTo>
                    <a:pt x="639" y="273"/>
                    <a:pt x="555" y="273"/>
                    <a:pt x="554" y="3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58" name="Forma libre 36">
              <a:extLst>
                <a:ext uri="{FF2B5EF4-FFF2-40B4-BE49-F238E27FC236}">
                  <a16:creationId xmlns:a16="http://schemas.microsoft.com/office/drawing/2014/main" id="{CCAAF87D-704F-4EAD-856F-6E1E38EF6161}"/>
                </a:ext>
              </a:extLst>
            </p:cNvPr>
            <p:cNvSpPr>
              <a:spLocks/>
            </p:cNvSpPr>
            <p:nvPr/>
          </p:nvSpPr>
          <p:spPr bwMode="auto">
            <a:xfrm>
              <a:off x="-23596600" y="-8610601"/>
              <a:ext cx="3186113" cy="2139950"/>
            </a:xfrm>
            <a:custGeom>
              <a:avLst/>
              <a:gdLst>
                <a:gd name="T0" fmla="*/ 846 w 1068"/>
                <a:gd name="T1" fmla="*/ 102 h 718"/>
                <a:gd name="T2" fmla="*/ 981 w 1068"/>
                <a:gd name="T3" fmla="*/ 330 h 718"/>
                <a:gd name="T4" fmla="*/ 981 w 1068"/>
                <a:gd name="T5" fmla="*/ 480 h 718"/>
                <a:gd name="T6" fmla="*/ 981 w 1068"/>
                <a:gd name="T7" fmla="*/ 559 h 718"/>
                <a:gd name="T8" fmla="*/ 961 w 1068"/>
                <a:gd name="T9" fmla="*/ 618 h 718"/>
                <a:gd name="T10" fmla="*/ 882 w 1068"/>
                <a:gd name="T11" fmla="*/ 634 h 718"/>
                <a:gd name="T12" fmla="*/ 214 w 1068"/>
                <a:gd name="T13" fmla="*/ 634 h 718"/>
                <a:gd name="T14" fmla="*/ 152 w 1068"/>
                <a:gd name="T15" fmla="*/ 634 h 718"/>
                <a:gd name="T16" fmla="*/ 90 w 1068"/>
                <a:gd name="T17" fmla="*/ 571 h 718"/>
                <a:gd name="T18" fmla="*/ 90 w 1068"/>
                <a:gd name="T19" fmla="*/ 524 h 718"/>
                <a:gd name="T20" fmla="*/ 90 w 1068"/>
                <a:gd name="T21" fmla="*/ 355 h 718"/>
                <a:gd name="T22" fmla="*/ 173 w 1068"/>
                <a:gd name="T23" fmla="*/ 144 h 718"/>
                <a:gd name="T24" fmla="*/ 222 w 1068"/>
                <a:gd name="T25" fmla="*/ 104 h 718"/>
                <a:gd name="T26" fmla="*/ 180 w 1068"/>
                <a:gd name="T27" fmla="*/ 31 h 718"/>
                <a:gd name="T28" fmla="*/ 13 w 1068"/>
                <a:gd name="T29" fmla="*/ 277 h 718"/>
                <a:gd name="T30" fmla="*/ 6 w 1068"/>
                <a:gd name="T31" fmla="*/ 448 h 718"/>
                <a:gd name="T32" fmla="*/ 9 w 1068"/>
                <a:gd name="T33" fmla="*/ 604 h 718"/>
                <a:gd name="T34" fmla="*/ 161 w 1068"/>
                <a:gd name="T35" fmla="*/ 718 h 718"/>
                <a:gd name="T36" fmla="*/ 805 w 1068"/>
                <a:gd name="T37" fmla="*/ 718 h 718"/>
                <a:gd name="T38" fmla="*/ 908 w 1068"/>
                <a:gd name="T39" fmla="*/ 718 h 718"/>
                <a:gd name="T40" fmla="*/ 1059 w 1068"/>
                <a:gd name="T41" fmla="*/ 615 h 718"/>
                <a:gd name="T42" fmla="*/ 1065 w 1068"/>
                <a:gd name="T43" fmla="*/ 545 h 718"/>
                <a:gd name="T44" fmla="*/ 1065 w 1068"/>
                <a:gd name="T45" fmla="*/ 456 h 718"/>
                <a:gd name="T46" fmla="*/ 1060 w 1068"/>
                <a:gd name="T47" fmla="*/ 288 h 718"/>
                <a:gd name="T48" fmla="*/ 888 w 1068"/>
                <a:gd name="T49" fmla="*/ 30 h 718"/>
                <a:gd name="T50" fmla="*/ 846 w 1068"/>
                <a:gd name="T51" fmla="*/ 102 h 7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68" h="718">
                  <a:moveTo>
                    <a:pt x="846" y="102"/>
                  </a:moveTo>
                  <a:cubicBezTo>
                    <a:pt x="924" y="152"/>
                    <a:pt x="975" y="237"/>
                    <a:pt x="981" y="330"/>
                  </a:cubicBezTo>
                  <a:cubicBezTo>
                    <a:pt x="984" y="379"/>
                    <a:pt x="981" y="430"/>
                    <a:pt x="981" y="480"/>
                  </a:cubicBezTo>
                  <a:cubicBezTo>
                    <a:pt x="981" y="506"/>
                    <a:pt x="981" y="533"/>
                    <a:pt x="981" y="559"/>
                  </a:cubicBezTo>
                  <a:cubicBezTo>
                    <a:pt x="981" y="583"/>
                    <a:pt x="978" y="601"/>
                    <a:pt x="961" y="618"/>
                  </a:cubicBezTo>
                  <a:cubicBezTo>
                    <a:pt x="941" y="638"/>
                    <a:pt x="910" y="634"/>
                    <a:pt x="882" y="634"/>
                  </a:cubicBezTo>
                  <a:cubicBezTo>
                    <a:pt x="659" y="634"/>
                    <a:pt x="436" y="634"/>
                    <a:pt x="214" y="634"/>
                  </a:cubicBezTo>
                  <a:cubicBezTo>
                    <a:pt x="193" y="634"/>
                    <a:pt x="173" y="634"/>
                    <a:pt x="152" y="634"/>
                  </a:cubicBezTo>
                  <a:cubicBezTo>
                    <a:pt x="117" y="634"/>
                    <a:pt x="90" y="606"/>
                    <a:pt x="90" y="571"/>
                  </a:cubicBezTo>
                  <a:cubicBezTo>
                    <a:pt x="89" y="556"/>
                    <a:pt x="90" y="540"/>
                    <a:pt x="90" y="524"/>
                  </a:cubicBezTo>
                  <a:cubicBezTo>
                    <a:pt x="90" y="468"/>
                    <a:pt x="90" y="412"/>
                    <a:pt x="90" y="355"/>
                  </a:cubicBezTo>
                  <a:cubicBezTo>
                    <a:pt x="90" y="276"/>
                    <a:pt x="117" y="202"/>
                    <a:pt x="173" y="144"/>
                  </a:cubicBezTo>
                  <a:cubicBezTo>
                    <a:pt x="188" y="129"/>
                    <a:pt x="204" y="116"/>
                    <a:pt x="222" y="104"/>
                  </a:cubicBezTo>
                  <a:cubicBezTo>
                    <a:pt x="267" y="74"/>
                    <a:pt x="225" y="2"/>
                    <a:pt x="180" y="31"/>
                  </a:cubicBezTo>
                  <a:cubicBezTo>
                    <a:pt x="94" y="88"/>
                    <a:pt x="32" y="175"/>
                    <a:pt x="13" y="277"/>
                  </a:cubicBezTo>
                  <a:cubicBezTo>
                    <a:pt x="2" y="333"/>
                    <a:pt x="6" y="391"/>
                    <a:pt x="6" y="448"/>
                  </a:cubicBezTo>
                  <a:cubicBezTo>
                    <a:pt x="6" y="499"/>
                    <a:pt x="0" y="554"/>
                    <a:pt x="9" y="604"/>
                  </a:cubicBezTo>
                  <a:cubicBezTo>
                    <a:pt x="23" y="676"/>
                    <a:pt x="92" y="718"/>
                    <a:pt x="161" y="718"/>
                  </a:cubicBezTo>
                  <a:cubicBezTo>
                    <a:pt x="375" y="718"/>
                    <a:pt x="590" y="718"/>
                    <a:pt x="805" y="718"/>
                  </a:cubicBezTo>
                  <a:cubicBezTo>
                    <a:pt x="839" y="718"/>
                    <a:pt x="873" y="718"/>
                    <a:pt x="908" y="718"/>
                  </a:cubicBezTo>
                  <a:cubicBezTo>
                    <a:pt x="977" y="718"/>
                    <a:pt x="1035" y="682"/>
                    <a:pt x="1059" y="615"/>
                  </a:cubicBezTo>
                  <a:cubicBezTo>
                    <a:pt x="1066" y="593"/>
                    <a:pt x="1065" y="568"/>
                    <a:pt x="1065" y="545"/>
                  </a:cubicBezTo>
                  <a:cubicBezTo>
                    <a:pt x="1065" y="515"/>
                    <a:pt x="1065" y="486"/>
                    <a:pt x="1065" y="456"/>
                  </a:cubicBezTo>
                  <a:cubicBezTo>
                    <a:pt x="1065" y="400"/>
                    <a:pt x="1068" y="344"/>
                    <a:pt x="1060" y="288"/>
                  </a:cubicBezTo>
                  <a:cubicBezTo>
                    <a:pt x="1045" y="182"/>
                    <a:pt x="978" y="87"/>
                    <a:pt x="888" y="30"/>
                  </a:cubicBezTo>
                  <a:cubicBezTo>
                    <a:pt x="843" y="0"/>
                    <a:pt x="801" y="73"/>
                    <a:pt x="846"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59" name="Forma libre 37">
              <a:extLst>
                <a:ext uri="{FF2B5EF4-FFF2-40B4-BE49-F238E27FC236}">
                  <a16:creationId xmlns:a16="http://schemas.microsoft.com/office/drawing/2014/main" id="{1CD5CE15-C404-4DA1-AC79-7FCD7E387701}"/>
                </a:ext>
              </a:extLst>
            </p:cNvPr>
            <p:cNvSpPr>
              <a:spLocks/>
            </p:cNvSpPr>
            <p:nvPr/>
          </p:nvSpPr>
          <p:spPr bwMode="auto">
            <a:xfrm>
              <a:off x="-26819225" y="-3736976"/>
              <a:ext cx="1903413" cy="1978025"/>
            </a:xfrm>
            <a:custGeom>
              <a:avLst/>
              <a:gdLst>
                <a:gd name="T0" fmla="*/ 554 w 638"/>
                <a:gd name="T1" fmla="*/ 327 h 664"/>
                <a:gd name="T2" fmla="*/ 437 w 638"/>
                <a:gd name="T3" fmla="*/ 527 h 664"/>
                <a:gd name="T4" fmla="*/ 203 w 638"/>
                <a:gd name="T5" fmla="*/ 521 h 664"/>
                <a:gd name="T6" fmla="*/ 96 w 638"/>
                <a:gd name="T7" fmla="*/ 316 h 664"/>
                <a:gd name="T8" fmla="*/ 222 w 638"/>
                <a:gd name="T9" fmla="*/ 123 h 664"/>
                <a:gd name="T10" fmla="*/ 446 w 638"/>
                <a:gd name="T11" fmla="*/ 133 h 664"/>
                <a:gd name="T12" fmla="*/ 554 w 638"/>
                <a:gd name="T13" fmla="*/ 327 h 664"/>
                <a:gd name="T14" fmla="*/ 638 w 638"/>
                <a:gd name="T15" fmla="*/ 327 h 664"/>
                <a:gd name="T16" fmla="*/ 519 w 638"/>
                <a:gd name="T17" fmla="*/ 82 h 664"/>
                <a:gd name="T18" fmla="*/ 244 w 638"/>
                <a:gd name="T19" fmla="*/ 25 h 664"/>
                <a:gd name="T20" fmla="*/ 39 w 638"/>
                <a:gd name="T21" fmla="*/ 201 h 664"/>
                <a:gd name="T22" fmla="*/ 53 w 638"/>
                <a:gd name="T23" fmla="*/ 482 h 664"/>
                <a:gd name="T24" fmla="*/ 406 w 638"/>
                <a:gd name="T25" fmla="*/ 630 h 664"/>
                <a:gd name="T26" fmla="*/ 638 w 638"/>
                <a:gd name="T27" fmla="*/ 327 h 664"/>
                <a:gd name="T28" fmla="*/ 554 w 638"/>
                <a:gd name="T29" fmla="*/ 327 h 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38" h="664">
                  <a:moveTo>
                    <a:pt x="554" y="327"/>
                  </a:moveTo>
                  <a:cubicBezTo>
                    <a:pt x="553" y="410"/>
                    <a:pt x="509" y="485"/>
                    <a:pt x="437" y="527"/>
                  </a:cubicBezTo>
                  <a:cubicBezTo>
                    <a:pt x="365" y="569"/>
                    <a:pt x="274" y="564"/>
                    <a:pt x="203" y="521"/>
                  </a:cubicBezTo>
                  <a:cubicBezTo>
                    <a:pt x="133" y="478"/>
                    <a:pt x="94" y="398"/>
                    <a:pt x="96" y="316"/>
                  </a:cubicBezTo>
                  <a:cubicBezTo>
                    <a:pt x="99" y="234"/>
                    <a:pt x="150" y="161"/>
                    <a:pt x="222" y="123"/>
                  </a:cubicBezTo>
                  <a:cubicBezTo>
                    <a:pt x="292" y="86"/>
                    <a:pt x="379" y="92"/>
                    <a:pt x="446" y="133"/>
                  </a:cubicBezTo>
                  <a:cubicBezTo>
                    <a:pt x="514" y="174"/>
                    <a:pt x="553" y="250"/>
                    <a:pt x="554" y="327"/>
                  </a:cubicBezTo>
                  <a:cubicBezTo>
                    <a:pt x="554" y="381"/>
                    <a:pt x="638" y="382"/>
                    <a:pt x="638" y="327"/>
                  </a:cubicBezTo>
                  <a:cubicBezTo>
                    <a:pt x="637" y="232"/>
                    <a:pt x="594" y="141"/>
                    <a:pt x="519" y="82"/>
                  </a:cubicBezTo>
                  <a:cubicBezTo>
                    <a:pt x="441" y="21"/>
                    <a:pt x="340" y="0"/>
                    <a:pt x="244" y="25"/>
                  </a:cubicBezTo>
                  <a:cubicBezTo>
                    <a:pt x="154" y="48"/>
                    <a:pt x="76" y="116"/>
                    <a:pt x="39" y="201"/>
                  </a:cubicBezTo>
                  <a:cubicBezTo>
                    <a:pt x="0" y="292"/>
                    <a:pt x="5" y="395"/>
                    <a:pt x="53" y="482"/>
                  </a:cubicBezTo>
                  <a:cubicBezTo>
                    <a:pt x="122" y="606"/>
                    <a:pt x="271" y="664"/>
                    <a:pt x="406" y="630"/>
                  </a:cubicBezTo>
                  <a:cubicBezTo>
                    <a:pt x="542" y="595"/>
                    <a:pt x="636" y="466"/>
                    <a:pt x="638" y="327"/>
                  </a:cubicBezTo>
                  <a:cubicBezTo>
                    <a:pt x="638" y="273"/>
                    <a:pt x="554" y="273"/>
                    <a:pt x="554" y="3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60" name="Forma libre 38">
              <a:extLst>
                <a:ext uri="{FF2B5EF4-FFF2-40B4-BE49-F238E27FC236}">
                  <a16:creationId xmlns:a16="http://schemas.microsoft.com/office/drawing/2014/main" id="{B3EDC5DA-BD5A-4D94-9EF8-995AD67F8144}"/>
                </a:ext>
              </a:extLst>
            </p:cNvPr>
            <p:cNvSpPr>
              <a:spLocks/>
            </p:cNvSpPr>
            <p:nvPr/>
          </p:nvSpPr>
          <p:spPr bwMode="auto">
            <a:xfrm>
              <a:off x="-27444701" y="-2163763"/>
              <a:ext cx="3182938" cy="2136775"/>
            </a:xfrm>
            <a:custGeom>
              <a:avLst/>
              <a:gdLst>
                <a:gd name="T0" fmla="*/ 846 w 1067"/>
                <a:gd name="T1" fmla="*/ 102 h 717"/>
                <a:gd name="T2" fmla="*/ 980 w 1067"/>
                <a:gd name="T3" fmla="*/ 329 h 717"/>
                <a:gd name="T4" fmla="*/ 981 w 1067"/>
                <a:gd name="T5" fmla="*/ 479 h 717"/>
                <a:gd name="T6" fmla="*/ 981 w 1067"/>
                <a:gd name="T7" fmla="*/ 558 h 717"/>
                <a:gd name="T8" fmla="*/ 961 w 1067"/>
                <a:gd name="T9" fmla="*/ 617 h 717"/>
                <a:gd name="T10" fmla="*/ 882 w 1067"/>
                <a:gd name="T11" fmla="*/ 633 h 717"/>
                <a:gd name="T12" fmla="*/ 213 w 1067"/>
                <a:gd name="T13" fmla="*/ 633 h 717"/>
                <a:gd name="T14" fmla="*/ 152 w 1067"/>
                <a:gd name="T15" fmla="*/ 633 h 717"/>
                <a:gd name="T16" fmla="*/ 89 w 1067"/>
                <a:gd name="T17" fmla="*/ 571 h 717"/>
                <a:gd name="T18" fmla="*/ 89 w 1067"/>
                <a:gd name="T19" fmla="*/ 523 h 717"/>
                <a:gd name="T20" fmla="*/ 89 w 1067"/>
                <a:gd name="T21" fmla="*/ 355 h 717"/>
                <a:gd name="T22" fmla="*/ 172 w 1067"/>
                <a:gd name="T23" fmla="*/ 144 h 717"/>
                <a:gd name="T24" fmla="*/ 222 w 1067"/>
                <a:gd name="T25" fmla="*/ 103 h 717"/>
                <a:gd name="T26" fmla="*/ 179 w 1067"/>
                <a:gd name="T27" fmla="*/ 31 h 717"/>
                <a:gd name="T28" fmla="*/ 12 w 1067"/>
                <a:gd name="T29" fmla="*/ 276 h 717"/>
                <a:gd name="T30" fmla="*/ 5 w 1067"/>
                <a:gd name="T31" fmla="*/ 447 h 717"/>
                <a:gd name="T32" fmla="*/ 9 w 1067"/>
                <a:gd name="T33" fmla="*/ 604 h 717"/>
                <a:gd name="T34" fmla="*/ 161 w 1067"/>
                <a:gd name="T35" fmla="*/ 717 h 717"/>
                <a:gd name="T36" fmla="*/ 804 w 1067"/>
                <a:gd name="T37" fmla="*/ 717 h 717"/>
                <a:gd name="T38" fmla="*/ 907 w 1067"/>
                <a:gd name="T39" fmla="*/ 717 h 717"/>
                <a:gd name="T40" fmla="*/ 1058 w 1067"/>
                <a:gd name="T41" fmla="*/ 614 h 717"/>
                <a:gd name="T42" fmla="*/ 1065 w 1067"/>
                <a:gd name="T43" fmla="*/ 544 h 717"/>
                <a:gd name="T44" fmla="*/ 1065 w 1067"/>
                <a:gd name="T45" fmla="*/ 455 h 717"/>
                <a:gd name="T46" fmla="*/ 1060 w 1067"/>
                <a:gd name="T47" fmla="*/ 287 h 717"/>
                <a:gd name="T48" fmla="*/ 888 w 1067"/>
                <a:gd name="T49" fmla="*/ 29 h 717"/>
                <a:gd name="T50" fmla="*/ 846 w 1067"/>
                <a:gd name="T51" fmla="*/ 102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67" h="717">
                  <a:moveTo>
                    <a:pt x="846" y="102"/>
                  </a:moveTo>
                  <a:cubicBezTo>
                    <a:pt x="924" y="152"/>
                    <a:pt x="974" y="236"/>
                    <a:pt x="980" y="329"/>
                  </a:cubicBezTo>
                  <a:cubicBezTo>
                    <a:pt x="983" y="379"/>
                    <a:pt x="981" y="429"/>
                    <a:pt x="981" y="479"/>
                  </a:cubicBezTo>
                  <a:cubicBezTo>
                    <a:pt x="981" y="505"/>
                    <a:pt x="981" y="532"/>
                    <a:pt x="981" y="558"/>
                  </a:cubicBezTo>
                  <a:cubicBezTo>
                    <a:pt x="981" y="582"/>
                    <a:pt x="978" y="600"/>
                    <a:pt x="961" y="617"/>
                  </a:cubicBezTo>
                  <a:cubicBezTo>
                    <a:pt x="940" y="637"/>
                    <a:pt x="910" y="633"/>
                    <a:pt x="882" y="633"/>
                  </a:cubicBezTo>
                  <a:cubicBezTo>
                    <a:pt x="659" y="633"/>
                    <a:pt x="436" y="633"/>
                    <a:pt x="213" y="633"/>
                  </a:cubicBezTo>
                  <a:cubicBezTo>
                    <a:pt x="193" y="633"/>
                    <a:pt x="172" y="633"/>
                    <a:pt x="152" y="633"/>
                  </a:cubicBezTo>
                  <a:cubicBezTo>
                    <a:pt x="117" y="633"/>
                    <a:pt x="90" y="605"/>
                    <a:pt x="89" y="571"/>
                  </a:cubicBezTo>
                  <a:cubicBezTo>
                    <a:pt x="89" y="555"/>
                    <a:pt x="89" y="539"/>
                    <a:pt x="89" y="523"/>
                  </a:cubicBezTo>
                  <a:cubicBezTo>
                    <a:pt x="89" y="467"/>
                    <a:pt x="89" y="411"/>
                    <a:pt x="89" y="355"/>
                  </a:cubicBezTo>
                  <a:cubicBezTo>
                    <a:pt x="89" y="275"/>
                    <a:pt x="117" y="201"/>
                    <a:pt x="172" y="144"/>
                  </a:cubicBezTo>
                  <a:cubicBezTo>
                    <a:pt x="187" y="128"/>
                    <a:pt x="204" y="115"/>
                    <a:pt x="222" y="103"/>
                  </a:cubicBezTo>
                  <a:cubicBezTo>
                    <a:pt x="267" y="74"/>
                    <a:pt x="225" y="1"/>
                    <a:pt x="179" y="31"/>
                  </a:cubicBezTo>
                  <a:cubicBezTo>
                    <a:pt x="93" y="87"/>
                    <a:pt x="32" y="174"/>
                    <a:pt x="12" y="276"/>
                  </a:cubicBezTo>
                  <a:cubicBezTo>
                    <a:pt x="1" y="332"/>
                    <a:pt x="5" y="391"/>
                    <a:pt x="5" y="447"/>
                  </a:cubicBezTo>
                  <a:cubicBezTo>
                    <a:pt x="5" y="498"/>
                    <a:pt x="0" y="553"/>
                    <a:pt x="9" y="604"/>
                  </a:cubicBezTo>
                  <a:cubicBezTo>
                    <a:pt x="22" y="675"/>
                    <a:pt x="92" y="717"/>
                    <a:pt x="161" y="717"/>
                  </a:cubicBezTo>
                  <a:cubicBezTo>
                    <a:pt x="375" y="717"/>
                    <a:pt x="590" y="717"/>
                    <a:pt x="804" y="717"/>
                  </a:cubicBezTo>
                  <a:cubicBezTo>
                    <a:pt x="839" y="717"/>
                    <a:pt x="873" y="717"/>
                    <a:pt x="907" y="717"/>
                  </a:cubicBezTo>
                  <a:cubicBezTo>
                    <a:pt x="977" y="717"/>
                    <a:pt x="1035" y="681"/>
                    <a:pt x="1058" y="614"/>
                  </a:cubicBezTo>
                  <a:cubicBezTo>
                    <a:pt x="1066" y="592"/>
                    <a:pt x="1065" y="568"/>
                    <a:pt x="1065" y="544"/>
                  </a:cubicBezTo>
                  <a:cubicBezTo>
                    <a:pt x="1065" y="515"/>
                    <a:pt x="1065" y="485"/>
                    <a:pt x="1065" y="455"/>
                  </a:cubicBezTo>
                  <a:cubicBezTo>
                    <a:pt x="1065" y="399"/>
                    <a:pt x="1067" y="343"/>
                    <a:pt x="1060" y="287"/>
                  </a:cubicBezTo>
                  <a:cubicBezTo>
                    <a:pt x="1045" y="181"/>
                    <a:pt x="977" y="86"/>
                    <a:pt x="888" y="29"/>
                  </a:cubicBezTo>
                  <a:cubicBezTo>
                    <a:pt x="842" y="0"/>
                    <a:pt x="800" y="72"/>
                    <a:pt x="846"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74" name="Forma libre 39">
              <a:extLst>
                <a:ext uri="{FF2B5EF4-FFF2-40B4-BE49-F238E27FC236}">
                  <a16:creationId xmlns:a16="http://schemas.microsoft.com/office/drawing/2014/main" id="{F9DCB288-7675-41B6-9E88-9068BFDC0277}"/>
                </a:ext>
              </a:extLst>
            </p:cNvPr>
            <p:cNvSpPr>
              <a:spLocks/>
            </p:cNvSpPr>
            <p:nvPr/>
          </p:nvSpPr>
          <p:spPr bwMode="auto">
            <a:xfrm>
              <a:off x="-19121438" y="-3736976"/>
              <a:ext cx="1906588" cy="1978025"/>
            </a:xfrm>
            <a:custGeom>
              <a:avLst/>
              <a:gdLst>
                <a:gd name="T0" fmla="*/ 555 w 639"/>
                <a:gd name="T1" fmla="*/ 327 h 664"/>
                <a:gd name="T2" fmla="*/ 438 w 639"/>
                <a:gd name="T3" fmla="*/ 527 h 664"/>
                <a:gd name="T4" fmla="*/ 204 w 639"/>
                <a:gd name="T5" fmla="*/ 521 h 664"/>
                <a:gd name="T6" fmla="*/ 97 w 639"/>
                <a:gd name="T7" fmla="*/ 316 h 664"/>
                <a:gd name="T8" fmla="*/ 222 w 639"/>
                <a:gd name="T9" fmla="*/ 123 h 664"/>
                <a:gd name="T10" fmla="*/ 447 w 639"/>
                <a:gd name="T11" fmla="*/ 133 h 664"/>
                <a:gd name="T12" fmla="*/ 555 w 639"/>
                <a:gd name="T13" fmla="*/ 327 h 664"/>
                <a:gd name="T14" fmla="*/ 639 w 639"/>
                <a:gd name="T15" fmla="*/ 327 h 664"/>
                <a:gd name="T16" fmla="*/ 519 w 639"/>
                <a:gd name="T17" fmla="*/ 82 h 664"/>
                <a:gd name="T18" fmla="*/ 244 w 639"/>
                <a:gd name="T19" fmla="*/ 25 h 664"/>
                <a:gd name="T20" fmla="*/ 40 w 639"/>
                <a:gd name="T21" fmla="*/ 201 h 664"/>
                <a:gd name="T22" fmla="*/ 54 w 639"/>
                <a:gd name="T23" fmla="*/ 482 h 664"/>
                <a:gd name="T24" fmla="*/ 407 w 639"/>
                <a:gd name="T25" fmla="*/ 630 h 664"/>
                <a:gd name="T26" fmla="*/ 639 w 639"/>
                <a:gd name="T27" fmla="*/ 327 h 664"/>
                <a:gd name="T28" fmla="*/ 555 w 639"/>
                <a:gd name="T29" fmla="*/ 327 h 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39" h="664">
                  <a:moveTo>
                    <a:pt x="555" y="327"/>
                  </a:moveTo>
                  <a:cubicBezTo>
                    <a:pt x="554" y="410"/>
                    <a:pt x="510" y="485"/>
                    <a:pt x="438" y="527"/>
                  </a:cubicBezTo>
                  <a:cubicBezTo>
                    <a:pt x="366" y="569"/>
                    <a:pt x="275" y="564"/>
                    <a:pt x="204" y="521"/>
                  </a:cubicBezTo>
                  <a:cubicBezTo>
                    <a:pt x="133" y="478"/>
                    <a:pt x="95" y="398"/>
                    <a:pt x="97" y="316"/>
                  </a:cubicBezTo>
                  <a:cubicBezTo>
                    <a:pt x="100" y="234"/>
                    <a:pt x="151" y="161"/>
                    <a:pt x="222" y="123"/>
                  </a:cubicBezTo>
                  <a:cubicBezTo>
                    <a:pt x="293" y="86"/>
                    <a:pt x="380" y="92"/>
                    <a:pt x="447" y="133"/>
                  </a:cubicBezTo>
                  <a:cubicBezTo>
                    <a:pt x="514" y="174"/>
                    <a:pt x="554" y="250"/>
                    <a:pt x="555" y="327"/>
                  </a:cubicBezTo>
                  <a:cubicBezTo>
                    <a:pt x="555" y="381"/>
                    <a:pt x="639" y="382"/>
                    <a:pt x="639" y="327"/>
                  </a:cubicBezTo>
                  <a:cubicBezTo>
                    <a:pt x="638" y="232"/>
                    <a:pt x="595" y="141"/>
                    <a:pt x="519" y="82"/>
                  </a:cubicBezTo>
                  <a:cubicBezTo>
                    <a:pt x="441" y="21"/>
                    <a:pt x="340" y="0"/>
                    <a:pt x="244" y="25"/>
                  </a:cubicBezTo>
                  <a:cubicBezTo>
                    <a:pt x="154" y="48"/>
                    <a:pt x="77" y="116"/>
                    <a:pt x="40" y="201"/>
                  </a:cubicBezTo>
                  <a:cubicBezTo>
                    <a:pt x="0" y="292"/>
                    <a:pt x="5" y="395"/>
                    <a:pt x="54" y="482"/>
                  </a:cubicBezTo>
                  <a:cubicBezTo>
                    <a:pt x="123" y="606"/>
                    <a:pt x="272" y="664"/>
                    <a:pt x="407" y="630"/>
                  </a:cubicBezTo>
                  <a:cubicBezTo>
                    <a:pt x="543" y="595"/>
                    <a:pt x="637" y="466"/>
                    <a:pt x="639" y="327"/>
                  </a:cubicBezTo>
                  <a:cubicBezTo>
                    <a:pt x="639" y="273"/>
                    <a:pt x="555" y="273"/>
                    <a:pt x="555" y="3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75" name="Forma libre 40">
              <a:extLst>
                <a:ext uri="{FF2B5EF4-FFF2-40B4-BE49-F238E27FC236}">
                  <a16:creationId xmlns:a16="http://schemas.microsoft.com/office/drawing/2014/main" id="{9ABAA1E3-5A43-4715-8E36-58674814BC24}"/>
                </a:ext>
              </a:extLst>
            </p:cNvPr>
            <p:cNvSpPr>
              <a:spLocks/>
            </p:cNvSpPr>
            <p:nvPr/>
          </p:nvSpPr>
          <p:spPr bwMode="auto">
            <a:xfrm>
              <a:off x="-19746913" y="-2163763"/>
              <a:ext cx="3186113" cy="2136775"/>
            </a:xfrm>
            <a:custGeom>
              <a:avLst/>
              <a:gdLst>
                <a:gd name="T0" fmla="*/ 846 w 1068"/>
                <a:gd name="T1" fmla="*/ 102 h 717"/>
                <a:gd name="T2" fmla="*/ 981 w 1068"/>
                <a:gd name="T3" fmla="*/ 329 h 717"/>
                <a:gd name="T4" fmla="*/ 981 w 1068"/>
                <a:gd name="T5" fmla="*/ 479 h 717"/>
                <a:gd name="T6" fmla="*/ 981 w 1068"/>
                <a:gd name="T7" fmla="*/ 558 h 717"/>
                <a:gd name="T8" fmla="*/ 961 w 1068"/>
                <a:gd name="T9" fmla="*/ 617 h 717"/>
                <a:gd name="T10" fmla="*/ 882 w 1068"/>
                <a:gd name="T11" fmla="*/ 633 h 717"/>
                <a:gd name="T12" fmla="*/ 214 w 1068"/>
                <a:gd name="T13" fmla="*/ 633 h 717"/>
                <a:gd name="T14" fmla="*/ 153 w 1068"/>
                <a:gd name="T15" fmla="*/ 633 h 717"/>
                <a:gd name="T16" fmla="*/ 90 w 1068"/>
                <a:gd name="T17" fmla="*/ 571 h 717"/>
                <a:gd name="T18" fmla="*/ 90 w 1068"/>
                <a:gd name="T19" fmla="*/ 523 h 717"/>
                <a:gd name="T20" fmla="*/ 90 w 1068"/>
                <a:gd name="T21" fmla="*/ 355 h 717"/>
                <a:gd name="T22" fmla="*/ 173 w 1068"/>
                <a:gd name="T23" fmla="*/ 144 h 717"/>
                <a:gd name="T24" fmla="*/ 222 w 1068"/>
                <a:gd name="T25" fmla="*/ 103 h 717"/>
                <a:gd name="T26" fmla="*/ 180 w 1068"/>
                <a:gd name="T27" fmla="*/ 31 h 717"/>
                <a:gd name="T28" fmla="*/ 13 w 1068"/>
                <a:gd name="T29" fmla="*/ 276 h 717"/>
                <a:gd name="T30" fmla="*/ 6 w 1068"/>
                <a:gd name="T31" fmla="*/ 447 h 717"/>
                <a:gd name="T32" fmla="*/ 10 w 1068"/>
                <a:gd name="T33" fmla="*/ 604 h 717"/>
                <a:gd name="T34" fmla="*/ 161 w 1068"/>
                <a:gd name="T35" fmla="*/ 717 h 717"/>
                <a:gd name="T36" fmla="*/ 805 w 1068"/>
                <a:gd name="T37" fmla="*/ 717 h 717"/>
                <a:gd name="T38" fmla="*/ 908 w 1068"/>
                <a:gd name="T39" fmla="*/ 717 h 717"/>
                <a:gd name="T40" fmla="*/ 1059 w 1068"/>
                <a:gd name="T41" fmla="*/ 614 h 717"/>
                <a:gd name="T42" fmla="*/ 1065 w 1068"/>
                <a:gd name="T43" fmla="*/ 544 h 717"/>
                <a:gd name="T44" fmla="*/ 1065 w 1068"/>
                <a:gd name="T45" fmla="*/ 455 h 717"/>
                <a:gd name="T46" fmla="*/ 1060 w 1068"/>
                <a:gd name="T47" fmla="*/ 287 h 717"/>
                <a:gd name="T48" fmla="*/ 889 w 1068"/>
                <a:gd name="T49" fmla="*/ 29 h 717"/>
                <a:gd name="T50" fmla="*/ 846 w 1068"/>
                <a:gd name="T51" fmla="*/ 102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68" h="717">
                  <a:moveTo>
                    <a:pt x="846" y="102"/>
                  </a:moveTo>
                  <a:cubicBezTo>
                    <a:pt x="924" y="152"/>
                    <a:pt x="975" y="236"/>
                    <a:pt x="981" y="329"/>
                  </a:cubicBezTo>
                  <a:cubicBezTo>
                    <a:pt x="984" y="379"/>
                    <a:pt x="981" y="429"/>
                    <a:pt x="981" y="479"/>
                  </a:cubicBezTo>
                  <a:cubicBezTo>
                    <a:pt x="981" y="505"/>
                    <a:pt x="981" y="532"/>
                    <a:pt x="981" y="558"/>
                  </a:cubicBezTo>
                  <a:cubicBezTo>
                    <a:pt x="981" y="582"/>
                    <a:pt x="978" y="600"/>
                    <a:pt x="961" y="617"/>
                  </a:cubicBezTo>
                  <a:cubicBezTo>
                    <a:pt x="941" y="637"/>
                    <a:pt x="911" y="633"/>
                    <a:pt x="882" y="633"/>
                  </a:cubicBezTo>
                  <a:cubicBezTo>
                    <a:pt x="659" y="633"/>
                    <a:pt x="437" y="633"/>
                    <a:pt x="214" y="633"/>
                  </a:cubicBezTo>
                  <a:cubicBezTo>
                    <a:pt x="193" y="633"/>
                    <a:pt x="173" y="633"/>
                    <a:pt x="153" y="633"/>
                  </a:cubicBezTo>
                  <a:cubicBezTo>
                    <a:pt x="118" y="633"/>
                    <a:pt x="91" y="605"/>
                    <a:pt x="90" y="571"/>
                  </a:cubicBezTo>
                  <a:cubicBezTo>
                    <a:pt x="89" y="555"/>
                    <a:pt x="90" y="539"/>
                    <a:pt x="90" y="523"/>
                  </a:cubicBezTo>
                  <a:cubicBezTo>
                    <a:pt x="90" y="467"/>
                    <a:pt x="90" y="411"/>
                    <a:pt x="90" y="355"/>
                  </a:cubicBezTo>
                  <a:cubicBezTo>
                    <a:pt x="90" y="275"/>
                    <a:pt x="117" y="201"/>
                    <a:pt x="173" y="144"/>
                  </a:cubicBezTo>
                  <a:cubicBezTo>
                    <a:pt x="188" y="128"/>
                    <a:pt x="204" y="115"/>
                    <a:pt x="222" y="103"/>
                  </a:cubicBezTo>
                  <a:cubicBezTo>
                    <a:pt x="267" y="74"/>
                    <a:pt x="225" y="1"/>
                    <a:pt x="180" y="31"/>
                  </a:cubicBezTo>
                  <a:cubicBezTo>
                    <a:pt x="94" y="87"/>
                    <a:pt x="32" y="174"/>
                    <a:pt x="13" y="276"/>
                  </a:cubicBezTo>
                  <a:cubicBezTo>
                    <a:pt x="2" y="332"/>
                    <a:pt x="6" y="391"/>
                    <a:pt x="6" y="447"/>
                  </a:cubicBezTo>
                  <a:cubicBezTo>
                    <a:pt x="6" y="498"/>
                    <a:pt x="0" y="553"/>
                    <a:pt x="10" y="604"/>
                  </a:cubicBezTo>
                  <a:cubicBezTo>
                    <a:pt x="23" y="675"/>
                    <a:pt x="93" y="717"/>
                    <a:pt x="161" y="717"/>
                  </a:cubicBezTo>
                  <a:cubicBezTo>
                    <a:pt x="376" y="717"/>
                    <a:pt x="590" y="717"/>
                    <a:pt x="805" y="717"/>
                  </a:cubicBezTo>
                  <a:cubicBezTo>
                    <a:pt x="839" y="717"/>
                    <a:pt x="874" y="717"/>
                    <a:pt x="908" y="717"/>
                  </a:cubicBezTo>
                  <a:cubicBezTo>
                    <a:pt x="978" y="717"/>
                    <a:pt x="1036" y="681"/>
                    <a:pt x="1059" y="614"/>
                  </a:cubicBezTo>
                  <a:cubicBezTo>
                    <a:pt x="1067" y="592"/>
                    <a:pt x="1065" y="568"/>
                    <a:pt x="1065" y="544"/>
                  </a:cubicBezTo>
                  <a:cubicBezTo>
                    <a:pt x="1065" y="515"/>
                    <a:pt x="1065" y="485"/>
                    <a:pt x="1065" y="455"/>
                  </a:cubicBezTo>
                  <a:cubicBezTo>
                    <a:pt x="1065" y="399"/>
                    <a:pt x="1068" y="343"/>
                    <a:pt x="1060" y="287"/>
                  </a:cubicBezTo>
                  <a:cubicBezTo>
                    <a:pt x="1046" y="181"/>
                    <a:pt x="978" y="86"/>
                    <a:pt x="889" y="29"/>
                  </a:cubicBezTo>
                  <a:cubicBezTo>
                    <a:pt x="843" y="0"/>
                    <a:pt x="801" y="72"/>
                    <a:pt x="846"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76" name="Forma libre 41">
              <a:extLst>
                <a:ext uri="{FF2B5EF4-FFF2-40B4-BE49-F238E27FC236}">
                  <a16:creationId xmlns:a16="http://schemas.microsoft.com/office/drawing/2014/main" id="{EA6EC370-AE96-4357-86E0-93B6C20D2269}"/>
                </a:ext>
              </a:extLst>
            </p:cNvPr>
            <p:cNvSpPr>
              <a:spLocks/>
            </p:cNvSpPr>
            <p:nvPr/>
          </p:nvSpPr>
          <p:spPr bwMode="auto">
            <a:xfrm>
              <a:off x="-22120225" y="-5770563"/>
              <a:ext cx="250825" cy="2101850"/>
            </a:xfrm>
            <a:custGeom>
              <a:avLst/>
              <a:gdLst>
                <a:gd name="T0" fmla="*/ 0 w 84"/>
                <a:gd name="T1" fmla="*/ 54 h 705"/>
                <a:gd name="T2" fmla="*/ 0 w 84"/>
                <a:gd name="T3" fmla="*/ 631 h 705"/>
                <a:gd name="T4" fmla="*/ 0 w 84"/>
                <a:gd name="T5" fmla="*/ 650 h 705"/>
                <a:gd name="T6" fmla="*/ 84 w 84"/>
                <a:gd name="T7" fmla="*/ 650 h 705"/>
                <a:gd name="T8" fmla="*/ 84 w 84"/>
                <a:gd name="T9" fmla="*/ 73 h 705"/>
                <a:gd name="T10" fmla="*/ 84 w 84"/>
                <a:gd name="T11" fmla="*/ 54 h 705"/>
                <a:gd name="T12" fmla="*/ 0 w 84"/>
                <a:gd name="T13" fmla="*/ 54 h 705"/>
              </a:gdLst>
              <a:ahLst/>
              <a:cxnLst>
                <a:cxn ang="0">
                  <a:pos x="T0" y="T1"/>
                </a:cxn>
                <a:cxn ang="0">
                  <a:pos x="T2" y="T3"/>
                </a:cxn>
                <a:cxn ang="0">
                  <a:pos x="T4" y="T5"/>
                </a:cxn>
                <a:cxn ang="0">
                  <a:pos x="T6" y="T7"/>
                </a:cxn>
                <a:cxn ang="0">
                  <a:pos x="T8" y="T9"/>
                </a:cxn>
                <a:cxn ang="0">
                  <a:pos x="T10" y="T11"/>
                </a:cxn>
                <a:cxn ang="0">
                  <a:pos x="T12" y="T13"/>
                </a:cxn>
              </a:cxnLst>
              <a:rect l="0" t="0" r="r" b="b"/>
              <a:pathLst>
                <a:path w="84" h="705">
                  <a:moveTo>
                    <a:pt x="0" y="54"/>
                  </a:moveTo>
                  <a:cubicBezTo>
                    <a:pt x="0" y="247"/>
                    <a:pt x="0" y="439"/>
                    <a:pt x="0" y="631"/>
                  </a:cubicBezTo>
                  <a:cubicBezTo>
                    <a:pt x="0" y="638"/>
                    <a:pt x="0" y="644"/>
                    <a:pt x="0" y="650"/>
                  </a:cubicBezTo>
                  <a:cubicBezTo>
                    <a:pt x="0" y="705"/>
                    <a:pt x="84" y="705"/>
                    <a:pt x="84" y="650"/>
                  </a:cubicBezTo>
                  <a:cubicBezTo>
                    <a:pt x="84" y="458"/>
                    <a:pt x="84" y="266"/>
                    <a:pt x="84" y="73"/>
                  </a:cubicBezTo>
                  <a:cubicBezTo>
                    <a:pt x="84" y="67"/>
                    <a:pt x="84" y="61"/>
                    <a:pt x="84" y="54"/>
                  </a:cubicBezTo>
                  <a:cubicBezTo>
                    <a:pt x="84" y="0"/>
                    <a:pt x="0" y="0"/>
                    <a:pt x="0"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77" name="Forma libre 42">
              <a:extLst>
                <a:ext uri="{FF2B5EF4-FFF2-40B4-BE49-F238E27FC236}">
                  <a16:creationId xmlns:a16="http://schemas.microsoft.com/office/drawing/2014/main" id="{5368DFC5-02C5-4946-A452-2652C5D14973}"/>
                </a:ext>
              </a:extLst>
            </p:cNvPr>
            <p:cNvSpPr>
              <a:spLocks/>
            </p:cNvSpPr>
            <p:nvPr/>
          </p:nvSpPr>
          <p:spPr bwMode="auto">
            <a:xfrm>
              <a:off x="-23742650" y="-4017963"/>
              <a:ext cx="1944688" cy="1266825"/>
            </a:xfrm>
            <a:custGeom>
              <a:avLst/>
              <a:gdLst>
                <a:gd name="T0" fmla="*/ 89 w 652"/>
                <a:gd name="T1" fmla="*/ 398 h 425"/>
                <a:gd name="T2" fmla="*/ 589 w 652"/>
                <a:gd name="T3" fmla="*/ 109 h 425"/>
                <a:gd name="T4" fmla="*/ 605 w 652"/>
                <a:gd name="T5" fmla="*/ 100 h 425"/>
                <a:gd name="T6" fmla="*/ 563 w 652"/>
                <a:gd name="T7" fmla="*/ 27 h 425"/>
                <a:gd name="T8" fmla="*/ 63 w 652"/>
                <a:gd name="T9" fmla="*/ 316 h 425"/>
                <a:gd name="T10" fmla="*/ 47 w 652"/>
                <a:gd name="T11" fmla="*/ 325 h 425"/>
                <a:gd name="T12" fmla="*/ 89 w 652"/>
                <a:gd name="T13" fmla="*/ 398 h 425"/>
              </a:gdLst>
              <a:ahLst/>
              <a:cxnLst>
                <a:cxn ang="0">
                  <a:pos x="T0" y="T1"/>
                </a:cxn>
                <a:cxn ang="0">
                  <a:pos x="T2" y="T3"/>
                </a:cxn>
                <a:cxn ang="0">
                  <a:pos x="T4" y="T5"/>
                </a:cxn>
                <a:cxn ang="0">
                  <a:pos x="T6" y="T7"/>
                </a:cxn>
                <a:cxn ang="0">
                  <a:pos x="T8" y="T9"/>
                </a:cxn>
                <a:cxn ang="0">
                  <a:pos x="T10" y="T11"/>
                </a:cxn>
                <a:cxn ang="0">
                  <a:pos x="T12" y="T13"/>
                </a:cxn>
              </a:cxnLst>
              <a:rect l="0" t="0" r="r" b="b"/>
              <a:pathLst>
                <a:path w="652" h="425">
                  <a:moveTo>
                    <a:pt x="89" y="398"/>
                  </a:moveTo>
                  <a:cubicBezTo>
                    <a:pt x="256" y="302"/>
                    <a:pt x="422" y="205"/>
                    <a:pt x="589" y="109"/>
                  </a:cubicBezTo>
                  <a:cubicBezTo>
                    <a:pt x="594" y="106"/>
                    <a:pt x="600" y="103"/>
                    <a:pt x="605" y="100"/>
                  </a:cubicBezTo>
                  <a:cubicBezTo>
                    <a:pt x="652" y="73"/>
                    <a:pt x="610" y="0"/>
                    <a:pt x="563" y="27"/>
                  </a:cubicBezTo>
                  <a:cubicBezTo>
                    <a:pt x="396" y="123"/>
                    <a:pt x="230" y="219"/>
                    <a:pt x="63" y="316"/>
                  </a:cubicBezTo>
                  <a:cubicBezTo>
                    <a:pt x="58" y="319"/>
                    <a:pt x="52" y="322"/>
                    <a:pt x="47" y="325"/>
                  </a:cubicBezTo>
                  <a:cubicBezTo>
                    <a:pt x="0" y="352"/>
                    <a:pt x="42" y="425"/>
                    <a:pt x="89" y="3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78" name="Forma libre 43">
              <a:extLst>
                <a:ext uri="{FF2B5EF4-FFF2-40B4-BE49-F238E27FC236}">
                  <a16:creationId xmlns:a16="http://schemas.microsoft.com/office/drawing/2014/main" id="{8580222D-9DD6-41E9-912C-179A6E1059FD}"/>
                </a:ext>
              </a:extLst>
            </p:cNvPr>
            <p:cNvSpPr>
              <a:spLocks/>
            </p:cNvSpPr>
            <p:nvPr/>
          </p:nvSpPr>
          <p:spPr bwMode="auto">
            <a:xfrm>
              <a:off x="-22191663" y="-4017963"/>
              <a:ext cx="1946275" cy="1266825"/>
            </a:xfrm>
            <a:custGeom>
              <a:avLst/>
              <a:gdLst>
                <a:gd name="T0" fmla="*/ 605 w 652"/>
                <a:gd name="T1" fmla="*/ 325 h 425"/>
                <a:gd name="T2" fmla="*/ 106 w 652"/>
                <a:gd name="T3" fmla="*/ 37 h 425"/>
                <a:gd name="T4" fmla="*/ 89 w 652"/>
                <a:gd name="T5" fmla="*/ 27 h 425"/>
                <a:gd name="T6" fmla="*/ 47 w 652"/>
                <a:gd name="T7" fmla="*/ 100 h 425"/>
                <a:gd name="T8" fmla="*/ 546 w 652"/>
                <a:gd name="T9" fmla="*/ 388 h 425"/>
                <a:gd name="T10" fmla="*/ 563 w 652"/>
                <a:gd name="T11" fmla="*/ 398 h 425"/>
                <a:gd name="T12" fmla="*/ 605 w 652"/>
                <a:gd name="T13" fmla="*/ 325 h 425"/>
              </a:gdLst>
              <a:ahLst/>
              <a:cxnLst>
                <a:cxn ang="0">
                  <a:pos x="T0" y="T1"/>
                </a:cxn>
                <a:cxn ang="0">
                  <a:pos x="T2" y="T3"/>
                </a:cxn>
                <a:cxn ang="0">
                  <a:pos x="T4" y="T5"/>
                </a:cxn>
                <a:cxn ang="0">
                  <a:pos x="T6" y="T7"/>
                </a:cxn>
                <a:cxn ang="0">
                  <a:pos x="T8" y="T9"/>
                </a:cxn>
                <a:cxn ang="0">
                  <a:pos x="T10" y="T11"/>
                </a:cxn>
                <a:cxn ang="0">
                  <a:pos x="T12" y="T13"/>
                </a:cxn>
              </a:cxnLst>
              <a:rect l="0" t="0" r="r" b="b"/>
              <a:pathLst>
                <a:path w="652" h="425">
                  <a:moveTo>
                    <a:pt x="605" y="325"/>
                  </a:moveTo>
                  <a:cubicBezTo>
                    <a:pt x="439" y="229"/>
                    <a:pt x="272" y="133"/>
                    <a:pt x="106" y="37"/>
                  </a:cubicBezTo>
                  <a:cubicBezTo>
                    <a:pt x="100" y="33"/>
                    <a:pt x="95" y="30"/>
                    <a:pt x="89" y="27"/>
                  </a:cubicBezTo>
                  <a:cubicBezTo>
                    <a:pt x="42" y="0"/>
                    <a:pt x="0" y="73"/>
                    <a:pt x="47" y="100"/>
                  </a:cubicBezTo>
                  <a:cubicBezTo>
                    <a:pt x="213" y="196"/>
                    <a:pt x="380" y="292"/>
                    <a:pt x="546" y="388"/>
                  </a:cubicBezTo>
                  <a:cubicBezTo>
                    <a:pt x="552" y="391"/>
                    <a:pt x="557" y="395"/>
                    <a:pt x="563" y="398"/>
                  </a:cubicBezTo>
                  <a:cubicBezTo>
                    <a:pt x="610" y="425"/>
                    <a:pt x="652" y="352"/>
                    <a:pt x="605" y="3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grpSp>
      <p:sp>
        <p:nvSpPr>
          <p:cNvPr id="3" name="Título 2" hidden="1">
            <a:extLst>
              <a:ext uri="{FF2B5EF4-FFF2-40B4-BE49-F238E27FC236}">
                <a16:creationId xmlns:a16="http://schemas.microsoft.com/office/drawing/2014/main" id="{016C325E-5B69-4D07-BBFB-7DB217A69D48}"/>
              </a:ext>
            </a:extLst>
          </p:cNvPr>
          <p:cNvSpPr>
            <a:spLocks noGrp="1"/>
          </p:cNvSpPr>
          <p:nvPr>
            <p:ph type="ctrTitle"/>
          </p:nvPr>
        </p:nvSpPr>
        <p:spPr/>
        <p:txBody>
          <a:bodyPr rtlCol="0"/>
          <a:lstStyle/>
          <a:p>
            <a:r>
              <a:rPr lang="es-ES" dirty="0"/>
              <a:t>Diapositiva de recursos humanos 1</a:t>
            </a:r>
          </a:p>
        </p:txBody>
      </p:sp>
      <p:sp>
        <p:nvSpPr>
          <p:cNvPr id="4" name="CuadroTexto 3"/>
          <p:cNvSpPr txBox="1"/>
          <p:nvPr/>
        </p:nvSpPr>
        <p:spPr>
          <a:xfrm>
            <a:off x="8244584" y="1172241"/>
            <a:ext cx="3550817" cy="1938992"/>
          </a:xfrm>
          <a:prstGeom prst="rect">
            <a:avLst/>
          </a:prstGeom>
          <a:noFill/>
        </p:spPr>
        <p:txBody>
          <a:bodyPr wrap="square" rtlCol="0">
            <a:spAutoFit/>
          </a:bodyPr>
          <a:lstStyle/>
          <a:p>
            <a:r>
              <a:rPr lang="es-419" sz="6000" b="1" dirty="0">
                <a:solidFill>
                  <a:schemeClr val="bg1"/>
                </a:solidFill>
              </a:rPr>
              <a:t>ANTES DE EMPEZAR</a:t>
            </a:r>
            <a:endParaRPr lang="es-CO" sz="6000" b="1" dirty="0">
              <a:solidFill>
                <a:schemeClr val="bg1"/>
              </a:solidFill>
            </a:endParaRPr>
          </a:p>
        </p:txBody>
      </p:sp>
      <p:pic>
        <p:nvPicPr>
          <p:cNvPr id="5" name="Imagen 4" descr="Imagen que contiene Interfaz de usuario gráfica&#10;&#10;Descripción generada automáticamente">
            <a:extLst>
              <a:ext uri="{FF2B5EF4-FFF2-40B4-BE49-F238E27FC236}">
                <a16:creationId xmlns:a16="http://schemas.microsoft.com/office/drawing/2014/main" id="{5E15CCEE-E451-C86A-F118-DE0950A5B9C1}"/>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2830878551"/>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 de texto 1">
            <a:extLst>
              <a:ext uri="{FF2B5EF4-FFF2-40B4-BE49-F238E27FC236}">
                <a16:creationId xmlns:a16="http://schemas.microsoft.com/office/drawing/2014/main" id="{D815E537-4AB4-4445-A3AC-40D738EDF3DC}"/>
              </a:ext>
            </a:extLst>
          </p:cNvPr>
          <p:cNvSpPr txBox="1"/>
          <p:nvPr/>
        </p:nvSpPr>
        <p:spPr>
          <a:xfrm>
            <a:off x="944039" y="1171341"/>
            <a:ext cx="4845708" cy="492443"/>
          </a:xfrm>
          <a:prstGeom prst="rect">
            <a:avLst/>
          </a:prstGeom>
          <a:noFill/>
        </p:spPr>
        <p:txBody>
          <a:bodyPr wrap="square" lIns="0" tIns="0" rIns="0" bIns="0" rtlCol="0">
            <a:spAutoFit/>
          </a:bodyPr>
          <a:lstStyle/>
          <a:p>
            <a:pPr rtl="0"/>
            <a:r>
              <a:rPr lang="es-ES" sz="3200" b="1" dirty="0">
                <a:solidFill>
                  <a:srgbClr val="002060"/>
                </a:solidFill>
                <a:latin typeface="Segoe UI" panose="020B0502040204020203" pitchFamily="34" charset="0"/>
                <a:cs typeface="Segoe UI" panose="020B0502040204020203" pitchFamily="34" charset="0"/>
              </a:rPr>
              <a:t>AGENDA</a:t>
            </a:r>
          </a:p>
        </p:txBody>
      </p:sp>
      <p:cxnSp>
        <p:nvCxnSpPr>
          <p:cNvPr id="4" name="Conector recto 3">
            <a:extLst>
              <a:ext uri="{FF2B5EF4-FFF2-40B4-BE49-F238E27FC236}">
                <a16:creationId xmlns:a16="http://schemas.microsoft.com/office/drawing/2014/main" id="{B38D4B56-7D6C-4345-912F-B3BA9A014E8B}"/>
              </a:ext>
              <a:ext uri="{C183D7F6-B498-43B3-948B-1728B52AA6E4}">
                <adec:decorative xmlns:adec="http://schemas.microsoft.com/office/drawing/2017/decorative" val="1"/>
              </a:ext>
            </a:extLst>
          </p:cNvPr>
          <p:cNvCxnSpPr/>
          <p:nvPr/>
        </p:nvCxnSpPr>
        <p:spPr>
          <a:xfrm>
            <a:off x="660674" y="-354434"/>
            <a:ext cx="0" cy="6357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69" name="Grupo 68">
            <a:extLst>
              <a:ext uri="{FF2B5EF4-FFF2-40B4-BE49-F238E27FC236}">
                <a16:creationId xmlns:a16="http://schemas.microsoft.com/office/drawing/2014/main" id="{B457331C-2A24-4352-9B4C-1C1B326F404F}"/>
              </a:ext>
              <a:ext uri="{C183D7F6-B498-43B3-948B-1728B52AA6E4}">
                <adec:decorative xmlns:adec="http://schemas.microsoft.com/office/drawing/2017/decorative" val="1"/>
              </a:ext>
            </a:extLst>
          </p:cNvPr>
          <p:cNvGrpSpPr/>
          <p:nvPr/>
        </p:nvGrpSpPr>
        <p:grpSpPr>
          <a:xfrm>
            <a:off x="523547" y="1979028"/>
            <a:ext cx="4201583" cy="2005242"/>
            <a:chOff x="518433" y="1798732"/>
            <a:chExt cx="4201583" cy="1970172"/>
          </a:xfrm>
        </p:grpSpPr>
        <p:grpSp>
          <p:nvGrpSpPr>
            <p:cNvPr id="21" name="Grupo 20">
              <a:extLst>
                <a:ext uri="{FF2B5EF4-FFF2-40B4-BE49-F238E27FC236}">
                  <a16:creationId xmlns:a16="http://schemas.microsoft.com/office/drawing/2014/main" id="{B111D787-E830-4638-97B3-205F0A0ABC3F}"/>
                </a:ext>
              </a:extLst>
            </p:cNvPr>
            <p:cNvGrpSpPr/>
            <p:nvPr/>
          </p:nvGrpSpPr>
          <p:grpSpPr>
            <a:xfrm>
              <a:off x="518433" y="1798732"/>
              <a:ext cx="4201583" cy="255686"/>
              <a:chOff x="518433" y="1957809"/>
              <a:chExt cx="4201583" cy="255686"/>
            </a:xfrm>
          </p:grpSpPr>
          <p:sp>
            <p:nvSpPr>
              <p:cNvPr id="6" name="Rectángulo: Esquinas redondeadas 5">
                <a:extLst>
                  <a:ext uri="{FF2B5EF4-FFF2-40B4-BE49-F238E27FC236}">
                    <a16:creationId xmlns:a16="http://schemas.microsoft.com/office/drawing/2014/main" id="{6BFCD1AA-E1CA-41D6-8605-56AFEBE4EEE3}"/>
                  </a:ext>
                </a:extLst>
              </p:cNvPr>
              <p:cNvSpPr/>
              <p:nvPr/>
            </p:nvSpPr>
            <p:spPr>
              <a:xfrm>
                <a:off x="518433" y="1981199"/>
                <a:ext cx="443592" cy="232296"/>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8" name="Rectángulo 7">
                <a:extLst>
                  <a:ext uri="{FF2B5EF4-FFF2-40B4-BE49-F238E27FC236}">
                    <a16:creationId xmlns:a16="http://schemas.microsoft.com/office/drawing/2014/main" id="{E9101D99-B002-4698-9C7E-C942B9AA2D39}"/>
                  </a:ext>
                </a:extLst>
              </p:cNvPr>
              <p:cNvSpPr/>
              <p:nvPr/>
            </p:nvSpPr>
            <p:spPr>
              <a:xfrm>
                <a:off x="1183821" y="1957809"/>
                <a:ext cx="3536195" cy="246221"/>
              </a:xfrm>
              <a:prstGeom prst="rect">
                <a:avLst/>
              </a:prstGeom>
            </p:spPr>
            <p:txBody>
              <a:bodyPr wrap="square" lIns="0" tIns="0" rIns="0" bIns="0" rtlCol="0">
                <a:spAutoFit/>
              </a:bodyPr>
              <a:lstStyle/>
              <a:p>
                <a:pPr rtl="0"/>
                <a:r>
                  <a:rPr lang="es-ES" sz="1600" i="1" dirty="0">
                    <a:solidFill>
                      <a:srgbClr val="002060"/>
                    </a:solidFill>
                    <a:latin typeface="+mj-lt"/>
                    <a:cs typeface="Segoe UI" panose="020B0502040204020203" pitchFamily="34" charset="0"/>
                  </a:rPr>
                  <a:t>Saberes Previos.</a:t>
                </a:r>
              </a:p>
            </p:txBody>
          </p:sp>
        </p:grpSp>
        <p:grpSp>
          <p:nvGrpSpPr>
            <p:cNvPr id="20" name="Grupo 19">
              <a:extLst>
                <a:ext uri="{FF2B5EF4-FFF2-40B4-BE49-F238E27FC236}">
                  <a16:creationId xmlns:a16="http://schemas.microsoft.com/office/drawing/2014/main" id="{2D19246F-8F2D-4FAD-8927-AA34DDAA5DFA}"/>
                </a:ext>
              </a:extLst>
            </p:cNvPr>
            <p:cNvGrpSpPr/>
            <p:nvPr/>
          </p:nvGrpSpPr>
          <p:grpSpPr>
            <a:xfrm>
              <a:off x="518433" y="2396814"/>
              <a:ext cx="4185838" cy="1372090"/>
              <a:chOff x="518433" y="2338952"/>
              <a:chExt cx="4185838" cy="1372090"/>
            </a:xfrm>
          </p:grpSpPr>
          <p:sp>
            <p:nvSpPr>
              <p:cNvPr id="9" name="Rectángulo: Esquinas redondeadas 8">
                <a:extLst>
                  <a:ext uri="{FF2B5EF4-FFF2-40B4-BE49-F238E27FC236}">
                    <a16:creationId xmlns:a16="http://schemas.microsoft.com/office/drawing/2014/main" id="{14FF47BA-9557-4442-8E2A-74A4F4AAD237}"/>
                  </a:ext>
                </a:extLst>
              </p:cNvPr>
              <p:cNvSpPr/>
              <p:nvPr/>
            </p:nvSpPr>
            <p:spPr>
              <a:xfrm>
                <a:off x="518433" y="2338952"/>
                <a:ext cx="443592" cy="232296"/>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10" name="Rectángulo 9">
                <a:extLst>
                  <a:ext uri="{FF2B5EF4-FFF2-40B4-BE49-F238E27FC236}">
                    <a16:creationId xmlns:a16="http://schemas.microsoft.com/office/drawing/2014/main" id="{B00C2221-E8A7-47E0-B2B2-5A6A32F96791}"/>
                  </a:ext>
                </a:extLst>
              </p:cNvPr>
              <p:cNvSpPr/>
              <p:nvPr/>
            </p:nvSpPr>
            <p:spPr>
              <a:xfrm>
                <a:off x="1168076" y="3464821"/>
                <a:ext cx="3536195" cy="246221"/>
              </a:xfrm>
              <a:prstGeom prst="rect">
                <a:avLst/>
              </a:prstGeom>
            </p:spPr>
            <p:txBody>
              <a:bodyPr wrap="square" lIns="0" tIns="0" rIns="0" bIns="0" rtlCol="0">
                <a:spAutoFit/>
              </a:bodyPr>
              <a:lstStyle/>
              <a:p>
                <a:pPr rtl="0"/>
                <a:r>
                  <a:rPr lang="es-ES" sz="1600" i="1" dirty="0">
                    <a:solidFill>
                      <a:srgbClr val="002060"/>
                    </a:solidFill>
                    <a:latin typeface="+mj-lt"/>
                    <a:cs typeface="Segoe UI" panose="020B0502040204020203" pitchFamily="34" charset="0"/>
                  </a:rPr>
                  <a:t>Topologías de red</a:t>
                </a:r>
              </a:p>
            </p:txBody>
          </p:sp>
        </p:grpSp>
        <p:grpSp>
          <p:nvGrpSpPr>
            <p:cNvPr id="19" name="Grupo 18">
              <a:extLst>
                <a:ext uri="{FF2B5EF4-FFF2-40B4-BE49-F238E27FC236}">
                  <a16:creationId xmlns:a16="http://schemas.microsoft.com/office/drawing/2014/main" id="{9D065A01-39E4-4CC9-9075-3910C66205F5}"/>
                </a:ext>
              </a:extLst>
            </p:cNvPr>
            <p:cNvGrpSpPr/>
            <p:nvPr/>
          </p:nvGrpSpPr>
          <p:grpSpPr>
            <a:xfrm>
              <a:off x="518433" y="2923525"/>
              <a:ext cx="4186353" cy="483830"/>
              <a:chOff x="518433" y="2662649"/>
              <a:chExt cx="4186353" cy="483830"/>
            </a:xfrm>
          </p:grpSpPr>
          <p:sp>
            <p:nvSpPr>
              <p:cNvPr id="11" name="Rectángulo: Esquinas redondeadas 10">
                <a:extLst>
                  <a:ext uri="{FF2B5EF4-FFF2-40B4-BE49-F238E27FC236}">
                    <a16:creationId xmlns:a16="http://schemas.microsoft.com/office/drawing/2014/main" id="{6B458D5C-BDF7-4A75-A4E8-B99128DCD84A}"/>
                  </a:ext>
                </a:extLst>
              </p:cNvPr>
              <p:cNvSpPr/>
              <p:nvPr/>
            </p:nvSpPr>
            <p:spPr>
              <a:xfrm>
                <a:off x="518433" y="2710630"/>
                <a:ext cx="443592" cy="232296"/>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12" name="Rectángulo 11">
                <a:extLst>
                  <a:ext uri="{FF2B5EF4-FFF2-40B4-BE49-F238E27FC236}">
                    <a16:creationId xmlns:a16="http://schemas.microsoft.com/office/drawing/2014/main" id="{CA17B45E-57F0-4725-89C0-3CD74A5097A3}"/>
                  </a:ext>
                </a:extLst>
              </p:cNvPr>
              <p:cNvSpPr/>
              <p:nvPr/>
            </p:nvSpPr>
            <p:spPr>
              <a:xfrm>
                <a:off x="1168591" y="2662649"/>
                <a:ext cx="3536195" cy="483830"/>
              </a:xfrm>
              <a:prstGeom prst="rect">
                <a:avLst/>
              </a:prstGeom>
            </p:spPr>
            <p:txBody>
              <a:bodyPr wrap="square" lIns="0" tIns="0" rIns="0" bIns="0" rtlCol="0">
                <a:spAutoFit/>
              </a:bodyPr>
              <a:lstStyle/>
              <a:p>
                <a:pPr rtl="0"/>
                <a:r>
                  <a:rPr lang="es-ES" sz="1600" i="1" dirty="0">
                    <a:solidFill>
                      <a:srgbClr val="002060"/>
                    </a:solidFill>
                    <a:latin typeface="+mj-lt"/>
                    <a:cs typeface="Segoe UI" panose="020B0502040204020203" pitchFamily="34" charset="0"/>
                  </a:rPr>
                  <a:t>LAN – MAN - WAN</a:t>
                </a:r>
              </a:p>
              <a:p>
                <a:pPr rtl="0"/>
                <a:endParaRPr lang="es-ES" sz="1600" i="1" dirty="0">
                  <a:solidFill>
                    <a:srgbClr val="002060"/>
                  </a:solidFill>
                  <a:latin typeface="+mj-lt"/>
                  <a:cs typeface="Segoe UI" panose="020B0502040204020203" pitchFamily="34" charset="0"/>
                </a:endParaRPr>
              </a:p>
            </p:txBody>
          </p:sp>
        </p:grpSp>
      </p:grpSp>
      <p:sp>
        <p:nvSpPr>
          <p:cNvPr id="22" name="Elipse 21">
            <a:extLst>
              <a:ext uri="{FF2B5EF4-FFF2-40B4-BE49-F238E27FC236}">
                <a16:creationId xmlns:a16="http://schemas.microsoft.com/office/drawing/2014/main" id="{E7D1D117-BC5C-430A-9FEB-B231E691511F}"/>
              </a:ext>
              <a:ext uri="{C183D7F6-B498-43B3-948B-1728B52AA6E4}">
                <adec:decorative xmlns:adec="http://schemas.microsoft.com/office/drawing/2017/decorative" val="1"/>
              </a:ext>
            </a:extLst>
          </p:cNvPr>
          <p:cNvSpPr/>
          <p:nvPr/>
        </p:nvSpPr>
        <p:spPr>
          <a:xfrm>
            <a:off x="713852" y="6330880"/>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23" name="Elipse 22">
            <a:extLst>
              <a:ext uri="{FF2B5EF4-FFF2-40B4-BE49-F238E27FC236}">
                <a16:creationId xmlns:a16="http://schemas.microsoft.com/office/drawing/2014/main" id="{2577E8EA-5E95-41C5-8BE8-EE647DE2613A}"/>
              </a:ext>
              <a:ext uri="{C183D7F6-B498-43B3-948B-1728B52AA6E4}">
                <adec:decorative xmlns:adec="http://schemas.microsoft.com/office/drawing/2017/decorative" val="1"/>
              </a:ext>
            </a:extLst>
          </p:cNvPr>
          <p:cNvSpPr/>
          <p:nvPr/>
        </p:nvSpPr>
        <p:spPr>
          <a:xfrm>
            <a:off x="713852" y="567838"/>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grpSp>
        <p:nvGrpSpPr>
          <p:cNvPr id="62" name="Grupo 61" descr="Esta imagen es la manos de una mujer escribiendo en una hoja de papel. ">
            <a:extLst>
              <a:ext uri="{FF2B5EF4-FFF2-40B4-BE49-F238E27FC236}">
                <a16:creationId xmlns:a16="http://schemas.microsoft.com/office/drawing/2014/main" id="{123C05C1-3914-48FB-B4B8-1388A2DB5ACE}"/>
              </a:ext>
            </a:extLst>
          </p:cNvPr>
          <p:cNvGrpSpPr/>
          <p:nvPr/>
        </p:nvGrpSpPr>
        <p:grpSpPr>
          <a:xfrm>
            <a:off x="4482071" y="-508000"/>
            <a:ext cx="8739666" cy="8346238"/>
            <a:chOff x="4597682" y="-439156"/>
            <a:chExt cx="7594320" cy="7252450"/>
          </a:xfrm>
        </p:grpSpPr>
        <p:sp>
          <p:nvSpPr>
            <p:cNvPr id="45" name="Forma libre 22">
              <a:extLst>
                <a:ext uri="{FF2B5EF4-FFF2-40B4-BE49-F238E27FC236}">
                  <a16:creationId xmlns:a16="http://schemas.microsoft.com/office/drawing/2014/main" id="{52C7242F-F484-4573-8387-13E2AE9DD93F}"/>
                </a:ext>
              </a:extLst>
            </p:cNvPr>
            <p:cNvSpPr>
              <a:spLocks/>
            </p:cNvSpPr>
            <p:nvPr/>
          </p:nvSpPr>
          <p:spPr bwMode="auto">
            <a:xfrm>
              <a:off x="4597682" y="-6899"/>
              <a:ext cx="7594319" cy="6820193"/>
            </a:xfrm>
            <a:custGeom>
              <a:avLst/>
              <a:gdLst>
                <a:gd name="T0" fmla="*/ 2254 w 2254"/>
                <a:gd name="T1" fmla="*/ 0 h 2026"/>
                <a:gd name="T2" fmla="*/ 2254 w 2254"/>
                <a:gd name="T3" fmla="*/ 2026 h 2026"/>
                <a:gd name="T4" fmla="*/ 2091 w 2254"/>
                <a:gd name="T5" fmla="*/ 1927 h 2026"/>
                <a:gd name="T6" fmla="*/ 1829 w 2254"/>
                <a:gd name="T7" fmla="*/ 1867 h 2026"/>
                <a:gd name="T8" fmla="*/ 1784 w 2254"/>
                <a:gd name="T9" fmla="*/ 1860 h 2026"/>
                <a:gd name="T10" fmla="*/ 1025 w 2254"/>
                <a:gd name="T11" fmla="*/ 1812 h 2026"/>
                <a:gd name="T12" fmla="*/ 330 w 2254"/>
                <a:gd name="T13" fmla="*/ 1005 h 2026"/>
                <a:gd name="T14" fmla="*/ 662 w 2254"/>
                <a:gd name="T15" fmla="*/ 430 h 2026"/>
                <a:gd name="T16" fmla="*/ 770 w 2254"/>
                <a:gd name="T17" fmla="*/ 0 h 2026"/>
                <a:gd name="T18" fmla="*/ 2254 w 2254"/>
                <a:gd name="T19" fmla="*/ 0 h 20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54" h="2026">
                  <a:moveTo>
                    <a:pt x="2254" y="0"/>
                  </a:moveTo>
                  <a:cubicBezTo>
                    <a:pt x="2254" y="2026"/>
                    <a:pt x="2254" y="2026"/>
                    <a:pt x="2254" y="2026"/>
                  </a:cubicBezTo>
                  <a:cubicBezTo>
                    <a:pt x="2243" y="2005"/>
                    <a:pt x="2206" y="1966"/>
                    <a:pt x="2091" y="1927"/>
                  </a:cubicBezTo>
                  <a:cubicBezTo>
                    <a:pt x="2029" y="1906"/>
                    <a:pt x="1944" y="1885"/>
                    <a:pt x="1829" y="1867"/>
                  </a:cubicBezTo>
                  <a:cubicBezTo>
                    <a:pt x="1814" y="1865"/>
                    <a:pt x="1800" y="1862"/>
                    <a:pt x="1784" y="1860"/>
                  </a:cubicBezTo>
                  <a:cubicBezTo>
                    <a:pt x="1606" y="1835"/>
                    <a:pt x="1361" y="1816"/>
                    <a:pt x="1025" y="1812"/>
                  </a:cubicBezTo>
                  <a:cubicBezTo>
                    <a:pt x="0" y="1800"/>
                    <a:pt x="66" y="1196"/>
                    <a:pt x="330" y="1005"/>
                  </a:cubicBezTo>
                  <a:cubicBezTo>
                    <a:pt x="580" y="825"/>
                    <a:pt x="686" y="680"/>
                    <a:pt x="662" y="430"/>
                  </a:cubicBezTo>
                  <a:cubicBezTo>
                    <a:pt x="638" y="181"/>
                    <a:pt x="770" y="0"/>
                    <a:pt x="770" y="0"/>
                  </a:cubicBezTo>
                  <a:lnTo>
                    <a:pt x="2254" y="0"/>
                  </a:lnTo>
                  <a:close/>
                </a:path>
              </a:pathLst>
            </a:custGeom>
            <a:gradFill>
              <a:gsLst>
                <a:gs pos="0">
                  <a:srgbClr val="7CEFD8"/>
                </a:gs>
                <a:gs pos="55000">
                  <a:srgbClr val="6672E4"/>
                </a:gs>
                <a:gs pos="100000">
                  <a:srgbClr val="882BE5"/>
                </a:gs>
              </a:gsLst>
              <a:lin ang="4800000" scaled="0"/>
            </a:gradFill>
            <a:ln>
              <a:noFill/>
            </a:ln>
          </p:spPr>
          <p:txBody>
            <a:bodyPr vert="horz" wrap="square" lIns="91440" tIns="45720" rIns="91440" bIns="45720" numCol="1" rtlCol="0" anchor="t" anchorCtr="0" compatLnSpc="1">
              <a:prstTxWarp prst="textNoShape">
                <a:avLst/>
              </a:prstTxWarp>
            </a:bodyPr>
            <a:lstStyle/>
            <a:p>
              <a:pPr rtl="0"/>
              <a:endParaRPr lang="es-ES" dirty="0"/>
            </a:p>
          </p:txBody>
        </p:sp>
        <p:sp>
          <p:nvSpPr>
            <p:cNvPr id="46" name="Forma libre 23">
              <a:extLst>
                <a:ext uri="{FF2B5EF4-FFF2-40B4-BE49-F238E27FC236}">
                  <a16:creationId xmlns:a16="http://schemas.microsoft.com/office/drawing/2014/main" id="{DFA1772D-1024-422A-B407-BE0F21E16E56}"/>
                </a:ext>
              </a:extLst>
            </p:cNvPr>
            <p:cNvSpPr>
              <a:spLocks/>
            </p:cNvSpPr>
            <p:nvPr/>
          </p:nvSpPr>
          <p:spPr bwMode="auto">
            <a:xfrm>
              <a:off x="7013242" y="1441003"/>
              <a:ext cx="4110752" cy="3954852"/>
            </a:xfrm>
            <a:custGeom>
              <a:avLst/>
              <a:gdLst>
                <a:gd name="T0" fmla="*/ 0 w 2294"/>
                <a:gd name="T1" fmla="*/ 221 h 2207"/>
                <a:gd name="T2" fmla="*/ 1809 w 2294"/>
                <a:gd name="T3" fmla="*/ 0 h 2207"/>
                <a:gd name="T4" fmla="*/ 2294 w 2294"/>
                <a:gd name="T5" fmla="*/ 1957 h 2207"/>
                <a:gd name="T6" fmla="*/ 432 w 2294"/>
                <a:gd name="T7" fmla="*/ 2207 h 2207"/>
                <a:gd name="T8" fmla="*/ 0 w 2294"/>
                <a:gd name="T9" fmla="*/ 221 h 2207"/>
              </a:gdLst>
              <a:ahLst/>
              <a:cxnLst>
                <a:cxn ang="0">
                  <a:pos x="T0" y="T1"/>
                </a:cxn>
                <a:cxn ang="0">
                  <a:pos x="T2" y="T3"/>
                </a:cxn>
                <a:cxn ang="0">
                  <a:pos x="T4" y="T5"/>
                </a:cxn>
                <a:cxn ang="0">
                  <a:pos x="T6" y="T7"/>
                </a:cxn>
                <a:cxn ang="0">
                  <a:pos x="T8" y="T9"/>
                </a:cxn>
              </a:cxnLst>
              <a:rect l="0" t="0" r="r" b="b"/>
              <a:pathLst>
                <a:path w="2294" h="2207">
                  <a:moveTo>
                    <a:pt x="0" y="221"/>
                  </a:moveTo>
                  <a:lnTo>
                    <a:pt x="1809" y="0"/>
                  </a:lnTo>
                  <a:lnTo>
                    <a:pt x="2294" y="1957"/>
                  </a:lnTo>
                  <a:lnTo>
                    <a:pt x="432" y="2207"/>
                  </a:lnTo>
                  <a:lnTo>
                    <a:pt x="0" y="221"/>
                  </a:lnTo>
                  <a:close/>
                </a:path>
              </a:pathLst>
            </a:custGeom>
            <a:solidFill>
              <a:srgbClr val="C8F4F7"/>
            </a:solidFill>
            <a:ln>
              <a:noFill/>
            </a:ln>
          </p:spPr>
          <p:txBody>
            <a:bodyPr vert="horz" wrap="square" lIns="91440" tIns="45720" rIns="91440" bIns="45720" numCol="1" rtlCol="0" anchor="t" anchorCtr="0" compatLnSpc="1">
              <a:prstTxWarp prst="textNoShape">
                <a:avLst/>
              </a:prstTxWarp>
            </a:bodyPr>
            <a:lstStyle/>
            <a:p>
              <a:pPr rtl="0"/>
              <a:endParaRPr lang="es-ES" dirty="0"/>
            </a:p>
          </p:txBody>
        </p:sp>
        <p:sp>
          <p:nvSpPr>
            <p:cNvPr id="47" name="Forma libre 24">
              <a:extLst>
                <a:ext uri="{FF2B5EF4-FFF2-40B4-BE49-F238E27FC236}">
                  <a16:creationId xmlns:a16="http://schemas.microsoft.com/office/drawing/2014/main" id="{30CD4E41-332B-4C6B-9927-54698D5D0DF2}"/>
                </a:ext>
              </a:extLst>
            </p:cNvPr>
            <p:cNvSpPr>
              <a:spLocks/>
            </p:cNvSpPr>
            <p:nvPr/>
          </p:nvSpPr>
          <p:spPr bwMode="auto">
            <a:xfrm>
              <a:off x="7676266" y="1441003"/>
              <a:ext cx="2981818" cy="1632475"/>
            </a:xfrm>
            <a:custGeom>
              <a:avLst/>
              <a:gdLst>
                <a:gd name="T0" fmla="*/ 0 w 1664"/>
                <a:gd name="T1" fmla="*/ 736 h 911"/>
                <a:gd name="T2" fmla="*/ 1664 w 1664"/>
                <a:gd name="T3" fmla="*/ 911 h 911"/>
                <a:gd name="T4" fmla="*/ 1439 w 1664"/>
                <a:gd name="T5" fmla="*/ 0 h 911"/>
                <a:gd name="T6" fmla="*/ 399 w 1664"/>
                <a:gd name="T7" fmla="*/ 127 h 911"/>
                <a:gd name="T8" fmla="*/ 0 w 1664"/>
                <a:gd name="T9" fmla="*/ 736 h 911"/>
              </a:gdLst>
              <a:ahLst/>
              <a:cxnLst>
                <a:cxn ang="0">
                  <a:pos x="T0" y="T1"/>
                </a:cxn>
                <a:cxn ang="0">
                  <a:pos x="T2" y="T3"/>
                </a:cxn>
                <a:cxn ang="0">
                  <a:pos x="T4" y="T5"/>
                </a:cxn>
                <a:cxn ang="0">
                  <a:pos x="T6" y="T7"/>
                </a:cxn>
                <a:cxn ang="0">
                  <a:pos x="T8" y="T9"/>
                </a:cxn>
              </a:cxnLst>
              <a:rect l="0" t="0" r="r" b="b"/>
              <a:pathLst>
                <a:path w="1664" h="911">
                  <a:moveTo>
                    <a:pt x="0" y="736"/>
                  </a:moveTo>
                  <a:lnTo>
                    <a:pt x="1664" y="911"/>
                  </a:lnTo>
                  <a:lnTo>
                    <a:pt x="1439" y="0"/>
                  </a:lnTo>
                  <a:lnTo>
                    <a:pt x="399" y="127"/>
                  </a:lnTo>
                  <a:lnTo>
                    <a:pt x="0" y="736"/>
                  </a:lnTo>
                  <a:close/>
                </a:path>
              </a:pathLst>
            </a:custGeom>
            <a:solidFill>
              <a:srgbClr val="7CE4EC"/>
            </a:solidFill>
            <a:ln>
              <a:noFill/>
            </a:ln>
          </p:spPr>
          <p:txBody>
            <a:bodyPr vert="horz" wrap="square" lIns="91440" tIns="45720" rIns="91440" bIns="45720" numCol="1" rtlCol="0" anchor="t" anchorCtr="0" compatLnSpc="1">
              <a:prstTxWarp prst="textNoShape">
                <a:avLst/>
              </a:prstTxWarp>
            </a:bodyPr>
            <a:lstStyle/>
            <a:p>
              <a:pPr rtl="0"/>
              <a:endParaRPr lang="es-ES" dirty="0"/>
            </a:p>
          </p:txBody>
        </p:sp>
        <p:sp>
          <p:nvSpPr>
            <p:cNvPr id="48" name="Forma libre 25">
              <a:extLst>
                <a:ext uri="{FF2B5EF4-FFF2-40B4-BE49-F238E27FC236}">
                  <a16:creationId xmlns:a16="http://schemas.microsoft.com/office/drawing/2014/main" id="{12DCF2D5-0997-409A-9DB7-B4DFF4C5BA0B}"/>
                </a:ext>
              </a:extLst>
            </p:cNvPr>
            <p:cNvSpPr>
              <a:spLocks/>
            </p:cNvSpPr>
            <p:nvPr/>
          </p:nvSpPr>
          <p:spPr bwMode="auto">
            <a:xfrm>
              <a:off x="8108129" y="1426667"/>
              <a:ext cx="1347553" cy="593139"/>
            </a:xfrm>
            <a:custGeom>
              <a:avLst/>
              <a:gdLst>
                <a:gd name="T0" fmla="*/ 752 w 752"/>
                <a:gd name="T1" fmla="*/ 0 h 331"/>
                <a:gd name="T2" fmla="*/ 275 w 752"/>
                <a:gd name="T3" fmla="*/ 72 h 331"/>
                <a:gd name="T4" fmla="*/ 0 w 752"/>
                <a:gd name="T5" fmla="*/ 331 h 331"/>
                <a:gd name="T6" fmla="*/ 752 w 752"/>
                <a:gd name="T7" fmla="*/ 130 h 331"/>
                <a:gd name="T8" fmla="*/ 752 w 752"/>
                <a:gd name="T9" fmla="*/ 0 h 331"/>
              </a:gdLst>
              <a:ahLst/>
              <a:cxnLst>
                <a:cxn ang="0">
                  <a:pos x="T0" y="T1"/>
                </a:cxn>
                <a:cxn ang="0">
                  <a:pos x="T2" y="T3"/>
                </a:cxn>
                <a:cxn ang="0">
                  <a:pos x="T4" y="T5"/>
                </a:cxn>
                <a:cxn ang="0">
                  <a:pos x="T6" y="T7"/>
                </a:cxn>
                <a:cxn ang="0">
                  <a:pos x="T8" y="T9"/>
                </a:cxn>
              </a:cxnLst>
              <a:rect l="0" t="0" r="r" b="b"/>
              <a:pathLst>
                <a:path w="752" h="331">
                  <a:moveTo>
                    <a:pt x="752" y="0"/>
                  </a:moveTo>
                  <a:lnTo>
                    <a:pt x="275" y="72"/>
                  </a:lnTo>
                  <a:lnTo>
                    <a:pt x="0" y="331"/>
                  </a:lnTo>
                  <a:lnTo>
                    <a:pt x="752" y="130"/>
                  </a:lnTo>
                  <a:lnTo>
                    <a:pt x="752" y="0"/>
                  </a:lnTo>
                  <a:close/>
                </a:path>
              </a:pathLst>
            </a:custGeom>
            <a:solidFill>
              <a:srgbClr val="ADA4F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sp>
          <p:nvSpPr>
            <p:cNvPr id="49" name="Forma libre 26">
              <a:extLst>
                <a:ext uri="{FF2B5EF4-FFF2-40B4-BE49-F238E27FC236}">
                  <a16:creationId xmlns:a16="http://schemas.microsoft.com/office/drawing/2014/main" id="{56FE8491-17D1-44D2-A059-D277D43E3DDA}"/>
                </a:ext>
              </a:extLst>
            </p:cNvPr>
            <p:cNvSpPr>
              <a:spLocks/>
            </p:cNvSpPr>
            <p:nvPr/>
          </p:nvSpPr>
          <p:spPr bwMode="auto">
            <a:xfrm>
              <a:off x="7955812" y="1828066"/>
              <a:ext cx="546548" cy="456950"/>
            </a:xfrm>
            <a:custGeom>
              <a:avLst/>
              <a:gdLst>
                <a:gd name="T0" fmla="*/ 162 w 162"/>
                <a:gd name="T1" fmla="*/ 66 h 136"/>
                <a:gd name="T2" fmla="*/ 87 w 162"/>
                <a:gd name="T3" fmla="*/ 130 h 136"/>
                <a:gd name="T4" fmla="*/ 36 w 162"/>
                <a:gd name="T5" fmla="*/ 124 h 136"/>
                <a:gd name="T6" fmla="*/ 0 w 162"/>
                <a:gd name="T7" fmla="*/ 103 h 136"/>
                <a:gd name="T8" fmla="*/ 103 w 162"/>
                <a:gd name="T9" fmla="*/ 0 h 136"/>
                <a:gd name="T10" fmla="*/ 148 w 162"/>
                <a:gd name="T11" fmla="*/ 50 h 136"/>
                <a:gd name="T12" fmla="*/ 162 w 162"/>
                <a:gd name="T13" fmla="*/ 66 h 136"/>
              </a:gdLst>
              <a:ahLst/>
              <a:cxnLst>
                <a:cxn ang="0">
                  <a:pos x="T0" y="T1"/>
                </a:cxn>
                <a:cxn ang="0">
                  <a:pos x="T2" y="T3"/>
                </a:cxn>
                <a:cxn ang="0">
                  <a:pos x="T4" y="T5"/>
                </a:cxn>
                <a:cxn ang="0">
                  <a:pos x="T6" y="T7"/>
                </a:cxn>
                <a:cxn ang="0">
                  <a:pos x="T8" y="T9"/>
                </a:cxn>
                <a:cxn ang="0">
                  <a:pos x="T10" y="T11"/>
                </a:cxn>
                <a:cxn ang="0">
                  <a:pos x="T12" y="T13"/>
                </a:cxn>
              </a:cxnLst>
              <a:rect l="0" t="0" r="r" b="b"/>
              <a:pathLst>
                <a:path w="162" h="136">
                  <a:moveTo>
                    <a:pt x="162" y="66"/>
                  </a:moveTo>
                  <a:cubicBezTo>
                    <a:pt x="162" y="66"/>
                    <a:pt x="119" y="116"/>
                    <a:pt x="87" y="130"/>
                  </a:cubicBezTo>
                  <a:cubicBezTo>
                    <a:pt x="72" y="136"/>
                    <a:pt x="53" y="131"/>
                    <a:pt x="36" y="124"/>
                  </a:cubicBezTo>
                  <a:cubicBezTo>
                    <a:pt x="16" y="115"/>
                    <a:pt x="0" y="103"/>
                    <a:pt x="0" y="103"/>
                  </a:cubicBezTo>
                  <a:cubicBezTo>
                    <a:pt x="103" y="0"/>
                    <a:pt x="103" y="0"/>
                    <a:pt x="103" y="0"/>
                  </a:cubicBezTo>
                  <a:cubicBezTo>
                    <a:pt x="148" y="50"/>
                    <a:pt x="148" y="50"/>
                    <a:pt x="148" y="50"/>
                  </a:cubicBezTo>
                  <a:lnTo>
                    <a:pt x="162" y="66"/>
                  </a:lnTo>
                  <a:close/>
                </a:path>
              </a:pathLst>
            </a:custGeom>
            <a:solidFill>
              <a:srgbClr val="D8C4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sp>
          <p:nvSpPr>
            <p:cNvPr id="50" name="Forma libre 27">
              <a:extLst>
                <a:ext uri="{FF2B5EF4-FFF2-40B4-BE49-F238E27FC236}">
                  <a16:creationId xmlns:a16="http://schemas.microsoft.com/office/drawing/2014/main" id="{59AC079D-039E-4639-B27F-9908EF107DB5}"/>
                </a:ext>
              </a:extLst>
            </p:cNvPr>
            <p:cNvSpPr>
              <a:spLocks/>
            </p:cNvSpPr>
            <p:nvPr/>
          </p:nvSpPr>
          <p:spPr bwMode="auto">
            <a:xfrm>
              <a:off x="8077665" y="1996510"/>
              <a:ext cx="424695" cy="288506"/>
            </a:xfrm>
            <a:custGeom>
              <a:avLst/>
              <a:gdLst>
                <a:gd name="T0" fmla="*/ 126 w 126"/>
                <a:gd name="T1" fmla="*/ 16 h 86"/>
                <a:gd name="T2" fmla="*/ 51 w 126"/>
                <a:gd name="T3" fmla="*/ 80 h 86"/>
                <a:gd name="T4" fmla="*/ 0 w 126"/>
                <a:gd name="T5" fmla="*/ 74 h 86"/>
                <a:gd name="T6" fmla="*/ 6 w 126"/>
                <a:gd name="T7" fmla="*/ 61 h 86"/>
                <a:gd name="T8" fmla="*/ 112 w 126"/>
                <a:gd name="T9" fmla="*/ 0 h 86"/>
                <a:gd name="T10" fmla="*/ 126 w 126"/>
                <a:gd name="T11" fmla="*/ 16 h 86"/>
              </a:gdLst>
              <a:ahLst/>
              <a:cxnLst>
                <a:cxn ang="0">
                  <a:pos x="T0" y="T1"/>
                </a:cxn>
                <a:cxn ang="0">
                  <a:pos x="T2" y="T3"/>
                </a:cxn>
                <a:cxn ang="0">
                  <a:pos x="T4" y="T5"/>
                </a:cxn>
                <a:cxn ang="0">
                  <a:pos x="T6" y="T7"/>
                </a:cxn>
                <a:cxn ang="0">
                  <a:pos x="T8" y="T9"/>
                </a:cxn>
                <a:cxn ang="0">
                  <a:pos x="T10" y="T11"/>
                </a:cxn>
              </a:cxnLst>
              <a:rect l="0" t="0" r="r" b="b"/>
              <a:pathLst>
                <a:path w="126" h="86">
                  <a:moveTo>
                    <a:pt x="126" y="16"/>
                  </a:moveTo>
                  <a:cubicBezTo>
                    <a:pt x="126" y="16"/>
                    <a:pt x="83" y="66"/>
                    <a:pt x="51" y="80"/>
                  </a:cubicBezTo>
                  <a:cubicBezTo>
                    <a:pt x="36" y="86"/>
                    <a:pt x="17" y="81"/>
                    <a:pt x="0" y="74"/>
                  </a:cubicBezTo>
                  <a:cubicBezTo>
                    <a:pt x="2" y="70"/>
                    <a:pt x="3" y="65"/>
                    <a:pt x="6" y="61"/>
                  </a:cubicBezTo>
                  <a:cubicBezTo>
                    <a:pt x="6" y="61"/>
                    <a:pt x="54" y="25"/>
                    <a:pt x="112" y="0"/>
                  </a:cubicBezTo>
                  <a:lnTo>
                    <a:pt x="126" y="1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sp>
          <p:nvSpPr>
            <p:cNvPr id="51" name="Forma libre 28">
              <a:extLst>
                <a:ext uri="{FF2B5EF4-FFF2-40B4-BE49-F238E27FC236}">
                  <a16:creationId xmlns:a16="http://schemas.microsoft.com/office/drawing/2014/main" id="{C95685F9-863C-488D-A6CE-3A519F21EA34}"/>
                </a:ext>
              </a:extLst>
            </p:cNvPr>
            <p:cNvSpPr>
              <a:spLocks/>
            </p:cNvSpPr>
            <p:nvPr/>
          </p:nvSpPr>
          <p:spPr bwMode="auto">
            <a:xfrm>
              <a:off x="11804938" y="-14067"/>
              <a:ext cx="387063" cy="7168"/>
            </a:xfrm>
            <a:custGeom>
              <a:avLst/>
              <a:gdLst>
                <a:gd name="T0" fmla="*/ 115 w 115"/>
                <a:gd name="T1" fmla="*/ 2 h 2"/>
                <a:gd name="T2" fmla="*/ 0 w 115"/>
                <a:gd name="T3" fmla="*/ 2 h 2"/>
                <a:gd name="T4" fmla="*/ 115 w 115"/>
                <a:gd name="T5" fmla="*/ 2 h 2"/>
              </a:gdLst>
              <a:ahLst/>
              <a:cxnLst>
                <a:cxn ang="0">
                  <a:pos x="T0" y="T1"/>
                </a:cxn>
                <a:cxn ang="0">
                  <a:pos x="T2" y="T3"/>
                </a:cxn>
                <a:cxn ang="0">
                  <a:pos x="T4" y="T5"/>
                </a:cxn>
              </a:cxnLst>
              <a:rect l="0" t="0" r="r" b="b"/>
              <a:pathLst>
                <a:path w="115" h="2">
                  <a:moveTo>
                    <a:pt x="115" y="2"/>
                  </a:moveTo>
                  <a:cubicBezTo>
                    <a:pt x="0" y="2"/>
                    <a:pt x="0" y="2"/>
                    <a:pt x="0" y="2"/>
                  </a:cubicBezTo>
                  <a:cubicBezTo>
                    <a:pt x="73" y="0"/>
                    <a:pt x="115" y="2"/>
                    <a:pt x="115" y="2"/>
                  </a:cubicBezTo>
                  <a:close/>
                </a:path>
              </a:pathLst>
            </a:custGeom>
            <a:solidFill>
              <a:srgbClr val="190E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grpSp>
          <p:nvGrpSpPr>
            <p:cNvPr id="60" name="Grupo 59">
              <a:extLst>
                <a:ext uri="{FF2B5EF4-FFF2-40B4-BE49-F238E27FC236}">
                  <a16:creationId xmlns:a16="http://schemas.microsoft.com/office/drawing/2014/main" id="{D88A045D-1D47-48A7-BD6D-329F30D7916F}"/>
                </a:ext>
              </a:extLst>
            </p:cNvPr>
            <p:cNvGrpSpPr/>
            <p:nvPr/>
          </p:nvGrpSpPr>
          <p:grpSpPr>
            <a:xfrm>
              <a:off x="7676266" y="528897"/>
              <a:ext cx="1904852" cy="2230988"/>
              <a:chOff x="7676266" y="528897"/>
              <a:chExt cx="1904852" cy="2230988"/>
            </a:xfrm>
            <a:gradFill>
              <a:gsLst>
                <a:gs pos="0">
                  <a:srgbClr val="03002F"/>
                </a:gs>
                <a:gs pos="100000">
                  <a:srgbClr val="F870FF"/>
                </a:gs>
              </a:gsLst>
              <a:lin ang="19800000" scaled="0"/>
            </a:gradFill>
          </p:grpSpPr>
          <p:sp>
            <p:nvSpPr>
              <p:cNvPr id="52" name="Forma libre 29">
                <a:extLst>
                  <a:ext uri="{FF2B5EF4-FFF2-40B4-BE49-F238E27FC236}">
                    <a16:creationId xmlns:a16="http://schemas.microsoft.com/office/drawing/2014/main" id="{8AC43BD2-6A27-4E0F-BAFD-FDAF479A012B}"/>
                  </a:ext>
                </a:extLst>
              </p:cNvPr>
              <p:cNvSpPr>
                <a:spLocks/>
              </p:cNvSpPr>
              <p:nvPr/>
            </p:nvSpPr>
            <p:spPr bwMode="auto">
              <a:xfrm>
                <a:off x="7676266" y="2195418"/>
                <a:ext cx="589555" cy="564467"/>
              </a:xfrm>
              <a:custGeom>
                <a:avLst/>
                <a:gdLst>
                  <a:gd name="T0" fmla="*/ 138 w 175"/>
                  <a:gd name="T1" fmla="*/ 16 h 168"/>
                  <a:gd name="T2" fmla="*/ 175 w 175"/>
                  <a:gd name="T3" fmla="*/ 32 h 168"/>
                  <a:gd name="T4" fmla="*/ 167 w 175"/>
                  <a:gd name="T5" fmla="*/ 40 h 168"/>
                  <a:gd name="T6" fmla="*/ 109 w 175"/>
                  <a:gd name="T7" fmla="*/ 105 h 168"/>
                  <a:gd name="T8" fmla="*/ 109 w 175"/>
                  <a:gd name="T9" fmla="*/ 105 h 168"/>
                  <a:gd name="T10" fmla="*/ 84 w 175"/>
                  <a:gd name="T11" fmla="*/ 133 h 168"/>
                  <a:gd name="T12" fmla="*/ 0 w 175"/>
                  <a:gd name="T13" fmla="*/ 168 h 168"/>
                  <a:gd name="T14" fmla="*/ 32 w 175"/>
                  <a:gd name="T15" fmla="*/ 83 h 168"/>
                  <a:gd name="T16" fmla="*/ 48 w 175"/>
                  <a:gd name="T17" fmla="*/ 63 h 168"/>
                  <a:gd name="T18" fmla="*/ 65 w 175"/>
                  <a:gd name="T19" fmla="*/ 42 h 168"/>
                  <a:gd name="T20" fmla="*/ 99 w 175"/>
                  <a:gd name="T21" fmla="*/ 0 h 168"/>
                  <a:gd name="T22" fmla="*/ 103 w 175"/>
                  <a:gd name="T23" fmla="*/ 1 h 168"/>
                  <a:gd name="T24" fmla="*/ 108 w 175"/>
                  <a:gd name="T25" fmla="*/ 3 h 168"/>
                  <a:gd name="T26" fmla="*/ 113 w 175"/>
                  <a:gd name="T27" fmla="*/ 6 h 168"/>
                  <a:gd name="T28" fmla="*/ 115 w 175"/>
                  <a:gd name="T29" fmla="*/ 6 h 168"/>
                  <a:gd name="T30" fmla="*/ 115 w 175"/>
                  <a:gd name="T31" fmla="*/ 6 h 168"/>
                  <a:gd name="T32" fmla="*/ 115 w 175"/>
                  <a:gd name="T33" fmla="*/ 6 h 168"/>
                  <a:gd name="T34" fmla="*/ 131 w 175"/>
                  <a:gd name="T35" fmla="*/ 13 h 168"/>
                  <a:gd name="T36" fmla="*/ 136 w 175"/>
                  <a:gd name="T37" fmla="*/ 15 h 168"/>
                  <a:gd name="T38" fmla="*/ 138 w 175"/>
                  <a:gd name="T39" fmla="*/ 16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75" h="168">
                    <a:moveTo>
                      <a:pt x="138" y="16"/>
                    </a:moveTo>
                    <a:cubicBezTo>
                      <a:pt x="150" y="21"/>
                      <a:pt x="162" y="27"/>
                      <a:pt x="175" y="32"/>
                    </a:cubicBezTo>
                    <a:cubicBezTo>
                      <a:pt x="167" y="40"/>
                      <a:pt x="167" y="40"/>
                      <a:pt x="167" y="40"/>
                    </a:cubicBezTo>
                    <a:cubicBezTo>
                      <a:pt x="109" y="105"/>
                      <a:pt x="109" y="105"/>
                      <a:pt x="109" y="105"/>
                    </a:cubicBezTo>
                    <a:cubicBezTo>
                      <a:pt x="109" y="105"/>
                      <a:pt x="109" y="105"/>
                      <a:pt x="109" y="105"/>
                    </a:cubicBezTo>
                    <a:cubicBezTo>
                      <a:pt x="84" y="133"/>
                      <a:pt x="84" y="133"/>
                      <a:pt x="84" y="133"/>
                    </a:cubicBezTo>
                    <a:cubicBezTo>
                      <a:pt x="0" y="168"/>
                      <a:pt x="0" y="168"/>
                      <a:pt x="0" y="168"/>
                    </a:cubicBezTo>
                    <a:cubicBezTo>
                      <a:pt x="32" y="83"/>
                      <a:pt x="32" y="83"/>
                      <a:pt x="32" y="83"/>
                    </a:cubicBezTo>
                    <a:cubicBezTo>
                      <a:pt x="48" y="63"/>
                      <a:pt x="48" y="63"/>
                      <a:pt x="48" y="63"/>
                    </a:cubicBezTo>
                    <a:cubicBezTo>
                      <a:pt x="65" y="42"/>
                      <a:pt x="65" y="42"/>
                      <a:pt x="65" y="42"/>
                    </a:cubicBezTo>
                    <a:cubicBezTo>
                      <a:pt x="99" y="0"/>
                      <a:pt x="99" y="0"/>
                      <a:pt x="99" y="0"/>
                    </a:cubicBezTo>
                    <a:cubicBezTo>
                      <a:pt x="100" y="0"/>
                      <a:pt x="101" y="1"/>
                      <a:pt x="103" y="1"/>
                    </a:cubicBezTo>
                    <a:cubicBezTo>
                      <a:pt x="104" y="2"/>
                      <a:pt x="106" y="3"/>
                      <a:pt x="108" y="3"/>
                    </a:cubicBezTo>
                    <a:cubicBezTo>
                      <a:pt x="110" y="4"/>
                      <a:pt x="112" y="5"/>
                      <a:pt x="113" y="6"/>
                    </a:cubicBezTo>
                    <a:cubicBezTo>
                      <a:pt x="114" y="6"/>
                      <a:pt x="114" y="6"/>
                      <a:pt x="115" y="6"/>
                    </a:cubicBezTo>
                    <a:cubicBezTo>
                      <a:pt x="115" y="6"/>
                      <a:pt x="115" y="6"/>
                      <a:pt x="115" y="6"/>
                    </a:cubicBezTo>
                    <a:cubicBezTo>
                      <a:pt x="115" y="6"/>
                      <a:pt x="115" y="6"/>
                      <a:pt x="115" y="6"/>
                    </a:cubicBezTo>
                    <a:cubicBezTo>
                      <a:pt x="120" y="8"/>
                      <a:pt x="126" y="11"/>
                      <a:pt x="131" y="13"/>
                    </a:cubicBezTo>
                    <a:cubicBezTo>
                      <a:pt x="133" y="14"/>
                      <a:pt x="134" y="15"/>
                      <a:pt x="136" y="15"/>
                    </a:cubicBezTo>
                    <a:cubicBezTo>
                      <a:pt x="137" y="16"/>
                      <a:pt x="137" y="16"/>
                      <a:pt x="138"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sp>
            <p:nvSpPr>
              <p:cNvPr id="53" name="Forma libre 30">
                <a:extLst>
                  <a:ext uri="{FF2B5EF4-FFF2-40B4-BE49-F238E27FC236}">
                    <a16:creationId xmlns:a16="http://schemas.microsoft.com/office/drawing/2014/main" id="{ADA7EFA8-1700-4615-8891-221172E4BD3B}"/>
                  </a:ext>
                </a:extLst>
              </p:cNvPr>
              <p:cNvSpPr>
                <a:spLocks/>
              </p:cNvSpPr>
              <p:nvPr/>
            </p:nvSpPr>
            <p:spPr bwMode="auto">
              <a:xfrm>
                <a:off x="8009570" y="528897"/>
                <a:ext cx="1571548" cy="1774039"/>
              </a:xfrm>
              <a:custGeom>
                <a:avLst/>
                <a:gdLst>
                  <a:gd name="T0" fmla="*/ 454 w 466"/>
                  <a:gd name="T1" fmla="*/ 77 h 527"/>
                  <a:gd name="T2" fmla="*/ 450 w 466"/>
                  <a:gd name="T3" fmla="*/ 81 h 527"/>
                  <a:gd name="T4" fmla="*/ 241 w 466"/>
                  <a:gd name="T5" fmla="*/ 334 h 527"/>
                  <a:gd name="T6" fmla="*/ 228 w 466"/>
                  <a:gd name="T7" fmla="*/ 350 h 527"/>
                  <a:gd name="T8" fmla="*/ 184 w 466"/>
                  <a:gd name="T9" fmla="*/ 403 h 527"/>
                  <a:gd name="T10" fmla="*/ 162 w 466"/>
                  <a:gd name="T11" fmla="*/ 429 h 527"/>
                  <a:gd name="T12" fmla="*/ 134 w 466"/>
                  <a:gd name="T13" fmla="*/ 461 h 527"/>
                  <a:gd name="T14" fmla="*/ 76 w 466"/>
                  <a:gd name="T15" fmla="*/ 527 h 527"/>
                  <a:gd name="T16" fmla="*/ 39 w 466"/>
                  <a:gd name="T17" fmla="*/ 511 h 527"/>
                  <a:gd name="T18" fmla="*/ 37 w 466"/>
                  <a:gd name="T19" fmla="*/ 510 h 527"/>
                  <a:gd name="T20" fmla="*/ 32 w 466"/>
                  <a:gd name="T21" fmla="*/ 508 h 527"/>
                  <a:gd name="T22" fmla="*/ 16 w 466"/>
                  <a:gd name="T23" fmla="*/ 501 h 527"/>
                  <a:gd name="T24" fmla="*/ 16 w 466"/>
                  <a:gd name="T25" fmla="*/ 501 h 527"/>
                  <a:gd name="T26" fmla="*/ 16 w 466"/>
                  <a:gd name="T27" fmla="*/ 501 h 527"/>
                  <a:gd name="T28" fmla="*/ 14 w 466"/>
                  <a:gd name="T29" fmla="*/ 501 h 527"/>
                  <a:gd name="T30" fmla="*/ 9 w 466"/>
                  <a:gd name="T31" fmla="*/ 498 h 527"/>
                  <a:gd name="T32" fmla="*/ 4 w 466"/>
                  <a:gd name="T33" fmla="*/ 496 h 527"/>
                  <a:gd name="T34" fmla="*/ 0 w 466"/>
                  <a:gd name="T35" fmla="*/ 495 h 527"/>
                  <a:gd name="T36" fmla="*/ 378 w 466"/>
                  <a:gd name="T37" fmla="*/ 24 h 527"/>
                  <a:gd name="T38" fmla="*/ 443 w 466"/>
                  <a:gd name="T39" fmla="*/ 16 h 527"/>
                  <a:gd name="T40" fmla="*/ 454 w 466"/>
                  <a:gd name="T41" fmla="*/ 77 h 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66" h="527">
                    <a:moveTo>
                      <a:pt x="454" y="77"/>
                    </a:moveTo>
                    <a:cubicBezTo>
                      <a:pt x="453" y="78"/>
                      <a:pt x="452" y="80"/>
                      <a:pt x="450" y="81"/>
                    </a:cubicBezTo>
                    <a:cubicBezTo>
                      <a:pt x="241" y="334"/>
                      <a:pt x="241" y="334"/>
                      <a:pt x="241" y="334"/>
                    </a:cubicBezTo>
                    <a:cubicBezTo>
                      <a:pt x="228" y="350"/>
                      <a:pt x="228" y="350"/>
                      <a:pt x="228" y="350"/>
                    </a:cubicBezTo>
                    <a:cubicBezTo>
                      <a:pt x="184" y="403"/>
                      <a:pt x="184" y="403"/>
                      <a:pt x="184" y="403"/>
                    </a:cubicBezTo>
                    <a:cubicBezTo>
                      <a:pt x="162" y="429"/>
                      <a:pt x="162" y="429"/>
                      <a:pt x="162" y="429"/>
                    </a:cubicBezTo>
                    <a:cubicBezTo>
                      <a:pt x="134" y="461"/>
                      <a:pt x="134" y="461"/>
                      <a:pt x="134" y="461"/>
                    </a:cubicBezTo>
                    <a:cubicBezTo>
                      <a:pt x="76" y="527"/>
                      <a:pt x="76" y="527"/>
                      <a:pt x="76" y="527"/>
                    </a:cubicBezTo>
                    <a:cubicBezTo>
                      <a:pt x="63" y="522"/>
                      <a:pt x="51" y="516"/>
                      <a:pt x="39" y="511"/>
                    </a:cubicBezTo>
                    <a:cubicBezTo>
                      <a:pt x="38" y="511"/>
                      <a:pt x="38" y="511"/>
                      <a:pt x="37" y="510"/>
                    </a:cubicBezTo>
                    <a:cubicBezTo>
                      <a:pt x="35" y="510"/>
                      <a:pt x="34" y="509"/>
                      <a:pt x="32" y="508"/>
                    </a:cubicBezTo>
                    <a:cubicBezTo>
                      <a:pt x="27" y="506"/>
                      <a:pt x="21" y="503"/>
                      <a:pt x="16" y="501"/>
                    </a:cubicBezTo>
                    <a:cubicBezTo>
                      <a:pt x="16" y="501"/>
                      <a:pt x="16" y="501"/>
                      <a:pt x="16" y="501"/>
                    </a:cubicBezTo>
                    <a:cubicBezTo>
                      <a:pt x="16" y="501"/>
                      <a:pt x="16" y="501"/>
                      <a:pt x="16" y="501"/>
                    </a:cubicBezTo>
                    <a:cubicBezTo>
                      <a:pt x="15" y="501"/>
                      <a:pt x="15" y="501"/>
                      <a:pt x="14" y="501"/>
                    </a:cubicBezTo>
                    <a:cubicBezTo>
                      <a:pt x="13" y="500"/>
                      <a:pt x="11" y="499"/>
                      <a:pt x="9" y="498"/>
                    </a:cubicBezTo>
                    <a:cubicBezTo>
                      <a:pt x="7" y="498"/>
                      <a:pt x="5" y="497"/>
                      <a:pt x="4" y="496"/>
                    </a:cubicBezTo>
                    <a:cubicBezTo>
                      <a:pt x="2" y="496"/>
                      <a:pt x="1" y="495"/>
                      <a:pt x="0" y="495"/>
                    </a:cubicBezTo>
                    <a:cubicBezTo>
                      <a:pt x="378" y="24"/>
                      <a:pt x="378" y="24"/>
                      <a:pt x="378" y="24"/>
                    </a:cubicBezTo>
                    <a:cubicBezTo>
                      <a:pt x="394" y="4"/>
                      <a:pt x="423" y="0"/>
                      <a:pt x="443" y="16"/>
                    </a:cubicBezTo>
                    <a:cubicBezTo>
                      <a:pt x="462" y="31"/>
                      <a:pt x="466" y="57"/>
                      <a:pt x="454" y="7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grpSp>
        <p:sp>
          <p:nvSpPr>
            <p:cNvPr id="54" name="Forma libre 31">
              <a:extLst>
                <a:ext uri="{FF2B5EF4-FFF2-40B4-BE49-F238E27FC236}">
                  <a16:creationId xmlns:a16="http://schemas.microsoft.com/office/drawing/2014/main" id="{B6F47CAE-1A30-4CE3-B40D-9C8C433D52D4}"/>
                </a:ext>
              </a:extLst>
            </p:cNvPr>
            <p:cNvSpPr>
              <a:spLocks/>
            </p:cNvSpPr>
            <p:nvPr/>
          </p:nvSpPr>
          <p:spPr bwMode="auto">
            <a:xfrm>
              <a:off x="7609964" y="1441003"/>
              <a:ext cx="4582038" cy="5372291"/>
            </a:xfrm>
            <a:custGeom>
              <a:avLst/>
              <a:gdLst>
                <a:gd name="T0" fmla="*/ 1360 w 1360"/>
                <a:gd name="T1" fmla="*/ 1596 h 1596"/>
                <a:gd name="T2" fmla="*/ 935 w 1360"/>
                <a:gd name="T3" fmla="*/ 1437 h 1596"/>
                <a:gd name="T4" fmla="*/ 823 w 1360"/>
                <a:gd name="T5" fmla="*/ 1072 h 1596"/>
                <a:gd name="T6" fmla="*/ 756 w 1360"/>
                <a:gd name="T7" fmla="*/ 634 h 1596"/>
                <a:gd name="T8" fmla="*/ 753 w 1360"/>
                <a:gd name="T9" fmla="*/ 624 h 1596"/>
                <a:gd name="T10" fmla="*/ 750 w 1360"/>
                <a:gd name="T11" fmla="*/ 616 h 1596"/>
                <a:gd name="T12" fmla="*/ 737 w 1360"/>
                <a:gd name="T13" fmla="*/ 587 h 1596"/>
                <a:gd name="T14" fmla="*/ 729 w 1360"/>
                <a:gd name="T15" fmla="*/ 577 h 1596"/>
                <a:gd name="T16" fmla="*/ 722 w 1360"/>
                <a:gd name="T17" fmla="*/ 571 h 1596"/>
                <a:gd name="T18" fmla="*/ 718 w 1360"/>
                <a:gd name="T19" fmla="*/ 568 h 1596"/>
                <a:gd name="T20" fmla="*/ 699 w 1360"/>
                <a:gd name="T21" fmla="*/ 559 h 1596"/>
                <a:gd name="T22" fmla="*/ 694 w 1360"/>
                <a:gd name="T23" fmla="*/ 557 h 1596"/>
                <a:gd name="T24" fmla="*/ 667 w 1360"/>
                <a:gd name="T25" fmla="*/ 551 h 1596"/>
                <a:gd name="T26" fmla="*/ 637 w 1360"/>
                <a:gd name="T27" fmla="*/ 546 h 1596"/>
                <a:gd name="T28" fmla="*/ 612 w 1360"/>
                <a:gd name="T29" fmla="*/ 542 h 1596"/>
                <a:gd name="T30" fmla="*/ 597 w 1360"/>
                <a:gd name="T31" fmla="*/ 539 h 1596"/>
                <a:gd name="T32" fmla="*/ 554 w 1360"/>
                <a:gd name="T33" fmla="*/ 532 h 1596"/>
                <a:gd name="T34" fmla="*/ 495 w 1360"/>
                <a:gd name="T35" fmla="*/ 522 h 1596"/>
                <a:gd name="T36" fmla="*/ 469 w 1360"/>
                <a:gd name="T37" fmla="*/ 516 h 1596"/>
                <a:gd name="T38" fmla="*/ 447 w 1360"/>
                <a:gd name="T39" fmla="*/ 512 h 1596"/>
                <a:gd name="T40" fmla="*/ 421 w 1360"/>
                <a:gd name="T41" fmla="*/ 506 h 1596"/>
                <a:gd name="T42" fmla="*/ 402 w 1360"/>
                <a:gd name="T43" fmla="*/ 500 h 1596"/>
                <a:gd name="T44" fmla="*/ 382 w 1360"/>
                <a:gd name="T45" fmla="*/ 495 h 1596"/>
                <a:gd name="T46" fmla="*/ 367 w 1360"/>
                <a:gd name="T47" fmla="*/ 490 h 1596"/>
                <a:gd name="T48" fmla="*/ 355 w 1360"/>
                <a:gd name="T49" fmla="*/ 485 h 1596"/>
                <a:gd name="T50" fmla="*/ 332 w 1360"/>
                <a:gd name="T51" fmla="*/ 476 h 1596"/>
                <a:gd name="T52" fmla="*/ 290 w 1360"/>
                <a:gd name="T53" fmla="*/ 452 h 1596"/>
                <a:gd name="T54" fmla="*/ 280 w 1360"/>
                <a:gd name="T55" fmla="*/ 444 h 1596"/>
                <a:gd name="T56" fmla="*/ 264 w 1360"/>
                <a:gd name="T57" fmla="*/ 429 h 1596"/>
                <a:gd name="T58" fmla="*/ 252 w 1360"/>
                <a:gd name="T59" fmla="*/ 419 h 1596"/>
                <a:gd name="T60" fmla="*/ 241 w 1360"/>
                <a:gd name="T61" fmla="*/ 410 h 1596"/>
                <a:gd name="T62" fmla="*/ 129 w 1360"/>
                <a:gd name="T63" fmla="*/ 329 h 1596"/>
                <a:gd name="T64" fmla="*/ 106 w 1360"/>
                <a:gd name="T65" fmla="*/ 313 h 1596"/>
                <a:gd name="T66" fmla="*/ 68 w 1360"/>
                <a:gd name="T67" fmla="*/ 287 h 1596"/>
                <a:gd name="T68" fmla="*/ 33 w 1360"/>
                <a:gd name="T69" fmla="*/ 221 h 1596"/>
                <a:gd name="T70" fmla="*/ 73 w 1360"/>
                <a:gd name="T71" fmla="*/ 213 h 1596"/>
                <a:gd name="T72" fmla="*/ 79 w 1360"/>
                <a:gd name="T73" fmla="*/ 213 h 1596"/>
                <a:gd name="T74" fmla="*/ 87 w 1360"/>
                <a:gd name="T75" fmla="*/ 214 h 1596"/>
                <a:gd name="T76" fmla="*/ 119 w 1360"/>
                <a:gd name="T77" fmla="*/ 224 h 1596"/>
                <a:gd name="T78" fmla="*/ 128 w 1360"/>
                <a:gd name="T79" fmla="*/ 227 h 1596"/>
                <a:gd name="T80" fmla="*/ 135 w 1360"/>
                <a:gd name="T81" fmla="*/ 230 h 1596"/>
                <a:gd name="T82" fmla="*/ 151 w 1360"/>
                <a:gd name="T83" fmla="*/ 237 h 1596"/>
                <a:gd name="T84" fmla="*/ 158 w 1360"/>
                <a:gd name="T85" fmla="*/ 240 h 1596"/>
                <a:gd name="T86" fmla="*/ 197 w 1360"/>
                <a:gd name="T87" fmla="*/ 257 h 1596"/>
                <a:gd name="T88" fmla="*/ 412 w 1360"/>
                <a:gd name="T89" fmla="*/ 273 h 1596"/>
                <a:gd name="T90" fmla="*/ 461 w 1360"/>
                <a:gd name="T91" fmla="*/ 189 h 1596"/>
                <a:gd name="T92" fmla="*/ 460 w 1360"/>
                <a:gd name="T93" fmla="*/ 185 h 1596"/>
                <a:gd name="T94" fmla="*/ 460 w 1360"/>
                <a:gd name="T95" fmla="*/ 181 h 1596"/>
                <a:gd name="T96" fmla="*/ 457 w 1360"/>
                <a:gd name="T97" fmla="*/ 176 h 1596"/>
                <a:gd name="T98" fmla="*/ 455 w 1360"/>
                <a:gd name="T99" fmla="*/ 172 h 1596"/>
                <a:gd name="T100" fmla="*/ 451 w 1360"/>
                <a:gd name="T101" fmla="*/ 168 h 1596"/>
                <a:gd name="T102" fmla="*/ 444 w 1360"/>
                <a:gd name="T103" fmla="*/ 164 h 1596"/>
                <a:gd name="T104" fmla="*/ 423 w 1360"/>
                <a:gd name="T105" fmla="*/ 160 h 1596"/>
                <a:gd name="T106" fmla="*/ 281 w 1360"/>
                <a:gd name="T107" fmla="*/ 158 h 1596"/>
                <a:gd name="T108" fmla="*/ 347 w 1360"/>
                <a:gd name="T109" fmla="*/ 79 h 1596"/>
                <a:gd name="T110" fmla="*/ 420 w 1360"/>
                <a:gd name="T111" fmla="*/ 45 h 1596"/>
                <a:gd name="T112" fmla="*/ 548 w 1360"/>
                <a:gd name="T113" fmla="*/ 2 h 1596"/>
                <a:gd name="T114" fmla="*/ 584 w 1360"/>
                <a:gd name="T115" fmla="*/ 24 h 1596"/>
                <a:gd name="T116" fmla="*/ 905 w 1360"/>
                <a:gd name="T117" fmla="*/ 485 h 1596"/>
                <a:gd name="T118" fmla="*/ 918 w 1360"/>
                <a:gd name="T119" fmla="*/ 526 h 1596"/>
                <a:gd name="T120" fmla="*/ 1360 w 1360"/>
                <a:gd name="T121" fmla="*/ 1194 h 15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360" h="1596">
                  <a:moveTo>
                    <a:pt x="1360" y="1194"/>
                  </a:moveTo>
                  <a:cubicBezTo>
                    <a:pt x="1360" y="1596"/>
                    <a:pt x="1360" y="1596"/>
                    <a:pt x="1360" y="1596"/>
                  </a:cubicBezTo>
                  <a:cubicBezTo>
                    <a:pt x="1349" y="1575"/>
                    <a:pt x="1312" y="1536"/>
                    <a:pt x="1197" y="1497"/>
                  </a:cubicBezTo>
                  <a:cubicBezTo>
                    <a:pt x="1135" y="1476"/>
                    <a:pt x="1050" y="1455"/>
                    <a:pt x="935" y="1437"/>
                  </a:cubicBezTo>
                  <a:cubicBezTo>
                    <a:pt x="897" y="1361"/>
                    <a:pt x="867" y="1277"/>
                    <a:pt x="847" y="1188"/>
                  </a:cubicBezTo>
                  <a:cubicBezTo>
                    <a:pt x="838" y="1147"/>
                    <a:pt x="830" y="1108"/>
                    <a:pt x="823" y="1072"/>
                  </a:cubicBezTo>
                  <a:cubicBezTo>
                    <a:pt x="785" y="876"/>
                    <a:pt x="776" y="752"/>
                    <a:pt x="763" y="674"/>
                  </a:cubicBezTo>
                  <a:cubicBezTo>
                    <a:pt x="761" y="659"/>
                    <a:pt x="758" y="646"/>
                    <a:pt x="756" y="634"/>
                  </a:cubicBezTo>
                  <a:cubicBezTo>
                    <a:pt x="755" y="632"/>
                    <a:pt x="754" y="630"/>
                    <a:pt x="754" y="628"/>
                  </a:cubicBezTo>
                  <a:cubicBezTo>
                    <a:pt x="754" y="627"/>
                    <a:pt x="753" y="625"/>
                    <a:pt x="753" y="624"/>
                  </a:cubicBezTo>
                  <a:cubicBezTo>
                    <a:pt x="752" y="622"/>
                    <a:pt x="752" y="620"/>
                    <a:pt x="751" y="618"/>
                  </a:cubicBezTo>
                  <a:cubicBezTo>
                    <a:pt x="751" y="618"/>
                    <a:pt x="751" y="617"/>
                    <a:pt x="750" y="616"/>
                  </a:cubicBezTo>
                  <a:cubicBezTo>
                    <a:pt x="747" y="605"/>
                    <a:pt x="743" y="596"/>
                    <a:pt x="738" y="589"/>
                  </a:cubicBezTo>
                  <a:cubicBezTo>
                    <a:pt x="737" y="588"/>
                    <a:pt x="737" y="588"/>
                    <a:pt x="737" y="587"/>
                  </a:cubicBezTo>
                  <a:cubicBezTo>
                    <a:pt x="735" y="584"/>
                    <a:pt x="732" y="581"/>
                    <a:pt x="730" y="579"/>
                  </a:cubicBezTo>
                  <a:cubicBezTo>
                    <a:pt x="730" y="578"/>
                    <a:pt x="729" y="578"/>
                    <a:pt x="729" y="577"/>
                  </a:cubicBezTo>
                  <a:cubicBezTo>
                    <a:pt x="727" y="576"/>
                    <a:pt x="725" y="574"/>
                    <a:pt x="723" y="572"/>
                  </a:cubicBezTo>
                  <a:cubicBezTo>
                    <a:pt x="723" y="572"/>
                    <a:pt x="723" y="571"/>
                    <a:pt x="722" y="571"/>
                  </a:cubicBezTo>
                  <a:cubicBezTo>
                    <a:pt x="722" y="571"/>
                    <a:pt x="722" y="571"/>
                    <a:pt x="721" y="571"/>
                  </a:cubicBezTo>
                  <a:cubicBezTo>
                    <a:pt x="720" y="570"/>
                    <a:pt x="719" y="569"/>
                    <a:pt x="718" y="568"/>
                  </a:cubicBezTo>
                  <a:cubicBezTo>
                    <a:pt x="715" y="566"/>
                    <a:pt x="712" y="564"/>
                    <a:pt x="709" y="563"/>
                  </a:cubicBezTo>
                  <a:cubicBezTo>
                    <a:pt x="705" y="561"/>
                    <a:pt x="702" y="560"/>
                    <a:pt x="699" y="559"/>
                  </a:cubicBezTo>
                  <a:cubicBezTo>
                    <a:pt x="698" y="559"/>
                    <a:pt x="697" y="558"/>
                    <a:pt x="696" y="558"/>
                  </a:cubicBezTo>
                  <a:cubicBezTo>
                    <a:pt x="696" y="558"/>
                    <a:pt x="695" y="558"/>
                    <a:pt x="694" y="557"/>
                  </a:cubicBezTo>
                  <a:cubicBezTo>
                    <a:pt x="692" y="557"/>
                    <a:pt x="690" y="556"/>
                    <a:pt x="688" y="556"/>
                  </a:cubicBezTo>
                  <a:cubicBezTo>
                    <a:pt x="681" y="554"/>
                    <a:pt x="674" y="553"/>
                    <a:pt x="667" y="551"/>
                  </a:cubicBezTo>
                  <a:cubicBezTo>
                    <a:pt x="665" y="551"/>
                    <a:pt x="663" y="551"/>
                    <a:pt x="661" y="550"/>
                  </a:cubicBezTo>
                  <a:cubicBezTo>
                    <a:pt x="653" y="549"/>
                    <a:pt x="645" y="547"/>
                    <a:pt x="637" y="546"/>
                  </a:cubicBezTo>
                  <a:cubicBezTo>
                    <a:pt x="632" y="545"/>
                    <a:pt x="628" y="545"/>
                    <a:pt x="624" y="544"/>
                  </a:cubicBezTo>
                  <a:cubicBezTo>
                    <a:pt x="620" y="543"/>
                    <a:pt x="616" y="543"/>
                    <a:pt x="612" y="542"/>
                  </a:cubicBezTo>
                  <a:cubicBezTo>
                    <a:pt x="611" y="542"/>
                    <a:pt x="611" y="542"/>
                    <a:pt x="610" y="541"/>
                  </a:cubicBezTo>
                  <a:cubicBezTo>
                    <a:pt x="605" y="541"/>
                    <a:pt x="601" y="540"/>
                    <a:pt x="597" y="539"/>
                  </a:cubicBezTo>
                  <a:cubicBezTo>
                    <a:pt x="590" y="538"/>
                    <a:pt x="583" y="537"/>
                    <a:pt x="576" y="536"/>
                  </a:cubicBezTo>
                  <a:cubicBezTo>
                    <a:pt x="569" y="535"/>
                    <a:pt x="562" y="534"/>
                    <a:pt x="554" y="532"/>
                  </a:cubicBezTo>
                  <a:cubicBezTo>
                    <a:pt x="539" y="530"/>
                    <a:pt x="523" y="527"/>
                    <a:pt x="508" y="524"/>
                  </a:cubicBezTo>
                  <a:cubicBezTo>
                    <a:pt x="504" y="523"/>
                    <a:pt x="499" y="523"/>
                    <a:pt x="495" y="522"/>
                  </a:cubicBezTo>
                  <a:cubicBezTo>
                    <a:pt x="493" y="521"/>
                    <a:pt x="490" y="521"/>
                    <a:pt x="488" y="520"/>
                  </a:cubicBezTo>
                  <a:cubicBezTo>
                    <a:pt x="481" y="519"/>
                    <a:pt x="475" y="518"/>
                    <a:pt x="469" y="516"/>
                  </a:cubicBezTo>
                  <a:cubicBezTo>
                    <a:pt x="464" y="515"/>
                    <a:pt x="459" y="514"/>
                    <a:pt x="454" y="513"/>
                  </a:cubicBezTo>
                  <a:cubicBezTo>
                    <a:pt x="452" y="513"/>
                    <a:pt x="449" y="512"/>
                    <a:pt x="447" y="512"/>
                  </a:cubicBezTo>
                  <a:cubicBezTo>
                    <a:pt x="439" y="510"/>
                    <a:pt x="432" y="508"/>
                    <a:pt x="425" y="507"/>
                  </a:cubicBezTo>
                  <a:cubicBezTo>
                    <a:pt x="424" y="506"/>
                    <a:pt x="422" y="506"/>
                    <a:pt x="421" y="506"/>
                  </a:cubicBezTo>
                  <a:cubicBezTo>
                    <a:pt x="418" y="505"/>
                    <a:pt x="414" y="504"/>
                    <a:pt x="411" y="503"/>
                  </a:cubicBezTo>
                  <a:cubicBezTo>
                    <a:pt x="408" y="502"/>
                    <a:pt x="405" y="501"/>
                    <a:pt x="402" y="500"/>
                  </a:cubicBezTo>
                  <a:cubicBezTo>
                    <a:pt x="399" y="500"/>
                    <a:pt x="396" y="499"/>
                    <a:pt x="393" y="498"/>
                  </a:cubicBezTo>
                  <a:cubicBezTo>
                    <a:pt x="389" y="497"/>
                    <a:pt x="386" y="496"/>
                    <a:pt x="382" y="495"/>
                  </a:cubicBezTo>
                  <a:cubicBezTo>
                    <a:pt x="380" y="494"/>
                    <a:pt x="377" y="493"/>
                    <a:pt x="374" y="492"/>
                  </a:cubicBezTo>
                  <a:cubicBezTo>
                    <a:pt x="372" y="491"/>
                    <a:pt x="370" y="491"/>
                    <a:pt x="367" y="490"/>
                  </a:cubicBezTo>
                  <a:cubicBezTo>
                    <a:pt x="365" y="489"/>
                    <a:pt x="363" y="488"/>
                    <a:pt x="361" y="488"/>
                  </a:cubicBezTo>
                  <a:cubicBezTo>
                    <a:pt x="359" y="487"/>
                    <a:pt x="357" y="486"/>
                    <a:pt x="355" y="485"/>
                  </a:cubicBezTo>
                  <a:cubicBezTo>
                    <a:pt x="349" y="483"/>
                    <a:pt x="343" y="481"/>
                    <a:pt x="337" y="478"/>
                  </a:cubicBezTo>
                  <a:cubicBezTo>
                    <a:pt x="335" y="477"/>
                    <a:pt x="334" y="477"/>
                    <a:pt x="332" y="476"/>
                  </a:cubicBezTo>
                  <a:cubicBezTo>
                    <a:pt x="317" y="469"/>
                    <a:pt x="304" y="462"/>
                    <a:pt x="292" y="453"/>
                  </a:cubicBezTo>
                  <a:cubicBezTo>
                    <a:pt x="292" y="453"/>
                    <a:pt x="291" y="453"/>
                    <a:pt x="290" y="452"/>
                  </a:cubicBezTo>
                  <a:cubicBezTo>
                    <a:pt x="288" y="450"/>
                    <a:pt x="286" y="449"/>
                    <a:pt x="284" y="447"/>
                  </a:cubicBezTo>
                  <a:cubicBezTo>
                    <a:pt x="282" y="446"/>
                    <a:pt x="281" y="445"/>
                    <a:pt x="280" y="444"/>
                  </a:cubicBezTo>
                  <a:cubicBezTo>
                    <a:pt x="276" y="440"/>
                    <a:pt x="272" y="436"/>
                    <a:pt x="268" y="432"/>
                  </a:cubicBezTo>
                  <a:cubicBezTo>
                    <a:pt x="266" y="431"/>
                    <a:pt x="265" y="430"/>
                    <a:pt x="264" y="429"/>
                  </a:cubicBezTo>
                  <a:cubicBezTo>
                    <a:pt x="262" y="428"/>
                    <a:pt x="260" y="426"/>
                    <a:pt x="258" y="424"/>
                  </a:cubicBezTo>
                  <a:cubicBezTo>
                    <a:pt x="256" y="423"/>
                    <a:pt x="254" y="421"/>
                    <a:pt x="252" y="419"/>
                  </a:cubicBezTo>
                  <a:cubicBezTo>
                    <a:pt x="249" y="417"/>
                    <a:pt x="247" y="416"/>
                    <a:pt x="245" y="414"/>
                  </a:cubicBezTo>
                  <a:cubicBezTo>
                    <a:pt x="244" y="413"/>
                    <a:pt x="242" y="412"/>
                    <a:pt x="241" y="410"/>
                  </a:cubicBezTo>
                  <a:cubicBezTo>
                    <a:pt x="208" y="384"/>
                    <a:pt x="168" y="355"/>
                    <a:pt x="129" y="329"/>
                  </a:cubicBezTo>
                  <a:cubicBezTo>
                    <a:pt x="129" y="329"/>
                    <a:pt x="129" y="329"/>
                    <a:pt x="129" y="329"/>
                  </a:cubicBezTo>
                  <a:cubicBezTo>
                    <a:pt x="125" y="326"/>
                    <a:pt x="121" y="323"/>
                    <a:pt x="117" y="320"/>
                  </a:cubicBezTo>
                  <a:cubicBezTo>
                    <a:pt x="113" y="318"/>
                    <a:pt x="110" y="315"/>
                    <a:pt x="106" y="313"/>
                  </a:cubicBezTo>
                  <a:cubicBezTo>
                    <a:pt x="104" y="311"/>
                    <a:pt x="101" y="309"/>
                    <a:pt x="99" y="308"/>
                  </a:cubicBezTo>
                  <a:cubicBezTo>
                    <a:pt x="88" y="300"/>
                    <a:pt x="78" y="294"/>
                    <a:pt x="68" y="287"/>
                  </a:cubicBezTo>
                  <a:cubicBezTo>
                    <a:pt x="29" y="261"/>
                    <a:pt x="0" y="243"/>
                    <a:pt x="0" y="243"/>
                  </a:cubicBezTo>
                  <a:cubicBezTo>
                    <a:pt x="0" y="243"/>
                    <a:pt x="7" y="230"/>
                    <a:pt x="33" y="221"/>
                  </a:cubicBezTo>
                  <a:cubicBezTo>
                    <a:pt x="43" y="217"/>
                    <a:pt x="55" y="215"/>
                    <a:pt x="71" y="213"/>
                  </a:cubicBezTo>
                  <a:cubicBezTo>
                    <a:pt x="73" y="213"/>
                    <a:pt x="73" y="213"/>
                    <a:pt x="73" y="213"/>
                  </a:cubicBezTo>
                  <a:cubicBezTo>
                    <a:pt x="74" y="213"/>
                    <a:pt x="74" y="213"/>
                    <a:pt x="75" y="213"/>
                  </a:cubicBezTo>
                  <a:cubicBezTo>
                    <a:pt x="77" y="213"/>
                    <a:pt x="78" y="213"/>
                    <a:pt x="79" y="213"/>
                  </a:cubicBezTo>
                  <a:cubicBezTo>
                    <a:pt x="81" y="213"/>
                    <a:pt x="82" y="213"/>
                    <a:pt x="84" y="214"/>
                  </a:cubicBezTo>
                  <a:cubicBezTo>
                    <a:pt x="85" y="214"/>
                    <a:pt x="86" y="214"/>
                    <a:pt x="87" y="214"/>
                  </a:cubicBezTo>
                  <a:cubicBezTo>
                    <a:pt x="95" y="216"/>
                    <a:pt x="103" y="218"/>
                    <a:pt x="113" y="221"/>
                  </a:cubicBezTo>
                  <a:cubicBezTo>
                    <a:pt x="115" y="222"/>
                    <a:pt x="117" y="223"/>
                    <a:pt x="119" y="224"/>
                  </a:cubicBezTo>
                  <a:cubicBezTo>
                    <a:pt x="120" y="224"/>
                    <a:pt x="121" y="225"/>
                    <a:pt x="123" y="225"/>
                  </a:cubicBezTo>
                  <a:cubicBezTo>
                    <a:pt x="124" y="226"/>
                    <a:pt x="126" y="227"/>
                    <a:pt x="128" y="227"/>
                  </a:cubicBezTo>
                  <a:cubicBezTo>
                    <a:pt x="130" y="228"/>
                    <a:pt x="132" y="229"/>
                    <a:pt x="133" y="230"/>
                  </a:cubicBezTo>
                  <a:cubicBezTo>
                    <a:pt x="134" y="230"/>
                    <a:pt x="135" y="230"/>
                    <a:pt x="135" y="230"/>
                  </a:cubicBezTo>
                  <a:cubicBezTo>
                    <a:pt x="135" y="230"/>
                    <a:pt x="135" y="230"/>
                    <a:pt x="135" y="230"/>
                  </a:cubicBezTo>
                  <a:cubicBezTo>
                    <a:pt x="140" y="232"/>
                    <a:pt x="146" y="235"/>
                    <a:pt x="151" y="237"/>
                  </a:cubicBezTo>
                  <a:cubicBezTo>
                    <a:pt x="153" y="238"/>
                    <a:pt x="154" y="239"/>
                    <a:pt x="156" y="239"/>
                  </a:cubicBezTo>
                  <a:cubicBezTo>
                    <a:pt x="157" y="240"/>
                    <a:pt x="157" y="240"/>
                    <a:pt x="158" y="240"/>
                  </a:cubicBezTo>
                  <a:cubicBezTo>
                    <a:pt x="170" y="245"/>
                    <a:pt x="182" y="251"/>
                    <a:pt x="195" y="256"/>
                  </a:cubicBezTo>
                  <a:cubicBezTo>
                    <a:pt x="195" y="256"/>
                    <a:pt x="196" y="257"/>
                    <a:pt x="197" y="257"/>
                  </a:cubicBezTo>
                  <a:cubicBezTo>
                    <a:pt x="211" y="263"/>
                    <a:pt x="226" y="268"/>
                    <a:pt x="241" y="273"/>
                  </a:cubicBezTo>
                  <a:cubicBezTo>
                    <a:pt x="293" y="290"/>
                    <a:pt x="368" y="304"/>
                    <a:pt x="412" y="273"/>
                  </a:cubicBezTo>
                  <a:cubicBezTo>
                    <a:pt x="438" y="255"/>
                    <a:pt x="458" y="224"/>
                    <a:pt x="461" y="198"/>
                  </a:cubicBezTo>
                  <a:cubicBezTo>
                    <a:pt x="461" y="195"/>
                    <a:pt x="461" y="192"/>
                    <a:pt x="461" y="189"/>
                  </a:cubicBezTo>
                  <a:cubicBezTo>
                    <a:pt x="461" y="188"/>
                    <a:pt x="461" y="188"/>
                    <a:pt x="461" y="187"/>
                  </a:cubicBezTo>
                  <a:cubicBezTo>
                    <a:pt x="461" y="186"/>
                    <a:pt x="461" y="186"/>
                    <a:pt x="460" y="185"/>
                  </a:cubicBezTo>
                  <a:cubicBezTo>
                    <a:pt x="460" y="184"/>
                    <a:pt x="460" y="184"/>
                    <a:pt x="460" y="183"/>
                  </a:cubicBezTo>
                  <a:cubicBezTo>
                    <a:pt x="460" y="182"/>
                    <a:pt x="460" y="182"/>
                    <a:pt x="460" y="181"/>
                  </a:cubicBezTo>
                  <a:cubicBezTo>
                    <a:pt x="459" y="181"/>
                    <a:pt x="459" y="180"/>
                    <a:pt x="459" y="180"/>
                  </a:cubicBezTo>
                  <a:cubicBezTo>
                    <a:pt x="459" y="179"/>
                    <a:pt x="458" y="177"/>
                    <a:pt x="457" y="176"/>
                  </a:cubicBezTo>
                  <a:cubicBezTo>
                    <a:pt x="457" y="175"/>
                    <a:pt x="457" y="175"/>
                    <a:pt x="456" y="174"/>
                  </a:cubicBezTo>
                  <a:cubicBezTo>
                    <a:pt x="456" y="174"/>
                    <a:pt x="456" y="173"/>
                    <a:pt x="455" y="172"/>
                  </a:cubicBezTo>
                  <a:cubicBezTo>
                    <a:pt x="455" y="172"/>
                    <a:pt x="454" y="171"/>
                    <a:pt x="453" y="170"/>
                  </a:cubicBezTo>
                  <a:cubicBezTo>
                    <a:pt x="453" y="169"/>
                    <a:pt x="452" y="169"/>
                    <a:pt x="451" y="168"/>
                  </a:cubicBezTo>
                  <a:cubicBezTo>
                    <a:pt x="451" y="168"/>
                    <a:pt x="450" y="167"/>
                    <a:pt x="450" y="167"/>
                  </a:cubicBezTo>
                  <a:cubicBezTo>
                    <a:pt x="448" y="166"/>
                    <a:pt x="446" y="165"/>
                    <a:pt x="444" y="164"/>
                  </a:cubicBezTo>
                  <a:cubicBezTo>
                    <a:pt x="443" y="163"/>
                    <a:pt x="442" y="163"/>
                    <a:pt x="441" y="162"/>
                  </a:cubicBezTo>
                  <a:cubicBezTo>
                    <a:pt x="436" y="161"/>
                    <a:pt x="430" y="160"/>
                    <a:pt x="423" y="160"/>
                  </a:cubicBezTo>
                  <a:cubicBezTo>
                    <a:pt x="375" y="160"/>
                    <a:pt x="287" y="192"/>
                    <a:pt x="253" y="190"/>
                  </a:cubicBezTo>
                  <a:cubicBezTo>
                    <a:pt x="281" y="158"/>
                    <a:pt x="281" y="158"/>
                    <a:pt x="281" y="158"/>
                  </a:cubicBezTo>
                  <a:cubicBezTo>
                    <a:pt x="303" y="132"/>
                    <a:pt x="303" y="132"/>
                    <a:pt x="303" y="132"/>
                  </a:cubicBezTo>
                  <a:cubicBezTo>
                    <a:pt x="347" y="79"/>
                    <a:pt x="347" y="79"/>
                    <a:pt x="347" y="79"/>
                  </a:cubicBezTo>
                  <a:cubicBezTo>
                    <a:pt x="360" y="63"/>
                    <a:pt x="360" y="63"/>
                    <a:pt x="360" y="63"/>
                  </a:cubicBezTo>
                  <a:cubicBezTo>
                    <a:pt x="380" y="57"/>
                    <a:pt x="400" y="51"/>
                    <a:pt x="420" y="45"/>
                  </a:cubicBezTo>
                  <a:cubicBezTo>
                    <a:pt x="420" y="45"/>
                    <a:pt x="420" y="45"/>
                    <a:pt x="420" y="45"/>
                  </a:cubicBezTo>
                  <a:cubicBezTo>
                    <a:pt x="480" y="25"/>
                    <a:pt x="533" y="7"/>
                    <a:pt x="548" y="2"/>
                  </a:cubicBezTo>
                  <a:cubicBezTo>
                    <a:pt x="550" y="1"/>
                    <a:pt x="552" y="0"/>
                    <a:pt x="552" y="0"/>
                  </a:cubicBezTo>
                  <a:cubicBezTo>
                    <a:pt x="552" y="0"/>
                    <a:pt x="564" y="8"/>
                    <a:pt x="584" y="24"/>
                  </a:cubicBezTo>
                  <a:cubicBezTo>
                    <a:pt x="631" y="62"/>
                    <a:pt x="721" y="143"/>
                    <a:pt x="801" y="268"/>
                  </a:cubicBezTo>
                  <a:cubicBezTo>
                    <a:pt x="840" y="330"/>
                    <a:pt x="877" y="402"/>
                    <a:pt x="905" y="485"/>
                  </a:cubicBezTo>
                  <a:cubicBezTo>
                    <a:pt x="905" y="485"/>
                    <a:pt x="905" y="485"/>
                    <a:pt x="905" y="485"/>
                  </a:cubicBezTo>
                  <a:cubicBezTo>
                    <a:pt x="910" y="498"/>
                    <a:pt x="914" y="512"/>
                    <a:pt x="918" y="526"/>
                  </a:cubicBezTo>
                  <a:cubicBezTo>
                    <a:pt x="918" y="526"/>
                    <a:pt x="934" y="547"/>
                    <a:pt x="960" y="582"/>
                  </a:cubicBezTo>
                  <a:cubicBezTo>
                    <a:pt x="1041" y="691"/>
                    <a:pt x="1224" y="945"/>
                    <a:pt x="1360" y="1194"/>
                  </a:cubicBezTo>
                  <a:close/>
                </a:path>
              </a:pathLst>
            </a:custGeom>
            <a:gradFill>
              <a:gsLst>
                <a:gs pos="0">
                  <a:srgbClr val="E5C3FF"/>
                </a:gs>
                <a:gs pos="65000">
                  <a:srgbClr val="B0C7FF"/>
                </a:gs>
              </a:gsLst>
              <a:lin ang="0" scaled="0"/>
            </a:gradFill>
            <a:ln>
              <a:noFill/>
            </a:ln>
          </p:spPr>
          <p:txBody>
            <a:bodyPr vert="horz" wrap="square" lIns="91440" tIns="45720" rIns="91440" bIns="45720" numCol="1" rtlCol="0" anchor="t" anchorCtr="0" compatLnSpc="1">
              <a:prstTxWarp prst="textNoShape">
                <a:avLst/>
              </a:prstTxWarp>
            </a:bodyPr>
            <a:lstStyle/>
            <a:p>
              <a:pPr rtl="0"/>
              <a:endParaRPr lang="es-ES" dirty="0"/>
            </a:p>
          </p:txBody>
        </p:sp>
        <p:sp>
          <p:nvSpPr>
            <p:cNvPr id="55" name="Forma libre 32">
              <a:extLst>
                <a:ext uri="{FF2B5EF4-FFF2-40B4-BE49-F238E27FC236}">
                  <a16:creationId xmlns:a16="http://schemas.microsoft.com/office/drawing/2014/main" id="{742FC6CF-44F1-407F-BEB2-8F383DCEC064}"/>
                </a:ext>
              </a:extLst>
            </p:cNvPr>
            <p:cNvSpPr>
              <a:spLocks/>
            </p:cNvSpPr>
            <p:nvPr/>
          </p:nvSpPr>
          <p:spPr bwMode="auto">
            <a:xfrm>
              <a:off x="7721066" y="1559272"/>
              <a:ext cx="2833086" cy="2015954"/>
            </a:xfrm>
            <a:custGeom>
              <a:avLst/>
              <a:gdLst>
                <a:gd name="T0" fmla="*/ 723 w 841"/>
                <a:gd name="T1" fmla="*/ 599 h 599"/>
                <a:gd name="T2" fmla="*/ 720 w 841"/>
                <a:gd name="T3" fmla="*/ 589 h 599"/>
                <a:gd name="T4" fmla="*/ 717 w 841"/>
                <a:gd name="T5" fmla="*/ 581 h 599"/>
                <a:gd name="T6" fmla="*/ 704 w 841"/>
                <a:gd name="T7" fmla="*/ 552 h 599"/>
                <a:gd name="T8" fmla="*/ 696 w 841"/>
                <a:gd name="T9" fmla="*/ 542 h 599"/>
                <a:gd name="T10" fmla="*/ 689 w 841"/>
                <a:gd name="T11" fmla="*/ 536 h 599"/>
                <a:gd name="T12" fmla="*/ 685 w 841"/>
                <a:gd name="T13" fmla="*/ 533 h 599"/>
                <a:gd name="T14" fmla="*/ 666 w 841"/>
                <a:gd name="T15" fmla="*/ 524 h 599"/>
                <a:gd name="T16" fmla="*/ 661 w 841"/>
                <a:gd name="T17" fmla="*/ 522 h 599"/>
                <a:gd name="T18" fmla="*/ 634 w 841"/>
                <a:gd name="T19" fmla="*/ 516 h 599"/>
                <a:gd name="T20" fmla="*/ 604 w 841"/>
                <a:gd name="T21" fmla="*/ 511 h 599"/>
                <a:gd name="T22" fmla="*/ 579 w 841"/>
                <a:gd name="T23" fmla="*/ 507 h 599"/>
                <a:gd name="T24" fmla="*/ 564 w 841"/>
                <a:gd name="T25" fmla="*/ 504 h 599"/>
                <a:gd name="T26" fmla="*/ 521 w 841"/>
                <a:gd name="T27" fmla="*/ 497 h 599"/>
                <a:gd name="T28" fmla="*/ 462 w 841"/>
                <a:gd name="T29" fmla="*/ 487 h 599"/>
                <a:gd name="T30" fmla="*/ 436 w 841"/>
                <a:gd name="T31" fmla="*/ 481 h 599"/>
                <a:gd name="T32" fmla="*/ 414 w 841"/>
                <a:gd name="T33" fmla="*/ 477 h 599"/>
                <a:gd name="T34" fmla="*/ 388 w 841"/>
                <a:gd name="T35" fmla="*/ 471 h 599"/>
                <a:gd name="T36" fmla="*/ 369 w 841"/>
                <a:gd name="T37" fmla="*/ 465 h 599"/>
                <a:gd name="T38" fmla="*/ 349 w 841"/>
                <a:gd name="T39" fmla="*/ 460 h 599"/>
                <a:gd name="T40" fmla="*/ 334 w 841"/>
                <a:gd name="T41" fmla="*/ 455 h 599"/>
                <a:gd name="T42" fmla="*/ 322 w 841"/>
                <a:gd name="T43" fmla="*/ 450 h 599"/>
                <a:gd name="T44" fmla="*/ 299 w 841"/>
                <a:gd name="T45" fmla="*/ 441 h 599"/>
                <a:gd name="T46" fmla="*/ 257 w 841"/>
                <a:gd name="T47" fmla="*/ 417 h 599"/>
                <a:gd name="T48" fmla="*/ 247 w 841"/>
                <a:gd name="T49" fmla="*/ 409 h 599"/>
                <a:gd name="T50" fmla="*/ 231 w 841"/>
                <a:gd name="T51" fmla="*/ 394 h 599"/>
                <a:gd name="T52" fmla="*/ 219 w 841"/>
                <a:gd name="T53" fmla="*/ 384 h 599"/>
                <a:gd name="T54" fmla="*/ 208 w 841"/>
                <a:gd name="T55" fmla="*/ 375 h 599"/>
                <a:gd name="T56" fmla="*/ 96 w 841"/>
                <a:gd name="T57" fmla="*/ 294 h 599"/>
                <a:gd name="T58" fmla="*/ 73 w 841"/>
                <a:gd name="T59" fmla="*/ 278 h 599"/>
                <a:gd name="T60" fmla="*/ 52 w 841"/>
                <a:gd name="T61" fmla="*/ 231 h 599"/>
                <a:gd name="T62" fmla="*/ 38 w 841"/>
                <a:gd name="T63" fmla="*/ 178 h 599"/>
                <a:gd name="T64" fmla="*/ 42 w 841"/>
                <a:gd name="T65" fmla="*/ 178 h 599"/>
                <a:gd name="T66" fmla="*/ 51 w 841"/>
                <a:gd name="T67" fmla="*/ 179 h 599"/>
                <a:gd name="T68" fmla="*/ 80 w 841"/>
                <a:gd name="T69" fmla="*/ 186 h 599"/>
                <a:gd name="T70" fmla="*/ 90 w 841"/>
                <a:gd name="T71" fmla="*/ 190 h 599"/>
                <a:gd name="T72" fmla="*/ 100 w 841"/>
                <a:gd name="T73" fmla="*/ 195 h 599"/>
                <a:gd name="T74" fmla="*/ 102 w 841"/>
                <a:gd name="T75" fmla="*/ 195 h 599"/>
                <a:gd name="T76" fmla="*/ 154 w 841"/>
                <a:gd name="T77" fmla="*/ 229 h 599"/>
                <a:gd name="T78" fmla="*/ 428 w 841"/>
                <a:gd name="T79" fmla="*/ 189 h 599"/>
                <a:gd name="T80" fmla="*/ 428 w 841"/>
                <a:gd name="T81" fmla="*/ 163 h 599"/>
                <a:gd name="T82" fmla="*/ 428 w 841"/>
                <a:gd name="T83" fmla="*/ 152 h 599"/>
                <a:gd name="T84" fmla="*/ 427 w 841"/>
                <a:gd name="T85" fmla="*/ 148 h 599"/>
                <a:gd name="T86" fmla="*/ 426 w 841"/>
                <a:gd name="T87" fmla="*/ 145 h 599"/>
                <a:gd name="T88" fmla="*/ 423 w 841"/>
                <a:gd name="T89" fmla="*/ 139 h 599"/>
                <a:gd name="T90" fmla="*/ 420 w 841"/>
                <a:gd name="T91" fmla="*/ 135 h 599"/>
                <a:gd name="T92" fmla="*/ 417 w 841"/>
                <a:gd name="T93" fmla="*/ 132 h 599"/>
                <a:gd name="T94" fmla="*/ 408 w 841"/>
                <a:gd name="T95" fmla="*/ 127 h 599"/>
                <a:gd name="T96" fmla="*/ 220 w 841"/>
                <a:gd name="T97" fmla="*/ 155 h 599"/>
                <a:gd name="T98" fmla="*/ 270 w 841"/>
                <a:gd name="T99" fmla="*/ 97 h 599"/>
                <a:gd name="T100" fmla="*/ 594 w 841"/>
                <a:gd name="T101" fmla="*/ 148 h 599"/>
                <a:gd name="T102" fmla="*/ 832 w 841"/>
                <a:gd name="T103" fmla="*/ 544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841" h="599">
                  <a:moveTo>
                    <a:pt x="832" y="544"/>
                  </a:moveTo>
                  <a:cubicBezTo>
                    <a:pt x="827" y="548"/>
                    <a:pt x="784" y="581"/>
                    <a:pt x="723" y="599"/>
                  </a:cubicBezTo>
                  <a:cubicBezTo>
                    <a:pt x="722" y="597"/>
                    <a:pt x="721" y="595"/>
                    <a:pt x="721" y="593"/>
                  </a:cubicBezTo>
                  <a:cubicBezTo>
                    <a:pt x="721" y="592"/>
                    <a:pt x="720" y="590"/>
                    <a:pt x="720" y="589"/>
                  </a:cubicBezTo>
                  <a:cubicBezTo>
                    <a:pt x="719" y="587"/>
                    <a:pt x="719" y="585"/>
                    <a:pt x="718" y="583"/>
                  </a:cubicBezTo>
                  <a:cubicBezTo>
                    <a:pt x="718" y="583"/>
                    <a:pt x="718" y="582"/>
                    <a:pt x="717" y="581"/>
                  </a:cubicBezTo>
                  <a:cubicBezTo>
                    <a:pt x="714" y="570"/>
                    <a:pt x="710" y="561"/>
                    <a:pt x="705" y="554"/>
                  </a:cubicBezTo>
                  <a:cubicBezTo>
                    <a:pt x="704" y="553"/>
                    <a:pt x="704" y="553"/>
                    <a:pt x="704" y="552"/>
                  </a:cubicBezTo>
                  <a:cubicBezTo>
                    <a:pt x="702" y="549"/>
                    <a:pt x="699" y="546"/>
                    <a:pt x="697" y="544"/>
                  </a:cubicBezTo>
                  <a:cubicBezTo>
                    <a:pt x="697" y="543"/>
                    <a:pt x="696" y="543"/>
                    <a:pt x="696" y="542"/>
                  </a:cubicBezTo>
                  <a:cubicBezTo>
                    <a:pt x="694" y="541"/>
                    <a:pt x="692" y="539"/>
                    <a:pt x="690" y="537"/>
                  </a:cubicBezTo>
                  <a:cubicBezTo>
                    <a:pt x="690" y="537"/>
                    <a:pt x="690" y="536"/>
                    <a:pt x="689" y="536"/>
                  </a:cubicBezTo>
                  <a:cubicBezTo>
                    <a:pt x="689" y="536"/>
                    <a:pt x="689" y="536"/>
                    <a:pt x="688" y="536"/>
                  </a:cubicBezTo>
                  <a:cubicBezTo>
                    <a:pt x="687" y="535"/>
                    <a:pt x="686" y="534"/>
                    <a:pt x="685" y="533"/>
                  </a:cubicBezTo>
                  <a:cubicBezTo>
                    <a:pt x="682" y="531"/>
                    <a:pt x="679" y="529"/>
                    <a:pt x="676" y="528"/>
                  </a:cubicBezTo>
                  <a:cubicBezTo>
                    <a:pt x="672" y="526"/>
                    <a:pt x="669" y="525"/>
                    <a:pt x="666" y="524"/>
                  </a:cubicBezTo>
                  <a:cubicBezTo>
                    <a:pt x="665" y="524"/>
                    <a:pt x="664" y="523"/>
                    <a:pt x="663" y="523"/>
                  </a:cubicBezTo>
                  <a:cubicBezTo>
                    <a:pt x="663" y="523"/>
                    <a:pt x="662" y="523"/>
                    <a:pt x="661" y="522"/>
                  </a:cubicBezTo>
                  <a:cubicBezTo>
                    <a:pt x="659" y="522"/>
                    <a:pt x="657" y="521"/>
                    <a:pt x="655" y="521"/>
                  </a:cubicBezTo>
                  <a:cubicBezTo>
                    <a:pt x="648" y="519"/>
                    <a:pt x="641" y="518"/>
                    <a:pt x="634" y="516"/>
                  </a:cubicBezTo>
                  <a:cubicBezTo>
                    <a:pt x="632" y="516"/>
                    <a:pt x="630" y="516"/>
                    <a:pt x="628" y="515"/>
                  </a:cubicBezTo>
                  <a:cubicBezTo>
                    <a:pt x="620" y="514"/>
                    <a:pt x="612" y="512"/>
                    <a:pt x="604" y="511"/>
                  </a:cubicBezTo>
                  <a:cubicBezTo>
                    <a:pt x="599" y="510"/>
                    <a:pt x="595" y="510"/>
                    <a:pt x="591" y="509"/>
                  </a:cubicBezTo>
                  <a:cubicBezTo>
                    <a:pt x="587" y="508"/>
                    <a:pt x="583" y="508"/>
                    <a:pt x="579" y="507"/>
                  </a:cubicBezTo>
                  <a:cubicBezTo>
                    <a:pt x="578" y="507"/>
                    <a:pt x="578" y="507"/>
                    <a:pt x="577" y="506"/>
                  </a:cubicBezTo>
                  <a:cubicBezTo>
                    <a:pt x="572" y="506"/>
                    <a:pt x="568" y="505"/>
                    <a:pt x="564" y="504"/>
                  </a:cubicBezTo>
                  <a:cubicBezTo>
                    <a:pt x="557" y="503"/>
                    <a:pt x="550" y="502"/>
                    <a:pt x="543" y="501"/>
                  </a:cubicBezTo>
                  <a:cubicBezTo>
                    <a:pt x="536" y="500"/>
                    <a:pt x="529" y="499"/>
                    <a:pt x="521" y="497"/>
                  </a:cubicBezTo>
                  <a:cubicBezTo>
                    <a:pt x="506" y="495"/>
                    <a:pt x="490" y="492"/>
                    <a:pt x="475" y="489"/>
                  </a:cubicBezTo>
                  <a:cubicBezTo>
                    <a:pt x="471" y="488"/>
                    <a:pt x="466" y="488"/>
                    <a:pt x="462" y="487"/>
                  </a:cubicBezTo>
                  <a:cubicBezTo>
                    <a:pt x="460" y="486"/>
                    <a:pt x="457" y="486"/>
                    <a:pt x="455" y="485"/>
                  </a:cubicBezTo>
                  <a:cubicBezTo>
                    <a:pt x="448" y="484"/>
                    <a:pt x="442" y="483"/>
                    <a:pt x="436" y="481"/>
                  </a:cubicBezTo>
                  <a:cubicBezTo>
                    <a:pt x="431" y="480"/>
                    <a:pt x="426" y="479"/>
                    <a:pt x="421" y="478"/>
                  </a:cubicBezTo>
                  <a:cubicBezTo>
                    <a:pt x="419" y="478"/>
                    <a:pt x="416" y="477"/>
                    <a:pt x="414" y="477"/>
                  </a:cubicBezTo>
                  <a:cubicBezTo>
                    <a:pt x="406" y="475"/>
                    <a:pt x="399" y="473"/>
                    <a:pt x="392" y="472"/>
                  </a:cubicBezTo>
                  <a:cubicBezTo>
                    <a:pt x="391" y="471"/>
                    <a:pt x="389" y="471"/>
                    <a:pt x="388" y="471"/>
                  </a:cubicBezTo>
                  <a:cubicBezTo>
                    <a:pt x="385" y="470"/>
                    <a:pt x="381" y="469"/>
                    <a:pt x="378" y="468"/>
                  </a:cubicBezTo>
                  <a:cubicBezTo>
                    <a:pt x="375" y="467"/>
                    <a:pt x="372" y="466"/>
                    <a:pt x="369" y="465"/>
                  </a:cubicBezTo>
                  <a:cubicBezTo>
                    <a:pt x="366" y="465"/>
                    <a:pt x="363" y="464"/>
                    <a:pt x="360" y="463"/>
                  </a:cubicBezTo>
                  <a:cubicBezTo>
                    <a:pt x="356" y="462"/>
                    <a:pt x="353" y="461"/>
                    <a:pt x="349" y="460"/>
                  </a:cubicBezTo>
                  <a:cubicBezTo>
                    <a:pt x="347" y="459"/>
                    <a:pt x="344" y="458"/>
                    <a:pt x="341" y="457"/>
                  </a:cubicBezTo>
                  <a:cubicBezTo>
                    <a:pt x="339" y="456"/>
                    <a:pt x="337" y="456"/>
                    <a:pt x="334" y="455"/>
                  </a:cubicBezTo>
                  <a:cubicBezTo>
                    <a:pt x="332" y="454"/>
                    <a:pt x="330" y="453"/>
                    <a:pt x="328" y="453"/>
                  </a:cubicBezTo>
                  <a:cubicBezTo>
                    <a:pt x="326" y="452"/>
                    <a:pt x="324" y="451"/>
                    <a:pt x="322" y="450"/>
                  </a:cubicBezTo>
                  <a:cubicBezTo>
                    <a:pt x="316" y="448"/>
                    <a:pt x="310" y="446"/>
                    <a:pt x="304" y="443"/>
                  </a:cubicBezTo>
                  <a:cubicBezTo>
                    <a:pt x="302" y="442"/>
                    <a:pt x="301" y="442"/>
                    <a:pt x="299" y="441"/>
                  </a:cubicBezTo>
                  <a:cubicBezTo>
                    <a:pt x="284" y="434"/>
                    <a:pt x="271" y="427"/>
                    <a:pt x="259" y="418"/>
                  </a:cubicBezTo>
                  <a:cubicBezTo>
                    <a:pt x="259" y="418"/>
                    <a:pt x="258" y="418"/>
                    <a:pt x="257" y="417"/>
                  </a:cubicBezTo>
                  <a:cubicBezTo>
                    <a:pt x="255" y="415"/>
                    <a:pt x="253" y="414"/>
                    <a:pt x="251" y="412"/>
                  </a:cubicBezTo>
                  <a:cubicBezTo>
                    <a:pt x="249" y="411"/>
                    <a:pt x="248" y="410"/>
                    <a:pt x="247" y="409"/>
                  </a:cubicBezTo>
                  <a:cubicBezTo>
                    <a:pt x="243" y="405"/>
                    <a:pt x="239" y="401"/>
                    <a:pt x="235" y="397"/>
                  </a:cubicBezTo>
                  <a:cubicBezTo>
                    <a:pt x="233" y="396"/>
                    <a:pt x="232" y="395"/>
                    <a:pt x="231" y="394"/>
                  </a:cubicBezTo>
                  <a:cubicBezTo>
                    <a:pt x="229" y="393"/>
                    <a:pt x="227" y="391"/>
                    <a:pt x="225" y="389"/>
                  </a:cubicBezTo>
                  <a:cubicBezTo>
                    <a:pt x="223" y="388"/>
                    <a:pt x="221" y="386"/>
                    <a:pt x="219" y="384"/>
                  </a:cubicBezTo>
                  <a:cubicBezTo>
                    <a:pt x="216" y="382"/>
                    <a:pt x="214" y="381"/>
                    <a:pt x="212" y="379"/>
                  </a:cubicBezTo>
                  <a:cubicBezTo>
                    <a:pt x="211" y="378"/>
                    <a:pt x="209" y="377"/>
                    <a:pt x="208" y="375"/>
                  </a:cubicBezTo>
                  <a:cubicBezTo>
                    <a:pt x="175" y="349"/>
                    <a:pt x="135" y="320"/>
                    <a:pt x="96" y="294"/>
                  </a:cubicBezTo>
                  <a:cubicBezTo>
                    <a:pt x="96" y="294"/>
                    <a:pt x="96" y="294"/>
                    <a:pt x="96" y="294"/>
                  </a:cubicBezTo>
                  <a:cubicBezTo>
                    <a:pt x="92" y="291"/>
                    <a:pt x="88" y="288"/>
                    <a:pt x="84" y="285"/>
                  </a:cubicBezTo>
                  <a:cubicBezTo>
                    <a:pt x="80" y="283"/>
                    <a:pt x="77" y="280"/>
                    <a:pt x="73" y="278"/>
                  </a:cubicBezTo>
                  <a:cubicBezTo>
                    <a:pt x="71" y="276"/>
                    <a:pt x="68" y="274"/>
                    <a:pt x="66" y="273"/>
                  </a:cubicBezTo>
                  <a:cubicBezTo>
                    <a:pt x="65" y="256"/>
                    <a:pt x="60" y="242"/>
                    <a:pt x="52" y="231"/>
                  </a:cubicBezTo>
                  <a:cubicBezTo>
                    <a:pt x="38" y="211"/>
                    <a:pt x="16" y="198"/>
                    <a:pt x="0" y="186"/>
                  </a:cubicBezTo>
                  <a:cubicBezTo>
                    <a:pt x="10" y="182"/>
                    <a:pt x="22" y="180"/>
                    <a:pt x="38" y="178"/>
                  </a:cubicBezTo>
                  <a:cubicBezTo>
                    <a:pt x="40" y="178"/>
                    <a:pt x="40" y="178"/>
                    <a:pt x="40" y="178"/>
                  </a:cubicBezTo>
                  <a:cubicBezTo>
                    <a:pt x="41" y="178"/>
                    <a:pt x="41" y="178"/>
                    <a:pt x="42" y="178"/>
                  </a:cubicBezTo>
                  <a:cubicBezTo>
                    <a:pt x="44" y="178"/>
                    <a:pt x="45" y="178"/>
                    <a:pt x="46" y="178"/>
                  </a:cubicBezTo>
                  <a:cubicBezTo>
                    <a:pt x="48" y="178"/>
                    <a:pt x="49" y="178"/>
                    <a:pt x="51" y="179"/>
                  </a:cubicBezTo>
                  <a:cubicBezTo>
                    <a:pt x="52" y="179"/>
                    <a:pt x="53" y="179"/>
                    <a:pt x="54" y="179"/>
                  </a:cubicBezTo>
                  <a:cubicBezTo>
                    <a:pt x="62" y="181"/>
                    <a:pt x="70" y="183"/>
                    <a:pt x="80" y="186"/>
                  </a:cubicBezTo>
                  <a:cubicBezTo>
                    <a:pt x="82" y="187"/>
                    <a:pt x="84" y="188"/>
                    <a:pt x="86" y="189"/>
                  </a:cubicBezTo>
                  <a:cubicBezTo>
                    <a:pt x="87" y="189"/>
                    <a:pt x="88" y="190"/>
                    <a:pt x="90" y="190"/>
                  </a:cubicBezTo>
                  <a:cubicBezTo>
                    <a:pt x="91" y="191"/>
                    <a:pt x="93" y="192"/>
                    <a:pt x="95" y="192"/>
                  </a:cubicBezTo>
                  <a:cubicBezTo>
                    <a:pt x="97" y="193"/>
                    <a:pt x="99" y="194"/>
                    <a:pt x="100" y="195"/>
                  </a:cubicBezTo>
                  <a:cubicBezTo>
                    <a:pt x="101" y="195"/>
                    <a:pt x="101" y="195"/>
                    <a:pt x="102" y="195"/>
                  </a:cubicBezTo>
                  <a:cubicBezTo>
                    <a:pt x="102" y="195"/>
                    <a:pt x="102" y="195"/>
                    <a:pt x="102" y="195"/>
                  </a:cubicBezTo>
                  <a:cubicBezTo>
                    <a:pt x="102" y="195"/>
                    <a:pt x="102" y="195"/>
                    <a:pt x="102" y="195"/>
                  </a:cubicBezTo>
                  <a:cubicBezTo>
                    <a:pt x="116" y="207"/>
                    <a:pt x="134" y="218"/>
                    <a:pt x="154" y="229"/>
                  </a:cubicBezTo>
                  <a:cubicBezTo>
                    <a:pt x="251" y="280"/>
                    <a:pt x="405" y="310"/>
                    <a:pt x="428" y="196"/>
                  </a:cubicBezTo>
                  <a:cubicBezTo>
                    <a:pt x="429" y="193"/>
                    <a:pt x="429" y="191"/>
                    <a:pt x="428" y="189"/>
                  </a:cubicBezTo>
                  <a:cubicBezTo>
                    <a:pt x="430" y="180"/>
                    <a:pt x="430" y="171"/>
                    <a:pt x="428" y="163"/>
                  </a:cubicBezTo>
                  <a:cubicBezTo>
                    <a:pt x="428" y="163"/>
                    <a:pt x="428" y="163"/>
                    <a:pt x="428" y="163"/>
                  </a:cubicBezTo>
                  <a:cubicBezTo>
                    <a:pt x="428" y="160"/>
                    <a:pt x="428" y="157"/>
                    <a:pt x="428" y="154"/>
                  </a:cubicBezTo>
                  <a:cubicBezTo>
                    <a:pt x="428" y="153"/>
                    <a:pt x="428" y="153"/>
                    <a:pt x="428" y="152"/>
                  </a:cubicBezTo>
                  <a:cubicBezTo>
                    <a:pt x="428" y="151"/>
                    <a:pt x="428" y="151"/>
                    <a:pt x="427" y="150"/>
                  </a:cubicBezTo>
                  <a:cubicBezTo>
                    <a:pt x="427" y="149"/>
                    <a:pt x="427" y="149"/>
                    <a:pt x="427" y="148"/>
                  </a:cubicBezTo>
                  <a:cubicBezTo>
                    <a:pt x="427" y="147"/>
                    <a:pt x="427" y="147"/>
                    <a:pt x="427" y="146"/>
                  </a:cubicBezTo>
                  <a:cubicBezTo>
                    <a:pt x="426" y="146"/>
                    <a:pt x="426" y="145"/>
                    <a:pt x="426" y="145"/>
                  </a:cubicBezTo>
                  <a:cubicBezTo>
                    <a:pt x="426" y="144"/>
                    <a:pt x="425" y="142"/>
                    <a:pt x="424" y="141"/>
                  </a:cubicBezTo>
                  <a:cubicBezTo>
                    <a:pt x="424" y="140"/>
                    <a:pt x="424" y="140"/>
                    <a:pt x="423" y="139"/>
                  </a:cubicBezTo>
                  <a:cubicBezTo>
                    <a:pt x="423" y="139"/>
                    <a:pt x="423" y="138"/>
                    <a:pt x="422" y="137"/>
                  </a:cubicBezTo>
                  <a:cubicBezTo>
                    <a:pt x="422" y="137"/>
                    <a:pt x="421" y="136"/>
                    <a:pt x="420" y="135"/>
                  </a:cubicBezTo>
                  <a:cubicBezTo>
                    <a:pt x="420" y="134"/>
                    <a:pt x="419" y="134"/>
                    <a:pt x="418" y="133"/>
                  </a:cubicBezTo>
                  <a:cubicBezTo>
                    <a:pt x="418" y="133"/>
                    <a:pt x="417" y="132"/>
                    <a:pt x="417" y="132"/>
                  </a:cubicBezTo>
                  <a:cubicBezTo>
                    <a:pt x="415" y="131"/>
                    <a:pt x="413" y="130"/>
                    <a:pt x="411" y="129"/>
                  </a:cubicBezTo>
                  <a:cubicBezTo>
                    <a:pt x="410" y="128"/>
                    <a:pt x="409" y="128"/>
                    <a:pt x="408" y="127"/>
                  </a:cubicBezTo>
                  <a:cubicBezTo>
                    <a:pt x="403" y="126"/>
                    <a:pt x="397" y="125"/>
                    <a:pt x="390" y="125"/>
                  </a:cubicBezTo>
                  <a:cubicBezTo>
                    <a:pt x="342" y="125"/>
                    <a:pt x="254" y="157"/>
                    <a:pt x="220" y="155"/>
                  </a:cubicBezTo>
                  <a:cubicBezTo>
                    <a:pt x="248" y="123"/>
                    <a:pt x="248" y="123"/>
                    <a:pt x="248" y="123"/>
                  </a:cubicBezTo>
                  <a:cubicBezTo>
                    <a:pt x="270" y="97"/>
                    <a:pt x="270" y="97"/>
                    <a:pt x="270" y="97"/>
                  </a:cubicBezTo>
                  <a:cubicBezTo>
                    <a:pt x="333" y="79"/>
                    <a:pt x="410" y="61"/>
                    <a:pt x="464" y="53"/>
                  </a:cubicBezTo>
                  <a:cubicBezTo>
                    <a:pt x="541" y="42"/>
                    <a:pt x="566" y="0"/>
                    <a:pt x="594" y="148"/>
                  </a:cubicBezTo>
                  <a:cubicBezTo>
                    <a:pt x="621" y="297"/>
                    <a:pt x="682" y="329"/>
                    <a:pt x="730" y="361"/>
                  </a:cubicBezTo>
                  <a:cubicBezTo>
                    <a:pt x="779" y="394"/>
                    <a:pt x="841" y="538"/>
                    <a:pt x="832" y="54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p>
          </p:txBody>
        </p:sp>
        <p:sp>
          <p:nvSpPr>
            <p:cNvPr id="56" name="Forma libre 33">
              <a:extLst>
                <a:ext uri="{FF2B5EF4-FFF2-40B4-BE49-F238E27FC236}">
                  <a16:creationId xmlns:a16="http://schemas.microsoft.com/office/drawing/2014/main" id="{86469AEA-7511-41DC-A011-88DD81748329}"/>
                </a:ext>
              </a:extLst>
            </p:cNvPr>
            <p:cNvSpPr>
              <a:spLocks/>
            </p:cNvSpPr>
            <p:nvPr/>
          </p:nvSpPr>
          <p:spPr bwMode="auto">
            <a:xfrm>
              <a:off x="9860664" y="3197122"/>
              <a:ext cx="964074" cy="677360"/>
            </a:xfrm>
            <a:custGeom>
              <a:avLst/>
              <a:gdLst>
                <a:gd name="T0" fmla="*/ 462 w 538"/>
                <a:gd name="T1" fmla="*/ 0 h 378"/>
                <a:gd name="T2" fmla="*/ 0 w 538"/>
                <a:gd name="T3" fmla="*/ 245 h 378"/>
                <a:gd name="T4" fmla="*/ 0 w 538"/>
                <a:gd name="T5" fmla="*/ 378 h 378"/>
                <a:gd name="T6" fmla="*/ 538 w 538"/>
                <a:gd name="T7" fmla="*/ 100 h 378"/>
                <a:gd name="T8" fmla="*/ 462 w 538"/>
                <a:gd name="T9" fmla="*/ 0 h 378"/>
              </a:gdLst>
              <a:ahLst/>
              <a:cxnLst>
                <a:cxn ang="0">
                  <a:pos x="T0" y="T1"/>
                </a:cxn>
                <a:cxn ang="0">
                  <a:pos x="T2" y="T3"/>
                </a:cxn>
                <a:cxn ang="0">
                  <a:pos x="T4" y="T5"/>
                </a:cxn>
                <a:cxn ang="0">
                  <a:pos x="T6" y="T7"/>
                </a:cxn>
                <a:cxn ang="0">
                  <a:pos x="T8" y="T9"/>
                </a:cxn>
              </a:cxnLst>
              <a:rect l="0" t="0" r="r" b="b"/>
              <a:pathLst>
                <a:path w="538" h="378">
                  <a:moveTo>
                    <a:pt x="462" y="0"/>
                  </a:moveTo>
                  <a:lnTo>
                    <a:pt x="0" y="245"/>
                  </a:lnTo>
                  <a:lnTo>
                    <a:pt x="0" y="378"/>
                  </a:lnTo>
                  <a:lnTo>
                    <a:pt x="538" y="100"/>
                  </a:lnTo>
                  <a:lnTo>
                    <a:pt x="462" y="0"/>
                  </a:lnTo>
                  <a:close/>
                </a:path>
              </a:pathLst>
            </a:custGeom>
            <a:solidFill>
              <a:schemeClr val="bg1"/>
            </a:solidFill>
            <a:ln>
              <a:noFill/>
            </a:ln>
          </p:spPr>
          <p:txBody>
            <a:bodyPr vert="horz" wrap="square" lIns="91440" tIns="45720" rIns="91440" bIns="45720" numCol="1" rtlCol="0" anchor="t" anchorCtr="0" compatLnSpc="1">
              <a:prstTxWarp prst="textNoShape">
                <a:avLst/>
              </a:prstTxWarp>
            </a:bodyPr>
            <a:lstStyle/>
            <a:p>
              <a:pPr rtl="0"/>
              <a:endParaRPr lang="es-ES" dirty="0"/>
            </a:p>
          </p:txBody>
        </p:sp>
        <p:sp>
          <p:nvSpPr>
            <p:cNvPr id="57" name="Forma libre 34">
              <a:extLst>
                <a:ext uri="{FF2B5EF4-FFF2-40B4-BE49-F238E27FC236}">
                  <a16:creationId xmlns:a16="http://schemas.microsoft.com/office/drawing/2014/main" id="{A828F27C-2D7F-4EC9-819B-5E25949089DA}"/>
                </a:ext>
              </a:extLst>
            </p:cNvPr>
            <p:cNvSpPr>
              <a:spLocks/>
            </p:cNvSpPr>
            <p:nvPr/>
          </p:nvSpPr>
          <p:spPr bwMode="auto">
            <a:xfrm>
              <a:off x="9860664" y="3376318"/>
              <a:ext cx="2331338" cy="3436976"/>
            </a:xfrm>
            <a:custGeom>
              <a:avLst/>
              <a:gdLst>
                <a:gd name="T0" fmla="*/ 692 w 692"/>
                <a:gd name="T1" fmla="*/ 543 h 1021"/>
                <a:gd name="T2" fmla="*/ 692 w 692"/>
                <a:gd name="T3" fmla="*/ 1021 h 1021"/>
                <a:gd name="T4" fmla="*/ 529 w 692"/>
                <a:gd name="T5" fmla="*/ 922 h 1021"/>
                <a:gd name="T6" fmla="*/ 267 w 692"/>
                <a:gd name="T7" fmla="*/ 862 h 1021"/>
                <a:gd name="T8" fmla="*/ 222 w 692"/>
                <a:gd name="T9" fmla="*/ 855 h 1021"/>
                <a:gd name="T10" fmla="*/ 85 w 692"/>
                <a:gd name="T11" fmla="*/ 506 h 1021"/>
                <a:gd name="T12" fmla="*/ 0 w 692"/>
                <a:gd name="T13" fmla="*/ 148 h 1021"/>
                <a:gd name="T14" fmla="*/ 95 w 692"/>
                <a:gd name="T15" fmla="*/ 99 h 1021"/>
                <a:gd name="T16" fmla="*/ 183 w 692"/>
                <a:gd name="T17" fmla="*/ 54 h 1021"/>
                <a:gd name="T18" fmla="*/ 263 w 692"/>
                <a:gd name="T19" fmla="*/ 13 h 1021"/>
                <a:gd name="T20" fmla="*/ 286 w 692"/>
                <a:gd name="T21" fmla="*/ 0 h 1021"/>
                <a:gd name="T22" fmla="*/ 286 w 692"/>
                <a:gd name="T23" fmla="*/ 0 h 1021"/>
                <a:gd name="T24" fmla="*/ 286 w 692"/>
                <a:gd name="T25" fmla="*/ 0 h 1021"/>
                <a:gd name="T26" fmla="*/ 292 w 692"/>
                <a:gd name="T27" fmla="*/ 7 h 1021"/>
                <a:gd name="T28" fmla="*/ 692 w 692"/>
                <a:gd name="T29" fmla="*/ 543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92" h="1021">
                  <a:moveTo>
                    <a:pt x="692" y="543"/>
                  </a:moveTo>
                  <a:cubicBezTo>
                    <a:pt x="692" y="1021"/>
                    <a:pt x="692" y="1021"/>
                    <a:pt x="692" y="1021"/>
                  </a:cubicBezTo>
                  <a:cubicBezTo>
                    <a:pt x="681" y="1000"/>
                    <a:pt x="644" y="961"/>
                    <a:pt x="529" y="922"/>
                  </a:cubicBezTo>
                  <a:cubicBezTo>
                    <a:pt x="467" y="901"/>
                    <a:pt x="382" y="880"/>
                    <a:pt x="267" y="862"/>
                  </a:cubicBezTo>
                  <a:cubicBezTo>
                    <a:pt x="252" y="860"/>
                    <a:pt x="238" y="857"/>
                    <a:pt x="222" y="855"/>
                  </a:cubicBezTo>
                  <a:cubicBezTo>
                    <a:pt x="164" y="741"/>
                    <a:pt x="118" y="618"/>
                    <a:pt x="85" y="506"/>
                  </a:cubicBezTo>
                  <a:cubicBezTo>
                    <a:pt x="24" y="308"/>
                    <a:pt x="0" y="148"/>
                    <a:pt x="0" y="148"/>
                  </a:cubicBezTo>
                  <a:cubicBezTo>
                    <a:pt x="95" y="99"/>
                    <a:pt x="95" y="99"/>
                    <a:pt x="95" y="99"/>
                  </a:cubicBezTo>
                  <a:cubicBezTo>
                    <a:pt x="183" y="54"/>
                    <a:pt x="183" y="54"/>
                    <a:pt x="183" y="54"/>
                  </a:cubicBezTo>
                  <a:cubicBezTo>
                    <a:pt x="263" y="13"/>
                    <a:pt x="263" y="13"/>
                    <a:pt x="263" y="13"/>
                  </a:cubicBezTo>
                  <a:cubicBezTo>
                    <a:pt x="286" y="0"/>
                    <a:pt x="286" y="0"/>
                    <a:pt x="286" y="0"/>
                  </a:cubicBezTo>
                  <a:cubicBezTo>
                    <a:pt x="286" y="0"/>
                    <a:pt x="286" y="0"/>
                    <a:pt x="286" y="0"/>
                  </a:cubicBezTo>
                  <a:cubicBezTo>
                    <a:pt x="286" y="0"/>
                    <a:pt x="286" y="0"/>
                    <a:pt x="286" y="0"/>
                  </a:cubicBezTo>
                  <a:cubicBezTo>
                    <a:pt x="288" y="2"/>
                    <a:pt x="290" y="5"/>
                    <a:pt x="292" y="7"/>
                  </a:cubicBezTo>
                  <a:cubicBezTo>
                    <a:pt x="354" y="77"/>
                    <a:pt x="539" y="303"/>
                    <a:pt x="692" y="543"/>
                  </a:cubicBezTo>
                  <a:close/>
                </a:path>
              </a:pathLst>
            </a:custGeom>
            <a:gradFill>
              <a:gsLst>
                <a:gs pos="0">
                  <a:srgbClr val="0A2DDB"/>
                </a:gs>
                <a:gs pos="83000">
                  <a:srgbClr val="3E04A9"/>
                </a:gs>
              </a:gsLst>
              <a:lin ang="13200000" scaled="0"/>
            </a:gradFill>
            <a:ln>
              <a:noFill/>
            </a:ln>
          </p:spPr>
          <p:txBody>
            <a:bodyPr vert="horz" wrap="square" lIns="91440" tIns="45720" rIns="91440" bIns="45720" numCol="1" rtlCol="0" anchor="t" anchorCtr="0" compatLnSpc="1">
              <a:prstTxWarp prst="textNoShape">
                <a:avLst/>
              </a:prstTxWarp>
            </a:bodyPr>
            <a:lstStyle/>
            <a:p>
              <a:pPr rtl="0"/>
              <a:endParaRPr lang="es-ES" dirty="0"/>
            </a:p>
          </p:txBody>
        </p:sp>
        <p:sp>
          <p:nvSpPr>
            <p:cNvPr id="58" name="Forma libre 35">
              <a:extLst>
                <a:ext uri="{FF2B5EF4-FFF2-40B4-BE49-F238E27FC236}">
                  <a16:creationId xmlns:a16="http://schemas.microsoft.com/office/drawing/2014/main" id="{3CEFFA90-EB51-41A6-8D88-DC1FC480C0E4}"/>
                </a:ext>
              </a:extLst>
            </p:cNvPr>
            <p:cNvSpPr>
              <a:spLocks/>
            </p:cNvSpPr>
            <p:nvPr/>
          </p:nvSpPr>
          <p:spPr bwMode="auto">
            <a:xfrm>
              <a:off x="9860664" y="3557306"/>
              <a:ext cx="1782999" cy="2922684"/>
            </a:xfrm>
            <a:custGeom>
              <a:avLst/>
              <a:gdLst>
                <a:gd name="T0" fmla="*/ 529 w 529"/>
                <a:gd name="T1" fmla="*/ 868 h 868"/>
                <a:gd name="T2" fmla="*/ 267 w 529"/>
                <a:gd name="T3" fmla="*/ 808 h 868"/>
                <a:gd name="T4" fmla="*/ 222 w 529"/>
                <a:gd name="T5" fmla="*/ 801 h 868"/>
                <a:gd name="T6" fmla="*/ 85 w 529"/>
                <a:gd name="T7" fmla="*/ 452 h 868"/>
                <a:gd name="T8" fmla="*/ 0 w 529"/>
                <a:gd name="T9" fmla="*/ 94 h 868"/>
                <a:gd name="T10" fmla="*/ 95 w 529"/>
                <a:gd name="T11" fmla="*/ 45 h 868"/>
                <a:gd name="T12" fmla="*/ 183 w 529"/>
                <a:gd name="T13" fmla="*/ 0 h 868"/>
                <a:gd name="T14" fmla="*/ 194 w 529"/>
                <a:gd name="T15" fmla="*/ 1 h 868"/>
                <a:gd name="T16" fmla="*/ 315 w 529"/>
                <a:gd name="T17" fmla="*/ 378 h 868"/>
                <a:gd name="T18" fmla="*/ 315 w 529"/>
                <a:gd name="T19" fmla="*/ 421 h 868"/>
                <a:gd name="T20" fmla="*/ 508 w 529"/>
                <a:gd name="T21" fmla="*/ 855 h 868"/>
                <a:gd name="T22" fmla="*/ 529 w 529"/>
                <a:gd name="T23" fmla="*/ 868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29" h="868">
                  <a:moveTo>
                    <a:pt x="529" y="868"/>
                  </a:moveTo>
                  <a:cubicBezTo>
                    <a:pt x="467" y="847"/>
                    <a:pt x="382" y="826"/>
                    <a:pt x="267" y="808"/>
                  </a:cubicBezTo>
                  <a:cubicBezTo>
                    <a:pt x="252" y="806"/>
                    <a:pt x="238" y="803"/>
                    <a:pt x="222" y="801"/>
                  </a:cubicBezTo>
                  <a:cubicBezTo>
                    <a:pt x="164" y="687"/>
                    <a:pt x="118" y="564"/>
                    <a:pt x="85" y="452"/>
                  </a:cubicBezTo>
                  <a:cubicBezTo>
                    <a:pt x="24" y="254"/>
                    <a:pt x="0" y="94"/>
                    <a:pt x="0" y="94"/>
                  </a:cubicBezTo>
                  <a:cubicBezTo>
                    <a:pt x="95" y="45"/>
                    <a:pt x="95" y="45"/>
                    <a:pt x="95" y="45"/>
                  </a:cubicBezTo>
                  <a:cubicBezTo>
                    <a:pt x="183" y="0"/>
                    <a:pt x="183" y="0"/>
                    <a:pt x="183" y="0"/>
                  </a:cubicBezTo>
                  <a:cubicBezTo>
                    <a:pt x="187" y="0"/>
                    <a:pt x="190" y="0"/>
                    <a:pt x="194" y="1"/>
                  </a:cubicBezTo>
                  <a:cubicBezTo>
                    <a:pt x="194" y="1"/>
                    <a:pt x="315" y="244"/>
                    <a:pt x="315" y="378"/>
                  </a:cubicBezTo>
                  <a:cubicBezTo>
                    <a:pt x="315" y="392"/>
                    <a:pt x="315" y="406"/>
                    <a:pt x="315" y="421"/>
                  </a:cubicBezTo>
                  <a:cubicBezTo>
                    <a:pt x="311" y="551"/>
                    <a:pt x="307" y="720"/>
                    <a:pt x="508" y="855"/>
                  </a:cubicBezTo>
                  <a:cubicBezTo>
                    <a:pt x="515" y="859"/>
                    <a:pt x="522" y="864"/>
                    <a:pt x="529" y="868"/>
                  </a:cubicBezTo>
                  <a:close/>
                </a:path>
              </a:pathLst>
            </a:custGeom>
            <a:gradFill>
              <a:gsLst>
                <a:gs pos="100000">
                  <a:srgbClr val="5936E0"/>
                </a:gs>
                <a:gs pos="44000">
                  <a:srgbClr val="371DBD"/>
                </a:gs>
              </a:gsLst>
              <a:lin ang="13200000" scaled="0"/>
            </a:gradFill>
            <a:ln>
              <a:noFill/>
            </a:ln>
          </p:spPr>
          <p:txBody>
            <a:bodyPr vert="horz" wrap="square" lIns="91440" tIns="45720" rIns="91440" bIns="45720" numCol="1" rtlCol="0" anchor="t" anchorCtr="0" compatLnSpc="1">
              <a:prstTxWarp prst="textNoShape">
                <a:avLst/>
              </a:prstTxWarp>
            </a:bodyPr>
            <a:lstStyle/>
            <a:p>
              <a:pPr rtl="0"/>
              <a:endParaRPr lang="es-ES" dirty="0"/>
            </a:p>
          </p:txBody>
        </p:sp>
        <p:sp>
          <p:nvSpPr>
            <p:cNvPr id="67" name="Forma libre: Forma 66">
              <a:extLst>
                <a:ext uri="{FF2B5EF4-FFF2-40B4-BE49-F238E27FC236}">
                  <a16:creationId xmlns:a16="http://schemas.microsoft.com/office/drawing/2014/main" id="{2ACAA286-8EC7-477A-B799-85B6B23E638D}"/>
                </a:ext>
              </a:extLst>
            </p:cNvPr>
            <p:cNvSpPr/>
            <p:nvPr/>
          </p:nvSpPr>
          <p:spPr>
            <a:xfrm rot="20923453">
              <a:off x="6655548" y="-439156"/>
              <a:ext cx="5488008" cy="1037277"/>
            </a:xfrm>
            <a:custGeom>
              <a:avLst/>
              <a:gdLst>
                <a:gd name="connsiteX0" fmla="*/ 584535 w 5488008"/>
                <a:gd name="connsiteY0" fmla="*/ 0 h 1037277"/>
                <a:gd name="connsiteX1" fmla="*/ 5488008 w 5488008"/>
                <a:gd name="connsiteY1" fmla="*/ 977656 h 1037277"/>
                <a:gd name="connsiteX2" fmla="*/ 5476121 w 5488008"/>
                <a:gd name="connsiteY2" fmla="*/ 1037276 h 1037277"/>
                <a:gd name="connsiteX3" fmla="*/ 0 w 5488008"/>
                <a:gd name="connsiteY3" fmla="*/ 1037277 h 1037277"/>
                <a:gd name="connsiteX4" fmla="*/ 35107 w 5488008"/>
                <a:gd name="connsiteY4" fmla="*/ 912868 h 1037277"/>
                <a:gd name="connsiteX5" fmla="*/ 584535 w 5488008"/>
                <a:gd name="connsiteY5" fmla="*/ 0 h 1037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88008" h="1037277">
                  <a:moveTo>
                    <a:pt x="584535" y="0"/>
                  </a:moveTo>
                  <a:lnTo>
                    <a:pt x="5488008" y="977656"/>
                  </a:lnTo>
                  <a:lnTo>
                    <a:pt x="5476121" y="1037276"/>
                  </a:lnTo>
                  <a:lnTo>
                    <a:pt x="0" y="1037277"/>
                  </a:lnTo>
                  <a:lnTo>
                    <a:pt x="35107" y="912868"/>
                  </a:lnTo>
                  <a:cubicBezTo>
                    <a:pt x="217952" y="337066"/>
                    <a:pt x="584535" y="0"/>
                    <a:pt x="584535" y="0"/>
                  </a:cubicBezTo>
                  <a:close/>
                </a:path>
              </a:pathLst>
            </a:custGeom>
            <a:gradFill>
              <a:gsLst>
                <a:gs pos="0">
                  <a:srgbClr val="7CEFD8"/>
                </a:gs>
                <a:gs pos="83000">
                  <a:srgbClr val="6672E4"/>
                </a:gs>
              </a:gsLst>
              <a:lin ang="2400000" scaled="0"/>
            </a:gradFill>
            <a:ln w="12700" cap="flat">
              <a:no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es-ES" dirty="0">
                <a:solidFill>
                  <a:schemeClr val="tx1"/>
                </a:solidFill>
              </a:endParaRPr>
            </a:p>
          </p:txBody>
        </p:sp>
      </p:grpSp>
      <p:sp>
        <p:nvSpPr>
          <p:cNvPr id="15" name="Título 14" hidden="1">
            <a:extLst>
              <a:ext uri="{FF2B5EF4-FFF2-40B4-BE49-F238E27FC236}">
                <a16:creationId xmlns:a16="http://schemas.microsoft.com/office/drawing/2014/main" id="{1B710331-53CB-4E4F-A9D3-D1E190EEAEE4}"/>
              </a:ext>
            </a:extLst>
          </p:cNvPr>
          <p:cNvSpPr>
            <a:spLocks noGrp="1"/>
          </p:cNvSpPr>
          <p:nvPr>
            <p:ph type="title"/>
          </p:nvPr>
        </p:nvSpPr>
        <p:spPr/>
        <p:txBody>
          <a:bodyPr rtlCol="0"/>
          <a:lstStyle/>
          <a:p>
            <a:r>
              <a:rPr lang="es-ES" dirty="0"/>
              <a:t>Diapositiva de recursos humanos 2</a:t>
            </a:r>
          </a:p>
        </p:txBody>
      </p:sp>
      <p:sp>
        <p:nvSpPr>
          <p:cNvPr id="44" name="Rectángulo: Esquinas redondeadas 12">
            <a:extLst>
              <a:ext uri="{FF2B5EF4-FFF2-40B4-BE49-F238E27FC236}">
                <a16:creationId xmlns:a16="http://schemas.microsoft.com/office/drawing/2014/main" id="{64E3D015-D1E6-40C0-B820-5D2B0144652D}"/>
              </a:ext>
            </a:extLst>
          </p:cNvPr>
          <p:cNvSpPr/>
          <p:nvPr/>
        </p:nvSpPr>
        <p:spPr>
          <a:xfrm>
            <a:off x="518433" y="3757608"/>
            <a:ext cx="443592" cy="236431"/>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37" name="Rectángulo: Esquinas redondeadas 12">
            <a:extLst>
              <a:ext uri="{FF2B5EF4-FFF2-40B4-BE49-F238E27FC236}">
                <a16:creationId xmlns:a16="http://schemas.microsoft.com/office/drawing/2014/main" id="{64E3D015-D1E6-40C0-B820-5D2B0144652D}"/>
              </a:ext>
            </a:extLst>
          </p:cNvPr>
          <p:cNvSpPr/>
          <p:nvPr/>
        </p:nvSpPr>
        <p:spPr>
          <a:xfrm>
            <a:off x="512916" y="4369899"/>
            <a:ext cx="443592" cy="236431"/>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38" name="Rectángulo 37">
            <a:extLst>
              <a:ext uri="{FF2B5EF4-FFF2-40B4-BE49-F238E27FC236}">
                <a16:creationId xmlns:a16="http://schemas.microsoft.com/office/drawing/2014/main" id="{9187696D-0387-46E9-A420-AD2392161D95}"/>
              </a:ext>
            </a:extLst>
          </p:cNvPr>
          <p:cNvSpPr/>
          <p:nvPr/>
        </p:nvSpPr>
        <p:spPr>
          <a:xfrm>
            <a:off x="1173190" y="2524533"/>
            <a:ext cx="3536195" cy="246221"/>
          </a:xfrm>
          <a:prstGeom prst="rect">
            <a:avLst/>
          </a:prstGeom>
        </p:spPr>
        <p:txBody>
          <a:bodyPr wrap="square" lIns="0" tIns="0" rIns="0" bIns="0" rtlCol="0">
            <a:spAutoFit/>
          </a:bodyPr>
          <a:lstStyle/>
          <a:p>
            <a:pPr rtl="0"/>
            <a:r>
              <a:rPr lang="es-ES" sz="1600" i="1" dirty="0">
                <a:solidFill>
                  <a:srgbClr val="002060"/>
                </a:solidFill>
                <a:latin typeface="+mj-lt"/>
                <a:cs typeface="Segoe UI" panose="020B0502040204020203" pitchFamily="34" charset="0"/>
              </a:rPr>
              <a:t>Conceptos Básicos</a:t>
            </a:r>
          </a:p>
        </p:txBody>
      </p:sp>
      <p:sp>
        <p:nvSpPr>
          <p:cNvPr id="41" name="Rectángulo: Esquinas redondeadas 12">
            <a:extLst>
              <a:ext uri="{FF2B5EF4-FFF2-40B4-BE49-F238E27FC236}">
                <a16:creationId xmlns:a16="http://schemas.microsoft.com/office/drawing/2014/main" id="{64E3D015-D1E6-40C0-B820-5D2B0144652D}"/>
              </a:ext>
            </a:extLst>
          </p:cNvPr>
          <p:cNvSpPr/>
          <p:nvPr/>
        </p:nvSpPr>
        <p:spPr>
          <a:xfrm>
            <a:off x="500447" y="4982190"/>
            <a:ext cx="443592" cy="236431"/>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42" name="Rectángulo 41">
            <a:extLst>
              <a:ext uri="{FF2B5EF4-FFF2-40B4-BE49-F238E27FC236}">
                <a16:creationId xmlns:a16="http://schemas.microsoft.com/office/drawing/2014/main" id="{9187696D-0387-46E9-A420-AD2392161D95}"/>
              </a:ext>
            </a:extLst>
          </p:cNvPr>
          <p:cNvSpPr/>
          <p:nvPr/>
        </p:nvSpPr>
        <p:spPr>
          <a:xfrm>
            <a:off x="1173190" y="4387385"/>
            <a:ext cx="3536195" cy="246221"/>
          </a:xfrm>
          <a:prstGeom prst="rect">
            <a:avLst/>
          </a:prstGeom>
        </p:spPr>
        <p:txBody>
          <a:bodyPr wrap="square" lIns="0" tIns="0" rIns="0" bIns="0" rtlCol="0">
            <a:spAutoFit/>
          </a:bodyPr>
          <a:lstStyle/>
          <a:p>
            <a:pPr rtl="0"/>
            <a:r>
              <a:rPr lang="es-ES" sz="1600" i="1" dirty="0">
                <a:solidFill>
                  <a:srgbClr val="002060"/>
                </a:solidFill>
                <a:latin typeface="+mj-lt"/>
                <a:cs typeface="Segoe UI" panose="020B0502040204020203" pitchFamily="34" charset="0"/>
              </a:rPr>
              <a:t>Reto – </a:t>
            </a:r>
            <a:r>
              <a:rPr lang="es-ES" sz="1600" i="1" dirty="0" err="1">
                <a:solidFill>
                  <a:srgbClr val="002060"/>
                </a:solidFill>
                <a:latin typeface="+mj-lt"/>
                <a:cs typeface="Segoe UI" panose="020B0502040204020203" pitchFamily="34" charset="0"/>
              </a:rPr>
              <a:t>Packet</a:t>
            </a:r>
            <a:r>
              <a:rPr lang="es-ES" sz="1600" i="1" dirty="0">
                <a:solidFill>
                  <a:srgbClr val="002060"/>
                </a:solidFill>
                <a:latin typeface="+mj-lt"/>
                <a:cs typeface="Segoe UI" panose="020B0502040204020203" pitchFamily="34" charset="0"/>
              </a:rPr>
              <a:t> </a:t>
            </a:r>
            <a:r>
              <a:rPr lang="es-ES" sz="1600" i="1" dirty="0" err="1">
                <a:solidFill>
                  <a:srgbClr val="002060"/>
                </a:solidFill>
                <a:latin typeface="+mj-lt"/>
                <a:cs typeface="Segoe UI" panose="020B0502040204020203" pitchFamily="34" charset="0"/>
              </a:rPr>
              <a:t>Tracert</a:t>
            </a:r>
            <a:endParaRPr lang="es-ES" sz="1600" i="1" dirty="0">
              <a:solidFill>
                <a:srgbClr val="002060"/>
              </a:solidFill>
              <a:latin typeface="+mj-lt"/>
              <a:cs typeface="Segoe UI" panose="020B0502040204020203" pitchFamily="34" charset="0"/>
            </a:endParaRPr>
          </a:p>
        </p:txBody>
      </p:sp>
      <p:sp>
        <p:nvSpPr>
          <p:cNvPr id="63" name="Rectángulo 62">
            <a:extLst>
              <a:ext uri="{FF2B5EF4-FFF2-40B4-BE49-F238E27FC236}">
                <a16:creationId xmlns:a16="http://schemas.microsoft.com/office/drawing/2014/main" id="{9187696D-0387-46E9-A420-AD2392161D95}"/>
              </a:ext>
            </a:extLst>
          </p:cNvPr>
          <p:cNvSpPr/>
          <p:nvPr/>
        </p:nvSpPr>
        <p:spPr>
          <a:xfrm>
            <a:off x="1173189" y="4986561"/>
            <a:ext cx="3536195" cy="246221"/>
          </a:xfrm>
          <a:prstGeom prst="rect">
            <a:avLst/>
          </a:prstGeom>
        </p:spPr>
        <p:txBody>
          <a:bodyPr wrap="square" lIns="0" tIns="0" rIns="0" bIns="0" rtlCol="0">
            <a:spAutoFit/>
          </a:bodyPr>
          <a:lstStyle/>
          <a:p>
            <a:pPr rtl="0"/>
            <a:r>
              <a:rPr lang="es-ES" sz="1600" i="1" dirty="0">
                <a:solidFill>
                  <a:srgbClr val="002060"/>
                </a:solidFill>
                <a:latin typeface="+mj-lt"/>
                <a:cs typeface="Segoe UI" panose="020B0502040204020203" pitchFamily="34" charset="0"/>
              </a:rPr>
              <a:t>Conclusiones</a:t>
            </a:r>
          </a:p>
        </p:txBody>
      </p:sp>
      <p:sp>
        <p:nvSpPr>
          <p:cNvPr id="64" name="Rectángulo 63">
            <a:extLst>
              <a:ext uri="{FF2B5EF4-FFF2-40B4-BE49-F238E27FC236}">
                <a16:creationId xmlns:a16="http://schemas.microsoft.com/office/drawing/2014/main" id="{6BBBCB2E-F413-4381-8378-02FDC20EA4F6}"/>
              </a:ext>
            </a:extLst>
          </p:cNvPr>
          <p:cNvSpPr/>
          <p:nvPr/>
        </p:nvSpPr>
        <p:spPr>
          <a:xfrm>
            <a:off x="9161339" y="6477175"/>
            <a:ext cx="3221733" cy="307777"/>
          </a:xfrm>
          <a:prstGeom prst="rect">
            <a:avLst/>
          </a:prstGeom>
        </p:spPr>
        <p:txBody>
          <a:bodyPr wrap="square" lIns="0" tIns="0" rIns="0" bIns="0" rtlCol="0">
            <a:spAutoFit/>
          </a:bodyPr>
          <a:lstStyle/>
          <a:p>
            <a:pPr rtl="0"/>
            <a:r>
              <a:rPr lang="es-ES" sz="2000" b="1" i="1" dirty="0">
                <a:solidFill>
                  <a:schemeClr val="bg1"/>
                </a:solidFill>
                <a:latin typeface="+mj-lt"/>
                <a:cs typeface="Segoe UI" panose="020B0502040204020203" pitchFamily="34" charset="0"/>
              </a:rPr>
              <a:t>ADMON REDES</a:t>
            </a:r>
          </a:p>
        </p:txBody>
      </p:sp>
      <p:pic>
        <p:nvPicPr>
          <p:cNvPr id="3" name="Imagen 2" descr="Imagen que contiene Interfaz de usuario gráfica&#10;&#10;Descripción generada automáticamente">
            <a:extLst>
              <a:ext uri="{FF2B5EF4-FFF2-40B4-BE49-F238E27FC236}">
                <a16:creationId xmlns:a16="http://schemas.microsoft.com/office/drawing/2014/main" id="{502EB7AE-A4B5-AF30-40C1-4CE50349662C}"/>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285523832"/>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Cuadro de texto 106">
            <a:extLst>
              <a:ext uri="{FF2B5EF4-FFF2-40B4-BE49-F238E27FC236}">
                <a16:creationId xmlns:a16="http://schemas.microsoft.com/office/drawing/2014/main" id="{54EA7ED5-6E34-4D47-91B6-F78F5F8B4C6E}"/>
              </a:ext>
            </a:extLst>
          </p:cNvPr>
          <p:cNvSpPr txBox="1"/>
          <p:nvPr/>
        </p:nvSpPr>
        <p:spPr>
          <a:xfrm>
            <a:off x="7313768" y="1459746"/>
            <a:ext cx="4479347" cy="1025922"/>
          </a:xfrm>
          <a:prstGeom prst="rect">
            <a:avLst/>
          </a:prstGeom>
          <a:noFill/>
        </p:spPr>
        <p:txBody>
          <a:bodyPr wrap="square" lIns="0" tIns="0" rIns="0" bIns="0" rtlCol="0">
            <a:spAutoFit/>
          </a:bodyPr>
          <a:lstStyle/>
          <a:p>
            <a:pPr rtl="0">
              <a:lnSpc>
                <a:spcPts val="4000"/>
              </a:lnSpc>
            </a:pPr>
            <a:r>
              <a:rPr lang="es-ES" sz="4400" b="1" dirty="0">
                <a:solidFill>
                  <a:srgbClr val="002060"/>
                </a:solidFill>
                <a:latin typeface="Segoe UI" panose="020B0502040204020203" pitchFamily="34" charset="0"/>
                <a:cs typeface="Segoe UI" panose="020B0502040204020203" pitchFamily="34" charset="0"/>
              </a:rPr>
              <a:t>A TENER EN CUENTA</a:t>
            </a:r>
          </a:p>
        </p:txBody>
      </p:sp>
      <p:cxnSp>
        <p:nvCxnSpPr>
          <p:cNvPr id="110" name="Conector recto 109">
            <a:extLst>
              <a:ext uri="{FF2B5EF4-FFF2-40B4-BE49-F238E27FC236}">
                <a16:creationId xmlns:a16="http://schemas.microsoft.com/office/drawing/2014/main" id="{6D08E99A-0644-4757-9F3A-BBA1A4F39081}"/>
              </a:ext>
              <a:ext uri="{C183D7F6-B498-43B3-948B-1728B52AA6E4}">
                <adec:decorative xmlns:adec="http://schemas.microsoft.com/office/drawing/2017/decorative" val="1"/>
              </a:ext>
            </a:extLst>
          </p:cNvPr>
          <p:cNvCxnSpPr/>
          <p:nvPr/>
        </p:nvCxnSpPr>
        <p:spPr>
          <a:xfrm>
            <a:off x="6751014" y="0"/>
            <a:ext cx="0" cy="6357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4" name="Elipse 123">
            <a:extLst>
              <a:ext uri="{FF2B5EF4-FFF2-40B4-BE49-F238E27FC236}">
                <a16:creationId xmlns:a16="http://schemas.microsoft.com/office/drawing/2014/main" id="{0B8C9A86-3574-4A2E-BC62-481A2BE7FBED}"/>
              </a:ext>
              <a:ext uri="{C183D7F6-B498-43B3-948B-1728B52AA6E4}">
                <adec:decorative xmlns:adec="http://schemas.microsoft.com/office/drawing/2017/decorative" val="1"/>
              </a:ext>
            </a:extLst>
          </p:cNvPr>
          <p:cNvSpPr/>
          <p:nvPr/>
        </p:nvSpPr>
        <p:spPr>
          <a:xfrm>
            <a:off x="6724637" y="567838"/>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grpSp>
        <p:nvGrpSpPr>
          <p:cNvPr id="206" name="Grupo 205" descr="Esta imagen es un icono de una persona interactuando con tres personas. ">
            <a:extLst>
              <a:ext uri="{FF2B5EF4-FFF2-40B4-BE49-F238E27FC236}">
                <a16:creationId xmlns:a16="http://schemas.microsoft.com/office/drawing/2014/main" id="{23348E2E-A7EF-4B89-8F8D-D88C5354E9D5}"/>
              </a:ext>
            </a:extLst>
          </p:cNvPr>
          <p:cNvGrpSpPr/>
          <p:nvPr/>
        </p:nvGrpSpPr>
        <p:grpSpPr>
          <a:xfrm>
            <a:off x="7849658" y="3285515"/>
            <a:ext cx="3067397" cy="492443"/>
            <a:chOff x="7999616" y="3566010"/>
            <a:chExt cx="3067397" cy="492443"/>
          </a:xfrm>
        </p:grpSpPr>
        <p:sp>
          <p:nvSpPr>
            <p:cNvPr id="190" name="Rectángulo 189">
              <a:extLst>
                <a:ext uri="{FF2B5EF4-FFF2-40B4-BE49-F238E27FC236}">
                  <a16:creationId xmlns:a16="http://schemas.microsoft.com/office/drawing/2014/main" id="{80F4EEC6-F407-4E25-BBB6-C506B28F5A4C}"/>
                </a:ext>
              </a:extLst>
            </p:cNvPr>
            <p:cNvSpPr/>
            <p:nvPr/>
          </p:nvSpPr>
          <p:spPr>
            <a:xfrm>
              <a:off x="8578718" y="3566010"/>
              <a:ext cx="2488295" cy="492443"/>
            </a:xfrm>
            <a:prstGeom prst="rect">
              <a:avLst/>
            </a:prstGeom>
          </p:spPr>
          <p:txBody>
            <a:bodyPr wrap="square" lIns="0" tIns="0" rIns="0" bIns="0" rtlCol="0">
              <a:spAutoFit/>
            </a:bodyPr>
            <a:lstStyle/>
            <a:p>
              <a:pPr rtl="0"/>
              <a:r>
                <a:rPr lang="es-ES" sz="1600" i="1" dirty="0">
                  <a:solidFill>
                    <a:srgbClr val="002060"/>
                  </a:solidFill>
                  <a:latin typeface="+mj-lt"/>
                  <a:cs typeface="Segoe UI" panose="020B0502040204020203" pitchFamily="34" charset="0"/>
                </a:rPr>
                <a:t>1. Cerrar los micrófonos y desactivar las cámaras.</a:t>
              </a:r>
            </a:p>
          </p:txBody>
        </p:sp>
        <p:grpSp>
          <p:nvGrpSpPr>
            <p:cNvPr id="191" name="Grupo 190">
              <a:extLst>
                <a:ext uri="{FF2B5EF4-FFF2-40B4-BE49-F238E27FC236}">
                  <a16:creationId xmlns:a16="http://schemas.microsoft.com/office/drawing/2014/main" id="{0FD0F77B-65FD-413C-B2B0-1AD539DC68D3}"/>
                </a:ext>
              </a:extLst>
            </p:cNvPr>
            <p:cNvGrpSpPr/>
            <p:nvPr/>
          </p:nvGrpSpPr>
          <p:grpSpPr>
            <a:xfrm>
              <a:off x="7999616" y="3639194"/>
              <a:ext cx="330200" cy="346075"/>
              <a:chOff x="2686050" y="2895601"/>
              <a:chExt cx="330200" cy="346075"/>
            </a:xfrm>
          </p:grpSpPr>
          <p:sp>
            <p:nvSpPr>
              <p:cNvPr id="192" name="Elipse 309">
                <a:extLst>
                  <a:ext uri="{FF2B5EF4-FFF2-40B4-BE49-F238E27FC236}">
                    <a16:creationId xmlns:a16="http://schemas.microsoft.com/office/drawing/2014/main" id="{C57EF862-9A10-430C-8004-66A9241CE18B}"/>
                  </a:ext>
                </a:extLst>
              </p:cNvPr>
              <p:cNvSpPr>
                <a:spLocks noChangeArrowheads="1"/>
              </p:cNvSpPr>
              <p:nvPr/>
            </p:nvSpPr>
            <p:spPr bwMode="auto">
              <a:xfrm>
                <a:off x="2809875" y="2895601"/>
                <a:ext cx="82550" cy="82550"/>
              </a:xfrm>
              <a:prstGeom prst="ellipse">
                <a:avLst/>
              </a:pr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93" name="Forma libre 310">
                <a:extLst>
                  <a:ext uri="{FF2B5EF4-FFF2-40B4-BE49-F238E27FC236}">
                    <a16:creationId xmlns:a16="http://schemas.microsoft.com/office/drawing/2014/main" id="{13EA5F29-D427-40C4-AB4D-3D59B3F699E4}"/>
                  </a:ext>
                </a:extLst>
              </p:cNvPr>
              <p:cNvSpPr>
                <a:spLocks/>
              </p:cNvSpPr>
              <p:nvPr/>
            </p:nvSpPr>
            <p:spPr bwMode="auto">
              <a:xfrm>
                <a:off x="2782888" y="2978151"/>
                <a:ext cx="134938" cy="66675"/>
              </a:xfrm>
              <a:custGeom>
                <a:avLst/>
                <a:gdLst>
                  <a:gd name="T0" fmla="*/ 36 w 36"/>
                  <a:gd name="T1" fmla="*/ 18 h 18"/>
                  <a:gd name="T2" fmla="*/ 0 w 36"/>
                  <a:gd name="T3" fmla="*/ 18 h 18"/>
                  <a:gd name="T4" fmla="*/ 18 w 36"/>
                  <a:gd name="T5" fmla="*/ 0 h 18"/>
                  <a:gd name="T6" fmla="*/ 36 w 36"/>
                  <a:gd name="T7" fmla="*/ 18 h 18"/>
                </a:gdLst>
                <a:ahLst/>
                <a:cxnLst>
                  <a:cxn ang="0">
                    <a:pos x="T0" y="T1"/>
                  </a:cxn>
                  <a:cxn ang="0">
                    <a:pos x="T2" y="T3"/>
                  </a:cxn>
                  <a:cxn ang="0">
                    <a:pos x="T4" y="T5"/>
                  </a:cxn>
                  <a:cxn ang="0">
                    <a:pos x="T6" y="T7"/>
                  </a:cxn>
                </a:cxnLst>
                <a:rect l="0" t="0" r="r" b="b"/>
                <a:pathLst>
                  <a:path w="36" h="18">
                    <a:moveTo>
                      <a:pt x="36" y="18"/>
                    </a:moveTo>
                    <a:cubicBezTo>
                      <a:pt x="0" y="18"/>
                      <a:pt x="0" y="18"/>
                      <a:pt x="0" y="18"/>
                    </a:cubicBezTo>
                    <a:cubicBezTo>
                      <a:pt x="0" y="8"/>
                      <a:pt x="8" y="0"/>
                      <a:pt x="18" y="0"/>
                    </a:cubicBezTo>
                    <a:cubicBezTo>
                      <a:pt x="28" y="0"/>
                      <a:pt x="36" y="8"/>
                      <a:pt x="36" y="18"/>
                    </a:cubicBezTo>
                    <a:close/>
                  </a:path>
                </a:pathLst>
              </a:cu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94" name="Elipse 311">
                <a:extLst>
                  <a:ext uri="{FF2B5EF4-FFF2-40B4-BE49-F238E27FC236}">
                    <a16:creationId xmlns:a16="http://schemas.microsoft.com/office/drawing/2014/main" id="{D591DE3C-214D-426A-9B8E-741D87BAFB46}"/>
                  </a:ext>
                </a:extLst>
              </p:cNvPr>
              <p:cNvSpPr>
                <a:spLocks noChangeArrowheads="1"/>
              </p:cNvSpPr>
              <p:nvPr/>
            </p:nvSpPr>
            <p:spPr bwMode="auto">
              <a:xfrm>
                <a:off x="2708275" y="3128963"/>
                <a:ext cx="60325" cy="58738"/>
              </a:xfrm>
              <a:prstGeom prst="ellipse">
                <a:avLst/>
              </a:pr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95" name="Forma libre 312">
                <a:extLst>
                  <a:ext uri="{FF2B5EF4-FFF2-40B4-BE49-F238E27FC236}">
                    <a16:creationId xmlns:a16="http://schemas.microsoft.com/office/drawing/2014/main" id="{921D329D-AC5C-496B-96D4-A220BC49B579}"/>
                  </a:ext>
                </a:extLst>
              </p:cNvPr>
              <p:cNvSpPr>
                <a:spLocks/>
              </p:cNvSpPr>
              <p:nvPr/>
            </p:nvSpPr>
            <p:spPr bwMode="auto">
              <a:xfrm>
                <a:off x="2686050" y="3187701"/>
                <a:ext cx="104775" cy="53975"/>
              </a:xfrm>
              <a:custGeom>
                <a:avLst/>
                <a:gdLst>
                  <a:gd name="T0" fmla="*/ 28 w 28"/>
                  <a:gd name="T1" fmla="*/ 14 h 14"/>
                  <a:gd name="T2" fmla="*/ 0 w 28"/>
                  <a:gd name="T3" fmla="*/ 14 h 14"/>
                  <a:gd name="T4" fmla="*/ 14 w 28"/>
                  <a:gd name="T5" fmla="*/ 0 h 14"/>
                  <a:gd name="T6" fmla="*/ 28 w 28"/>
                  <a:gd name="T7" fmla="*/ 14 h 14"/>
                </a:gdLst>
                <a:ahLst/>
                <a:cxnLst>
                  <a:cxn ang="0">
                    <a:pos x="T0" y="T1"/>
                  </a:cxn>
                  <a:cxn ang="0">
                    <a:pos x="T2" y="T3"/>
                  </a:cxn>
                  <a:cxn ang="0">
                    <a:pos x="T4" y="T5"/>
                  </a:cxn>
                  <a:cxn ang="0">
                    <a:pos x="T6" y="T7"/>
                  </a:cxn>
                </a:cxnLst>
                <a:rect l="0" t="0" r="r" b="b"/>
                <a:pathLst>
                  <a:path w="28" h="14">
                    <a:moveTo>
                      <a:pt x="28" y="14"/>
                    </a:moveTo>
                    <a:cubicBezTo>
                      <a:pt x="0" y="14"/>
                      <a:pt x="0" y="14"/>
                      <a:pt x="0" y="14"/>
                    </a:cubicBezTo>
                    <a:cubicBezTo>
                      <a:pt x="0" y="6"/>
                      <a:pt x="6" y="0"/>
                      <a:pt x="14" y="0"/>
                    </a:cubicBezTo>
                    <a:cubicBezTo>
                      <a:pt x="22" y="0"/>
                      <a:pt x="28" y="6"/>
                      <a:pt x="28" y="14"/>
                    </a:cubicBezTo>
                    <a:close/>
                  </a:path>
                </a:pathLst>
              </a:cu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96" name="Elipse 313">
                <a:extLst>
                  <a:ext uri="{FF2B5EF4-FFF2-40B4-BE49-F238E27FC236}">
                    <a16:creationId xmlns:a16="http://schemas.microsoft.com/office/drawing/2014/main" id="{87933186-B346-44AC-85AA-CA346F5FBDEE}"/>
                  </a:ext>
                </a:extLst>
              </p:cNvPr>
              <p:cNvSpPr>
                <a:spLocks noChangeArrowheads="1"/>
              </p:cNvSpPr>
              <p:nvPr/>
            </p:nvSpPr>
            <p:spPr bwMode="auto">
              <a:xfrm>
                <a:off x="2933700" y="3128963"/>
                <a:ext cx="60325" cy="58738"/>
              </a:xfrm>
              <a:prstGeom prst="ellipse">
                <a:avLst/>
              </a:pr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97" name="Forma libre 314">
                <a:extLst>
                  <a:ext uri="{FF2B5EF4-FFF2-40B4-BE49-F238E27FC236}">
                    <a16:creationId xmlns:a16="http://schemas.microsoft.com/office/drawing/2014/main" id="{E0E3BA39-8375-478D-9CF6-4EC7438136A6}"/>
                  </a:ext>
                </a:extLst>
              </p:cNvPr>
              <p:cNvSpPr>
                <a:spLocks/>
              </p:cNvSpPr>
              <p:nvPr/>
            </p:nvSpPr>
            <p:spPr bwMode="auto">
              <a:xfrm>
                <a:off x="2911475" y="3187701"/>
                <a:ext cx="104775" cy="53975"/>
              </a:xfrm>
              <a:custGeom>
                <a:avLst/>
                <a:gdLst>
                  <a:gd name="T0" fmla="*/ 28 w 28"/>
                  <a:gd name="T1" fmla="*/ 14 h 14"/>
                  <a:gd name="T2" fmla="*/ 0 w 28"/>
                  <a:gd name="T3" fmla="*/ 14 h 14"/>
                  <a:gd name="T4" fmla="*/ 14 w 28"/>
                  <a:gd name="T5" fmla="*/ 0 h 14"/>
                  <a:gd name="T6" fmla="*/ 28 w 28"/>
                  <a:gd name="T7" fmla="*/ 14 h 14"/>
                </a:gdLst>
                <a:ahLst/>
                <a:cxnLst>
                  <a:cxn ang="0">
                    <a:pos x="T0" y="T1"/>
                  </a:cxn>
                  <a:cxn ang="0">
                    <a:pos x="T2" y="T3"/>
                  </a:cxn>
                  <a:cxn ang="0">
                    <a:pos x="T4" y="T5"/>
                  </a:cxn>
                  <a:cxn ang="0">
                    <a:pos x="T6" y="T7"/>
                  </a:cxn>
                </a:cxnLst>
                <a:rect l="0" t="0" r="r" b="b"/>
                <a:pathLst>
                  <a:path w="28" h="14">
                    <a:moveTo>
                      <a:pt x="28" y="14"/>
                    </a:moveTo>
                    <a:cubicBezTo>
                      <a:pt x="0" y="14"/>
                      <a:pt x="0" y="14"/>
                      <a:pt x="0" y="14"/>
                    </a:cubicBezTo>
                    <a:cubicBezTo>
                      <a:pt x="0" y="6"/>
                      <a:pt x="6" y="0"/>
                      <a:pt x="14" y="0"/>
                    </a:cubicBezTo>
                    <a:cubicBezTo>
                      <a:pt x="22" y="0"/>
                      <a:pt x="28" y="6"/>
                      <a:pt x="28" y="14"/>
                    </a:cubicBezTo>
                    <a:close/>
                  </a:path>
                </a:pathLst>
              </a:cu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98" name="Elipse 315">
                <a:extLst>
                  <a:ext uri="{FF2B5EF4-FFF2-40B4-BE49-F238E27FC236}">
                    <a16:creationId xmlns:a16="http://schemas.microsoft.com/office/drawing/2014/main" id="{550D4481-BC6A-476D-80E1-F12F8ED9F75F}"/>
                  </a:ext>
                </a:extLst>
              </p:cNvPr>
              <p:cNvSpPr>
                <a:spLocks noChangeArrowheads="1"/>
              </p:cNvSpPr>
              <p:nvPr/>
            </p:nvSpPr>
            <p:spPr bwMode="auto">
              <a:xfrm>
                <a:off x="2933700" y="3128963"/>
                <a:ext cx="60325" cy="58738"/>
              </a:xfrm>
              <a:prstGeom prst="ellipse">
                <a:avLst/>
              </a:pr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99" name="Forma libre 316">
                <a:extLst>
                  <a:ext uri="{FF2B5EF4-FFF2-40B4-BE49-F238E27FC236}">
                    <a16:creationId xmlns:a16="http://schemas.microsoft.com/office/drawing/2014/main" id="{951EE685-6291-44F0-81B1-A3B5791D1C54}"/>
                  </a:ext>
                </a:extLst>
              </p:cNvPr>
              <p:cNvSpPr>
                <a:spLocks/>
              </p:cNvSpPr>
              <p:nvPr/>
            </p:nvSpPr>
            <p:spPr bwMode="auto">
              <a:xfrm>
                <a:off x="2911475" y="3187701"/>
                <a:ext cx="104775" cy="53975"/>
              </a:xfrm>
              <a:custGeom>
                <a:avLst/>
                <a:gdLst>
                  <a:gd name="T0" fmla="*/ 28 w 28"/>
                  <a:gd name="T1" fmla="*/ 14 h 14"/>
                  <a:gd name="T2" fmla="*/ 0 w 28"/>
                  <a:gd name="T3" fmla="*/ 14 h 14"/>
                  <a:gd name="T4" fmla="*/ 14 w 28"/>
                  <a:gd name="T5" fmla="*/ 0 h 14"/>
                  <a:gd name="T6" fmla="*/ 28 w 28"/>
                  <a:gd name="T7" fmla="*/ 14 h 14"/>
                </a:gdLst>
                <a:ahLst/>
                <a:cxnLst>
                  <a:cxn ang="0">
                    <a:pos x="T0" y="T1"/>
                  </a:cxn>
                  <a:cxn ang="0">
                    <a:pos x="T2" y="T3"/>
                  </a:cxn>
                  <a:cxn ang="0">
                    <a:pos x="T4" y="T5"/>
                  </a:cxn>
                  <a:cxn ang="0">
                    <a:pos x="T6" y="T7"/>
                  </a:cxn>
                </a:cxnLst>
                <a:rect l="0" t="0" r="r" b="b"/>
                <a:pathLst>
                  <a:path w="28" h="14">
                    <a:moveTo>
                      <a:pt x="28" y="14"/>
                    </a:moveTo>
                    <a:cubicBezTo>
                      <a:pt x="0" y="14"/>
                      <a:pt x="0" y="14"/>
                      <a:pt x="0" y="14"/>
                    </a:cubicBezTo>
                    <a:cubicBezTo>
                      <a:pt x="0" y="6"/>
                      <a:pt x="6" y="0"/>
                      <a:pt x="14" y="0"/>
                    </a:cubicBezTo>
                    <a:cubicBezTo>
                      <a:pt x="22" y="0"/>
                      <a:pt x="28" y="6"/>
                      <a:pt x="28" y="14"/>
                    </a:cubicBezTo>
                    <a:close/>
                  </a:path>
                </a:pathLst>
              </a:cu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200" name="Elipse 317">
                <a:extLst>
                  <a:ext uri="{FF2B5EF4-FFF2-40B4-BE49-F238E27FC236}">
                    <a16:creationId xmlns:a16="http://schemas.microsoft.com/office/drawing/2014/main" id="{1822195B-E26A-4DF0-B1B1-A36823632E74}"/>
                  </a:ext>
                </a:extLst>
              </p:cNvPr>
              <p:cNvSpPr>
                <a:spLocks noChangeArrowheads="1"/>
              </p:cNvSpPr>
              <p:nvPr/>
            </p:nvSpPr>
            <p:spPr bwMode="auto">
              <a:xfrm>
                <a:off x="2820988" y="3128963"/>
                <a:ext cx="60325" cy="58738"/>
              </a:xfrm>
              <a:prstGeom prst="ellipse">
                <a:avLst/>
              </a:pr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201" name="Forma libre 318">
                <a:extLst>
                  <a:ext uri="{FF2B5EF4-FFF2-40B4-BE49-F238E27FC236}">
                    <a16:creationId xmlns:a16="http://schemas.microsoft.com/office/drawing/2014/main" id="{E33AF9C8-AD93-4E36-9887-B8B748838EED}"/>
                  </a:ext>
                </a:extLst>
              </p:cNvPr>
              <p:cNvSpPr>
                <a:spLocks/>
              </p:cNvSpPr>
              <p:nvPr/>
            </p:nvSpPr>
            <p:spPr bwMode="auto">
              <a:xfrm>
                <a:off x="2798763" y="3187701"/>
                <a:ext cx="104775" cy="53975"/>
              </a:xfrm>
              <a:custGeom>
                <a:avLst/>
                <a:gdLst>
                  <a:gd name="T0" fmla="*/ 28 w 28"/>
                  <a:gd name="T1" fmla="*/ 14 h 14"/>
                  <a:gd name="T2" fmla="*/ 0 w 28"/>
                  <a:gd name="T3" fmla="*/ 14 h 14"/>
                  <a:gd name="T4" fmla="*/ 14 w 28"/>
                  <a:gd name="T5" fmla="*/ 0 h 14"/>
                  <a:gd name="T6" fmla="*/ 28 w 28"/>
                  <a:gd name="T7" fmla="*/ 14 h 14"/>
                </a:gdLst>
                <a:ahLst/>
                <a:cxnLst>
                  <a:cxn ang="0">
                    <a:pos x="T0" y="T1"/>
                  </a:cxn>
                  <a:cxn ang="0">
                    <a:pos x="T2" y="T3"/>
                  </a:cxn>
                  <a:cxn ang="0">
                    <a:pos x="T4" y="T5"/>
                  </a:cxn>
                  <a:cxn ang="0">
                    <a:pos x="T6" y="T7"/>
                  </a:cxn>
                </a:cxnLst>
                <a:rect l="0" t="0" r="r" b="b"/>
                <a:pathLst>
                  <a:path w="28" h="14">
                    <a:moveTo>
                      <a:pt x="28" y="14"/>
                    </a:moveTo>
                    <a:cubicBezTo>
                      <a:pt x="0" y="14"/>
                      <a:pt x="0" y="14"/>
                      <a:pt x="0" y="14"/>
                    </a:cubicBezTo>
                    <a:cubicBezTo>
                      <a:pt x="0" y="6"/>
                      <a:pt x="6" y="0"/>
                      <a:pt x="14" y="0"/>
                    </a:cubicBezTo>
                    <a:cubicBezTo>
                      <a:pt x="22" y="0"/>
                      <a:pt x="28" y="6"/>
                      <a:pt x="28" y="14"/>
                    </a:cubicBezTo>
                    <a:close/>
                  </a:path>
                </a:pathLst>
              </a:cu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202" name="Forma libre 319">
                <a:extLst>
                  <a:ext uri="{FF2B5EF4-FFF2-40B4-BE49-F238E27FC236}">
                    <a16:creationId xmlns:a16="http://schemas.microsoft.com/office/drawing/2014/main" id="{3E3913FB-5C76-4699-89D5-5A71454116E9}"/>
                  </a:ext>
                </a:extLst>
              </p:cNvPr>
              <p:cNvSpPr>
                <a:spLocks/>
              </p:cNvSpPr>
              <p:nvPr/>
            </p:nvSpPr>
            <p:spPr bwMode="auto">
              <a:xfrm>
                <a:off x="2738438" y="3074988"/>
                <a:ext cx="225425" cy="15875"/>
              </a:xfrm>
              <a:custGeom>
                <a:avLst/>
                <a:gdLst>
                  <a:gd name="T0" fmla="*/ 0 w 142"/>
                  <a:gd name="T1" fmla="*/ 10 h 10"/>
                  <a:gd name="T2" fmla="*/ 0 w 142"/>
                  <a:gd name="T3" fmla="*/ 0 h 10"/>
                  <a:gd name="T4" fmla="*/ 142 w 142"/>
                  <a:gd name="T5" fmla="*/ 0 h 10"/>
                  <a:gd name="T6" fmla="*/ 142 w 142"/>
                  <a:gd name="T7" fmla="*/ 10 h 10"/>
                </a:gdLst>
                <a:ahLst/>
                <a:cxnLst>
                  <a:cxn ang="0">
                    <a:pos x="T0" y="T1"/>
                  </a:cxn>
                  <a:cxn ang="0">
                    <a:pos x="T2" y="T3"/>
                  </a:cxn>
                  <a:cxn ang="0">
                    <a:pos x="T4" y="T5"/>
                  </a:cxn>
                  <a:cxn ang="0">
                    <a:pos x="T6" y="T7"/>
                  </a:cxn>
                </a:cxnLst>
                <a:rect l="0" t="0" r="r" b="b"/>
                <a:pathLst>
                  <a:path w="142" h="10">
                    <a:moveTo>
                      <a:pt x="0" y="10"/>
                    </a:moveTo>
                    <a:lnTo>
                      <a:pt x="0" y="0"/>
                    </a:lnTo>
                    <a:lnTo>
                      <a:pt x="142" y="0"/>
                    </a:lnTo>
                    <a:lnTo>
                      <a:pt x="142" y="10"/>
                    </a:lnTo>
                  </a:path>
                </a:pathLst>
              </a:cu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203" name="Línea 320">
                <a:extLst>
                  <a:ext uri="{FF2B5EF4-FFF2-40B4-BE49-F238E27FC236}">
                    <a16:creationId xmlns:a16="http://schemas.microsoft.com/office/drawing/2014/main" id="{C96335B1-62B8-4482-A67B-BE60CF58E363}"/>
                  </a:ext>
                </a:extLst>
              </p:cNvPr>
              <p:cNvSpPr>
                <a:spLocks noChangeShapeType="1"/>
              </p:cNvSpPr>
              <p:nvPr/>
            </p:nvSpPr>
            <p:spPr bwMode="auto">
              <a:xfrm>
                <a:off x="2851150" y="3044826"/>
                <a:ext cx="0" cy="46038"/>
              </a:xfrm>
              <a:prstGeom prst="line">
                <a:avLst/>
              </a:prstGeom>
              <a:noFill/>
              <a:ln w="14288" cap="rnd">
                <a:solidFill>
                  <a:srgbClr val="00206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grpSp>
      </p:grpSp>
      <p:grpSp>
        <p:nvGrpSpPr>
          <p:cNvPr id="205" name="Grupo 204" descr="Esta imagen es un icono de tres personas interactuando. ">
            <a:extLst>
              <a:ext uri="{FF2B5EF4-FFF2-40B4-BE49-F238E27FC236}">
                <a16:creationId xmlns:a16="http://schemas.microsoft.com/office/drawing/2014/main" id="{45696519-F308-4262-9DC5-C541B866A807}"/>
              </a:ext>
            </a:extLst>
          </p:cNvPr>
          <p:cNvGrpSpPr/>
          <p:nvPr/>
        </p:nvGrpSpPr>
        <p:grpSpPr>
          <a:xfrm>
            <a:off x="7841721" y="4273613"/>
            <a:ext cx="3075334" cy="492443"/>
            <a:chOff x="7991679" y="4554108"/>
            <a:chExt cx="3075334" cy="492443"/>
          </a:xfrm>
        </p:grpSpPr>
        <p:grpSp>
          <p:nvGrpSpPr>
            <p:cNvPr id="174" name="Grupo 173">
              <a:extLst>
                <a:ext uri="{FF2B5EF4-FFF2-40B4-BE49-F238E27FC236}">
                  <a16:creationId xmlns:a16="http://schemas.microsoft.com/office/drawing/2014/main" id="{292DC2AF-B08E-43EC-A60D-B71EFEF8E4D1}"/>
                </a:ext>
              </a:extLst>
            </p:cNvPr>
            <p:cNvGrpSpPr/>
            <p:nvPr/>
          </p:nvGrpSpPr>
          <p:grpSpPr>
            <a:xfrm>
              <a:off x="7991679" y="4627292"/>
              <a:ext cx="346075" cy="346075"/>
              <a:chOff x="3398838" y="2895601"/>
              <a:chExt cx="346075" cy="346075"/>
            </a:xfrm>
          </p:grpSpPr>
          <p:sp>
            <p:nvSpPr>
              <p:cNvPr id="176" name="Forma libre 49">
                <a:extLst>
                  <a:ext uri="{FF2B5EF4-FFF2-40B4-BE49-F238E27FC236}">
                    <a16:creationId xmlns:a16="http://schemas.microsoft.com/office/drawing/2014/main" id="{17CD577B-CBE6-4837-A90F-4F36762E5332}"/>
                  </a:ext>
                </a:extLst>
              </p:cNvPr>
              <p:cNvSpPr>
                <a:spLocks/>
              </p:cNvSpPr>
              <p:nvPr/>
            </p:nvSpPr>
            <p:spPr bwMode="auto">
              <a:xfrm>
                <a:off x="3398838" y="2986089"/>
                <a:ext cx="82550" cy="58738"/>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77" name="Forma libre 50">
                <a:extLst>
                  <a:ext uri="{FF2B5EF4-FFF2-40B4-BE49-F238E27FC236}">
                    <a16:creationId xmlns:a16="http://schemas.microsoft.com/office/drawing/2014/main" id="{8BB81587-7777-4AE5-985D-5B14D33AD60C}"/>
                  </a:ext>
                </a:extLst>
              </p:cNvPr>
              <p:cNvSpPr>
                <a:spLocks/>
              </p:cNvSpPr>
              <p:nvPr/>
            </p:nvSpPr>
            <p:spPr bwMode="auto">
              <a:xfrm>
                <a:off x="3467101" y="2986089"/>
                <a:ext cx="82550" cy="58738"/>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78" name="Elipse 51">
                <a:extLst>
                  <a:ext uri="{FF2B5EF4-FFF2-40B4-BE49-F238E27FC236}">
                    <a16:creationId xmlns:a16="http://schemas.microsoft.com/office/drawing/2014/main" id="{49EA0197-339C-4417-A18C-DC15037A9717}"/>
                  </a:ext>
                </a:extLst>
              </p:cNvPr>
              <p:cNvSpPr>
                <a:spLocks noChangeArrowheads="1"/>
              </p:cNvSpPr>
              <p:nvPr/>
            </p:nvSpPr>
            <p:spPr bwMode="auto">
              <a:xfrm>
                <a:off x="3429001" y="2895601"/>
                <a:ext cx="90488" cy="96838"/>
              </a:xfrm>
              <a:prstGeom prst="ellipse">
                <a:avLst/>
              </a:pr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79" name="Forma libre 52">
                <a:extLst>
                  <a:ext uri="{FF2B5EF4-FFF2-40B4-BE49-F238E27FC236}">
                    <a16:creationId xmlns:a16="http://schemas.microsoft.com/office/drawing/2014/main" id="{203C108E-5283-4E7B-B970-0E4DF3AF3AEC}"/>
                  </a:ext>
                </a:extLst>
              </p:cNvPr>
              <p:cNvSpPr>
                <a:spLocks/>
              </p:cNvSpPr>
              <p:nvPr/>
            </p:nvSpPr>
            <p:spPr bwMode="auto">
              <a:xfrm>
                <a:off x="3429001" y="2928939"/>
                <a:ext cx="90488" cy="14288"/>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0" name="Forma libre 53">
                <a:extLst>
                  <a:ext uri="{FF2B5EF4-FFF2-40B4-BE49-F238E27FC236}">
                    <a16:creationId xmlns:a16="http://schemas.microsoft.com/office/drawing/2014/main" id="{4A82F405-C833-4408-A2F0-752E2D6C80A8}"/>
                  </a:ext>
                </a:extLst>
              </p:cNvPr>
              <p:cNvSpPr>
                <a:spLocks/>
              </p:cNvSpPr>
              <p:nvPr/>
            </p:nvSpPr>
            <p:spPr bwMode="auto">
              <a:xfrm>
                <a:off x="3594101" y="2986089"/>
                <a:ext cx="82550" cy="58738"/>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1" name="Forma libre 54">
                <a:extLst>
                  <a:ext uri="{FF2B5EF4-FFF2-40B4-BE49-F238E27FC236}">
                    <a16:creationId xmlns:a16="http://schemas.microsoft.com/office/drawing/2014/main" id="{895EA8D0-BBA4-4370-A965-F96A9EDD4249}"/>
                  </a:ext>
                </a:extLst>
              </p:cNvPr>
              <p:cNvSpPr>
                <a:spLocks/>
              </p:cNvSpPr>
              <p:nvPr/>
            </p:nvSpPr>
            <p:spPr bwMode="auto">
              <a:xfrm>
                <a:off x="3662363" y="2986089"/>
                <a:ext cx="82550" cy="58738"/>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2" name="Elipse 55">
                <a:extLst>
                  <a:ext uri="{FF2B5EF4-FFF2-40B4-BE49-F238E27FC236}">
                    <a16:creationId xmlns:a16="http://schemas.microsoft.com/office/drawing/2014/main" id="{94D90E4F-09C7-44B0-9D11-E32A4A0208BC}"/>
                  </a:ext>
                </a:extLst>
              </p:cNvPr>
              <p:cNvSpPr>
                <a:spLocks noChangeArrowheads="1"/>
              </p:cNvSpPr>
              <p:nvPr/>
            </p:nvSpPr>
            <p:spPr bwMode="auto">
              <a:xfrm>
                <a:off x="3624263" y="2895601"/>
                <a:ext cx="90488" cy="96838"/>
              </a:xfrm>
              <a:prstGeom prst="ellipse">
                <a:avLst/>
              </a:pr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3" name="Forma libre 56">
                <a:extLst>
                  <a:ext uri="{FF2B5EF4-FFF2-40B4-BE49-F238E27FC236}">
                    <a16:creationId xmlns:a16="http://schemas.microsoft.com/office/drawing/2014/main" id="{0D6D6DA1-3425-44CA-B1CB-B326D2C50D5D}"/>
                  </a:ext>
                </a:extLst>
              </p:cNvPr>
              <p:cNvSpPr>
                <a:spLocks/>
              </p:cNvSpPr>
              <p:nvPr/>
            </p:nvSpPr>
            <p:spPr bwMode="auto">
              <a:xfrm>
                <a:off x="3624263" y="2928939"/>
                <a:ext cx="90488" cy="14288"/>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4" name="Forma libre 57">
                <a:extLst>
                  <a:ext uri="{FF2B5EF4-FFF2-40B4-BE49-F238E27FC236}">
                    <a16:creationId xmlns:a16="http://schemas.microsoft.com/office/drawing/2014/main" id="{A25CE64B-B92A-4562-B048-0FA2A21CB7F4}"/>
                  </a:ext>
                </a:extLst>
              </p:cNvPr>
              <p:cNvSpPr>
                <a:spLocks/>
              </p:cNvSpPr>
              <p:nvPr/>
            </p:nvSpPr>
            <p:spPr bwMode="auto">
              <a:xfrm>
                <a:off x="3497263" y="3181351"/>
                <a:ext cx="82550" cy="60325"/>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5" name="Forma libre 58">
                <a:extLst>
                  <a:ext uri="{FF2B5EF4-FFF2-40B4-BE49-F238E27FC236}">
                    <a16:creationId xmlns:a16="http://schemas.microsoft.com/office/drawing/2014/main" id="{80861AE6-B038-4B8C-9EF0-109DEB591A97}"/>
                  </a:ext>
                </a:extLst>
              </p:cNvPr>
              <p:cNvSpPr>
                <a:spLocks/>
              </p:cNvSpPr>
              <p:nvPr/>
            </p:nvSpPr>
            <p:spPr bwMode="auto">
              <a:xfrm>
                <a:off x="3563938" y="3181351"/>
                <a:ext cx="82550" cy="60325"/>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6" name="Elipse 59">
                <a:extLst>
                  <a:ext uri="{FF2B5EF4-FFF2-40B4-BE49-F238E27FC236}">
                    <a16:creationId xmlns:a16="http://schemas.microsoft.com/office/drawing/2014/main" id="{2505D730-7819-4CDD-9F00-8E9CEC3DF49F}"/>
                  </a:ext>
                </a:extLst>
              </p:cNvPr>
              <p:cNvSpPr>
                <a:spLocks noChangeArrowheads="1"/>
              </p:cNvSpPr>
              <p:nvPr/>
            </p:nvSpPr>
            <p:spPr bwMode="auto">
              <a:xfrm>
                <a:off x="3527426" y="3090864"/>
                <a:ext cx="88900" cy="96838"/>
              </a:xfrm>
              <a:prstGeom prst="ellipse">
                <a:avLst/>
              </a:pr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7" name="Forma libre 60">
                <a:extLst>
                  <a:ext uri="{FF2B5EF4-FFF2-40B4-BE49-F238E27FC236}">
                    <a16:creationId xmlns:a16="http://schemas.microsoft.com/office/drawing/2014/main" id="{88FBFC84-B4E6-4DDD-9DD0-1BB91EA0E022}"/>
                  </a:ext>
                </a:extLst>
              </p:cNvPr>
              <p:cNvSpPr>
                <a:spLocks/>
              </p:cNvSpPr>
              <p:nvPr/>
            </p:nvSpPr>
            <p:spPr bwMode="auto">
              <a:xfrm>
                <a:off x="3527426" y="3124201"/>
                <a:ext cx="88900" cy="15875"/>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8" name="Línea 61">
                <a:extLst>
                  <a:ext uri="{FF2B5EF4-FFF2-40B4-BE49-F238E27FC236}">
                    <a16:creationId xmlns:a16="http://schemas.microsoft.com/office/drawing/2014/main" id="{9689C86A-B365-433F-B326-C60DC116B48F}"/>
                  </a:ext>
                </a:extLst>
              </p:cNvPr>
              <p:cNvSpPr>
                <a:spLocks noChangeShapeType="1"/>
              </p:cNvSpPr>
              <p:nvPr/>
            </p:nvSpPr>
            <p:spPr bwMode="auto">
              <a:xfrm>
                <a:off x="3451226" y="3074989"/>
                <a:ext cx="38100" cy="38100"/>
              </a:xfrm>
              <a:prstGeom prst="line">
                <a:avLst/>
              </a:prstGeom>
              <a:noFill/>
              <a:ln w="14288" cap="rnd">
                <a:solidFill>
                  <a:srgbClr val="00206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9" name="Línea 62">
                <a:extLst>
                  <a:ext uri="{FF2B5EF4-FFF2-40B4-BE49-F238E27FC236}">
                    <a16:creationId xmlns:a16="http://schemas.microsoft.com/office/drawing/2014/main" id="{ED368EF9-22A8-4990-9D2E-549C76157C0F}"/>
                  </a:ext>
                </a:extLst>
              </p:cNvPr>
              <p:cNvSpPr>
                <a:spLocks noChangeShapeType="1"/>
              </p:cNvSpPr>
              <p:nvPr/>
            </p:nvSpPr>
            <p:spPr bwMode="auto">
              <a:xfrm flipH="1">
                <a:off x="3654426" y="3074989"/>
                <a:ext cx="38100" cy="38100"/>
              </a:xfrm>
              <a:prstGeom prst="line">
                <a:avLst/>
              </a:prstGeom>
              <a:noFill/>
              <a:ln w="14288" cap="rnd">
                <a:solidFill>
                  <a:srgbClr val="00206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grpSp>
        <p:sp>
          <p:nvSpPr>
            <p:cNvPr id="175" name="Rectángulo 174">
              <a:extLst>
                <a:ext uri="{FF2B5EF4-FFF2-40B4-BE49-F238E27FC236}">
                  <a16:creationId xmlns:a16="http://schemas.microsoft.com/office/drawing/2014/main" id="{E522F3F9-ECF0-4D2A-9244-1942DCB20E98}"/>
                </a:ext>
              </a:extLst>
            </p:cNvPr>
            <p:cNvSpPr/>
            <p:nvPr/>
          </p:nvSpPr>
          <p:spPr>
            <a:xfrm>
              <a:off x="8578718" y="4554108"/>
              <a:ext cx="2488295" cy="492443"/>
            </a:xfrm>
            <a:prstGeom prst="rect">
              <a:avLst/>
            </a:prstGeom>
          </p:spPr>
          <p:txBody>
            <a:bodyPr wrap="square" lIns="0" tIns="0" rIns="0" bIns="0" rtlCol="0">
              <a:spAutoFit/>
            </a:bodyPr>
            <a:lstStyle/>
            <a:p>
              <a:pPr rtl="0"/>
              <a:r>
                <a:rPr lang="es-ES" sz="1600" i="1" dirty="0">
                  <a:solidFill>
                    <a:srgbClr val="002060"/>
                  </a:solidFill>
                  <a:latin typeface="+mj-lt"/>
                  <a:cs typeface="Segoe UI" panose="020B0502040204020203" pitchFamily="34" charset="0"/>
                </a:rPr>
                <a:t>2. Solicitar la palabra mediante el chat.</a:t>
              </a:r>
            </a:p>
          </p:txBody>
        </p:sp>
      </p:grpSp>
      <p:grpSp>
        <p:nvGrpSpPr>
          <p:cNvPr id="204" name="Grupo 203" descr="Esta imagen es un icono de tres personas y un símbolo que representa la conexión a internet. ">
            <a:extLst>
              <a:ext uri="{FF2B5EF4-FFF2-40B4-BE49-F238E27FC236}">
                <a16:creationId xmlns:a16="http://schemas.microsoft.com/office/drawing/2014/main" id="{BCE3CAEB-5C3F-4903-9D74-1EC0A2984EE9}"/>
              </a:ext>
            </a:extLst>
          </p:cNvPr>
          <p:cNvGrpSpPr/>
          <p:nvPr/>
        </p:nvGrpSpPr>
        <p:grpSpPr>
          <a:xfrm>
            <a:off x="7849658" y="5261712"/>
            <a:ext cx="3067397" cy="404178"/>
            <a:chOff x="7999616" y="5542207"/>
            <a:chExt cx="3067397" cy="404178"/>
          </a:xfrm>
        </p:grpSpPr>
        <p:grpSp>
          <p:nvGrpSpPr>
            <p:cNvPr id="163" name="Grupo 162">
              <a:extLst>
                <a:ext uri="{FF2B5EF4-FFF2-40B4-BE49-F238E27FC236}">
                  <a16:creationId xmlns:a16="http://schemas.microsoft.com/office/drawing/2014/main" id="{E79FB62D-7154-40A3-BB31-9A0934208E2F}"/>
                </a:ext>
              </a:extLst>
            </p:cNvPr>
            <p:cNvGrpSpPr/>
            <p:nvPr/>
          </p:nvGrpSpPr>
          <p:grpSpPr>
            <a:xfrm>
              <a:off x="7999616" y="5630472"/>
              <a:ext cx="330200" cy="315913"/>
              <a:chOff x="4127500" y="2909888"/>
              <a:chExt cx="330200" cy="315913"/>
            </a:xfrm>
          </p:grpSpPr>
          <p:sp>
            <p:nvSpPr>
              <p:cNvPr id="165" name="Elipse 268">
                <a:extLst>
                  <a:ext uri="{FF2B5EF4-FFF2-40B4-BE49-F238E27FC236}">
                    <a16:creationId xmlns:a16="http://schemas.microsoft.com/office/drawing/2014/main" id="{BD72EF5D-EE26-4982-B3AB-9CF584441806}"/>
                  </a:ext>
                </a:extLst>
              </p:cNvPr>
              <p:cNvSpPr>
                <a:spLocks noChangeArrowheads="1"/>
              </p:cNvSpPr>
              <p:nvPr/>
            </p:nvSpPr>
            <p:spPr bwMode="auto">
              <a:xfrm>
                <a:off x="4149725" y="3060701"/>
                <a:ext cx="76200" cy="74613"/>
              </a:xfrm>
              <a:prstGeom prst="ellipse">
                <a:avLst/>
              </a:pr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66" name="Forma libre 269">
                <a:extLst>
                  <a:ext uri="{FF2B5EF4-FFF2-40B4-BE49-F238E27FC236}">
                    <a16:creationId xmlns:a16="http://schemas.microsoft.com/office/drawing/2014/main" id="{D9F3CD5B-3BA2-4D51-A0BD-6E802941FDCF}"/>
                  </a:ext>
                </a:extLst>
              </p:cNvPr>
              <p:cNvSpPr>
                <a:spLocks/>
              </p:cNvSpPr>
              <p:nvPr/>
            </p:nvSpPr>
            <p:spPr bwMode="auto">
              <a:xfrm>
                <a:off x="4127500" y="3135313"/>
                <a:ext cx="109538" cy="60325"/>
              </a:xfrm>
              <a:custGeom>
                <a:avLst/>
                <a:gdLst>
                  <a:gd name="T0" fmla="*/ 22 w 29"/>
                  <a:gd name="T1" fmla="*/ 16 h 16"/>
                  <a:gd name="T2" fmla="*/ 0 w 29"/>
                  <a:gd name="T3" fmla="*/ 16 h 16"/>
                  <a:gd name="T4" fmla="*/ 16 w 29"/>
                  <a:gd name="T5" fmla="*/ 0 h 16"/>
                  <a:gd name="T6" fmla="*/ 29 w 29"/>
                  <a:gd name="T7" fmla="*/ 7 h 16"/>
                </a:gdLst>
                <a:ahLst/>
                <a:cxnLst>
                  <a:cxn ang="0">
                    <a:pos x="T0" y="T1"/>
                  </a:cxn>
                  <a:cxn ang="0">
                    <a:pos x="T2" y="T3"/>
                  </a:cxn>
                  <a:cxn ang="0">
                    <a:pos x="T4" y="T5"/>
                  </a:cxn>
                  <a:cxn ang="0">
                    <a:pos x="T6" y="T7"/>
                  </a:cxn>
                </a:cxnLst>
                <a:rect l="0" t="0" r="r" b="b"/>
                <a:pathLst>
                  <a:path w="29" h="16">
                    <a:moveTo>
                      <a:pt x="22" y="16"/>
                    </a:moveTo>
                    <a:cubicBezTo>
                      <a:pt x="0" y="16"/>
                      <a:pt x="0" y="16"/>
                      <a:pt x="0" y="16"/>
                    </a:cubicBezTo>
                    <a:cubicBezTo>
                      <a:pt x="0" y="7"/>
                      <a:pt x="7" y="0"/>
                      <a:pt x="16" y="0"/>
                    </a:cubicBezTo>
                    <a:cubicBezTo>
                      <a:pt x="21" y="0"/>
                      <a:pt x="26" y="3"/>
                      <a:pt x="29" y="7"/>
                    </a:cubicBezTo>
                  </a:path>
                </a:pathLst>
              </a:cu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67" name="Elipse 270">
                <a:extLst>
                  <a:ext uri="{FF2B5EF4-FFF2-40B4-BE49-F238E27FC236}">
                    <a16:creationId xmlns:a16="http://schemas.microsoft.com/office/drawing/2014/main" id="{85B43E76-36A9-4667-852E-AD239EC04C43}"/>
                  </a:ext>
                </a:extLst>
              </p:cNvPr>
              <p:cNvSpPr>
                <a:spLocks noChangeArrowheads="1"/>
              </p:cNvSpPr>
              <p:nvPr/>
            </p:nvSpPr>
            <p:spPr bwMode="auto">
              <a:xfrm>
                <a:off x="4360863" y="3060701"/>
                <a:ext cx="74613" cy="74613"/>
              </a:xfrm>
              <a:prstGeom prst="ellipse">
                <a:avLst/>
              </a:pr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68" name="Forma libre 271">
                <a:extLst>
                  <a:ext uri="{FF2B5EF4-FFF2-40B4-BE49-F238E27FC236}">
                    <a16:creationId xmlns:a16="http://schemas.microsoft.com/office/drawing/2014/main" id="{DFF4B198-89FE-47D5-B7B7-8C893ABCC5FF}"/>
                  </a:ext>
                </a:extLst>
              </p:cNvPr>
              <p:cNvSpPr>
                <a:spLocks/>
              </p:cNvSpPr>
              <p:nvPr/>
            </p:nvSpPr>
            <p:spPr bwMode="auto">
              <a:xfrm>
                <a:off x="4349750" y="3135313"/>
                <a:ext cx="107950" cy="60325"/>
              </a:xfrm>
              <a:custGeom>
                <a:avLst/>
                <a:gdLst>
                  <a:gd name="T0" fmla="*/ 0 w 29"/>
                  <a:gd name="T1" fmla="*/ 7 h 16"/>
                  <a:gd name="T2" fmla="*/ 13 w 29"/>
                  <a:gd name="T3" fmla="*/ 0 h 16"/>
                  <a:gd name="T4" fmla="*/ 29 w 29"/>
                  <a:gd name="T5" fmla="*/ 16 h 16"/>
                  <a:gd name="T6" fmla="*/ 7 w 29"/>
                  <a:gd name="T7" fmla="*/ 16 h 16"/>
                </a:gdLst>
                <a:ahLst/>
                <a:cxnLst>
                  <a:cxn ang="0">
                    <a:pos x="T0" y="T1"/>
                  </a:cxn>
                  <a:cxn ang="0">
                    <a:pos x="T2" y="T3"/>
                  </a:cxn>
                  <a:cxn ang="0">
                    <a:pos x="T4" y="T5"/>
                  </a:cxn>
                  <a:cxn ang="0">
                    <a:pos x="T6" y="T7"/>
                  </a:cxn>
                </a:cxnLst>
                <a:rect l="0" t="0" r="r" b="b"/>
                <a:pathLst>
                  <a:path w="29" h="16">
                    <a:moveTo>
                      <a:pt x="0" y="7"/>
                    </a:moveTo>
                    <a:cubicBezTo>
                      <a:pt x="3" y="3"/>
                      <a:pt x="8" y="0"/>
                      <a:pt x="13" y="0"/>
                    </a:cubicBezTo>
                    <a:cubicBezTo>
                      <a:pt x="22" y="0"/>
                      <a:pt x="29" y="7"/>
                      <a:pt x="29" y="16"/>
                    </a:cubicBezTo>
                    <a:cubicBezTo>
                      <a:pt x="7" y="16"/>
                      <a:pt x="7" y="16"/>
                      <a:pt x="7" y="16"/>
                    </a:cubicBezTo>
                  </a:path>
                </a:pathLst>
              </a:cu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69" name="Elipse 272">
                <a:extLst>
                  <a:ext uri="{FF2B5EF4-FFF2-40B4-BE49-F238E27FC236}">
                    <a16:creationId xmlns:a16="http://schemas.microsoft.com/office/drawing/2014/main" id="{CE8C1F83-6F38-4A0B-8E08-4398BEC1DDBB}"/>
                  </a:ext>
                </a:extLst>
              </p:cNvPr>
              <p:cNvSpPr>
                <a:spLocks noChangeArrowheads="1"/>
              </p:cNvSpPr>
              <p:nvPr/>
            </p:nvSpPr>
            <p:spPr bwMode="auto">
              <a:xfrm>
                <a:off x="4240213" y="3030538"/>
                <a:ext cx="104775" cy="109538"/>
              </a:xfrm>
              <a:prstGeom prst="ellipse">
                <a:avLst/>
              </a:pr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70" name="Forma libre 273">
                <a:extLst>
                  <a:ext uri="{FF2B5EF4-FFF2-40B4-BE49-F238E27FC236}">
                    <a16:creationId xmlns:a16="http://schemas.microsoft.com/office/drawing/2014/main" id="{F5C16A34-C88B-42FA-BC46-1C9471DB8B0A}"/>
                  </a:ext>
                </a:extLst>
              </p:cNvPr>
              <p:cNvSpPr>
                <a:spLocks/>
              </p:cNvSpPr>
              <p:nvPr/>
            </p:nvSpPr>
            <p:spPr bwMode="auto">
              <a:xfrm>
                <a:off x="4214813" y="2986088"/>
                <a:ext cx="157163" cy="36513"/>
              </a:xfrm>
              <a:custGeom>
                <a:avLst/>
                <a:gdLst>
                  <a:gd name="T0" fmla="*/ 0 w 42"/>
                  <a:gd name="T1" fmla="*/ 10 h 10"/>
                  <a:gd name="T2" fmla="*/ 21 w 42"/>
                  <a:gd name="T3" fmla="*/ 0 h 10"/>
                  <a:gd name="T4" fmla="*/ 42 w 42"/>
                  <a:gd name="T5" fmla="*/ 10 h 10"/>
                </a:gdLst>
                <a:ahLst/>
                <a:cxnLst>
                  <a:cxn ang="0">
                    <a:pos x="T0" y="T1"/>
                  </a:cxn>
                  <a:cxn ang="0">
                    <a:pos x="T2" y="T3"/>
                  </a:cxn>
                  <a:cxn ang="0">
                    <a:pos x="T4" y="T5"/>
                  </a:cxn>
                </a:cxnLst>
                <a:rect l="0" t="0" r="r" b="b"/>
                <a:pathLst>
                  <a:path w="42" h="10">
                    <a:moveTo>
                      <a:pt x="0" y="10"/>
                    </a:moveTo>
                    <a:cubicBezTo>
                      <a:pt x="5" y="4"/>
                      <a:pt x="13" y="0"/>
                      <a:pt x="21" y="0"/>
                    </a:cubicBezTo>
                    <a:cubicBezTo>
                      <a:pt x="29" y="0"/>
                      <a:pt x="37" y="4"/>
                      <a:pt x="42" y="10"/>
                    </a:cubicBezTo>
                  </a:path>
                </a:pathLst>
              </a:cu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71" name="Forma libre 274">
                <a:extLst>
                  <a:ext uri="{FF2B5EF4-FFF2-40B4-BE49-F238E27FC236}">
                    <a16:creationId xmlns:a16="http://schemas.microsoft.com/office/drawing/2014/main" id="{1D976AB4-49AA-4482-B357-FA665EA7852A}"/>
                  </a:ext>
                </a:extLst>
              </p:cNvPr>
              <p:cNvSpPr>
                <a:spLocks/>
              </p:cNvSpPr>
              <p:nvPr/>
            </p:nvSpPr>
            <p:spPr bwMode="auto">
              <a:xfrm>
                <a:off x="4187825" y="2947988"/>
                <a:ext cx="211138" cy="49213"/>
              </a:xfrm>
              <a:custGeom>
                <a:avLst/>
                <a:gdLst>
                  <a:gd name="T0" fmla="*/ 0 w 56"/>
                  <a:gd name="T1" fmla="*/ 13 h 13"/>
                  <a:gd name="T2" fmla="*/ 28 w 56"/>
                  <a:gd name="T3" fmla="*/ 0 h 13"/>
                  <a:gd name="T4" fmla="*/ 56 w 56"/>
                  <a:gd name="T5" fmla="*/ 13 h 13"/>
                </a:gdLst>
                <a:ahLst/>
                <a:cxnLst>
                  <a:cxn ang="0">
                    <a:pos x="T0" y="T1"/>
                  </a:cxn>
                  <a:cxn ang="0">
                    <a:pos x="T2" y="T3"/>
                  </a:cxn>
                  <a:cxn ang="0">
                    <a:pos x="T4" y="T5"/>
                  </a:cxn>
                </a:cxnLst>
                <a:rect l="0" t="0" r="r" b="b"/>
                <a:pathLst>
                  <a:path w="56" h="13">
                    <a:moveTo>
                      <a:pt x="0" y="13"/>
                    </a:moveTo>
                    <a:cubicBezTo>
                      <a:pt x="7" y="5"/>
                      <a:pt x="17" y="0"/>
                      <a:pt x="28" y="0"/>
                    </a:cubicBezTo>
                    <a:cubicBezTo>
                      <a:pt x="39" y="0"/>
                      <a:pt x="49" y="5"/>
                      <a:pt x="56" y="13"/>
                    </a:cubicBezTo>
                  </a:path>
                </a:pathLst>
              </a:cu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72" name="Forma libre 275">
                <a:extLst>
                  <a:ext uri="{FF2B5EF4-FFF2-40B4-BE49-F238E27FC236}">
                    <a16:creationId xmlns:a16="http://schemas.microsoft.com/office/drawing/2014/main" id="{40CDCACF-1136-47C8-A50F-2C6DCEFC7055}"/>
                  </a:ext>
                </a:extLst>
              </p:cNvPr>
              <p:cNvSpPr>
                <a:spLocks/>
              </p:cNvSpPr>
              <p:nvPr/>
            </p:nvSpPr>
            <p:spPr bwMode="auto">
              <a:xfrm>
                <a:off x="4157663" y="2909888"/>
                <a:ext cx="269875" cy="63500"/>
              </a:xfrm>
              <a:custGeom>
                <a:avLst/>
                <a:gdLst>
                  <a:gd name="T0" fmla="*/ 0 w 72"/>
                  <a:gd name="T1" fmla="*/ 17 h 17"/>
                  <a:gd name="T2" fmla="*/ 36 w 72"/>
                  <a:gd name="T3" fmla="*/ 0 h 17"/>
                  <a:gd name="T4" fmla="*/ 72 w 72"/>
                  <a:gd name="T5" fmla="*/ 17 h 17"/>
                </a:gdLst>
                <a:ahLst/>
                <a:cxnLst>
                  <a:cxn ang="0">
                    <a:pos x="T0" y="T1"/>
                  </a:cxn>
                  <a:cxn ang="0">
                    <a:pos x="T2" y="T3"/>
                  </a:cxn>
                  <a:cxn ang="0">
                    <a:pos x="T4" y="T5"/>
                  </a:cxn>
                </a:cxnLst>
                <a:rect l="0" t="0" r="r" b="b"/>
                <a:pathLst>
                  <a:path w="72" h="17">
                    <a:moveTo>
                      <a:pt x="0" y="17"/>
                    </a:moveTo>
                    <a:cubicBezTo>
                      <a:pt x="8" y="7"/>
                      <a:pt x="21" y="0"/>
                      <a:pt x="36" y="0"/>
                    </a:cubicBezTo>
                    <a:cubicBezTo>
                      <a:pt x="51" y="0"/>
                      <a:pt x="64" y="7"/>
                      <a:pt x="72" y="17"/>
                    </a:cubicBezTo>
                  </a:path>
                </a:pathLst>
              </a:cu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73" name="Forma libre 276">
                <a:extLst>
                  <a:ext uri="{FF2B5EF4-FFF2-40B4-BE49-F238E27FC236}">
                    <a16:creationId xmlns:a16="http://schemas.microsoft.com/office/drawing/2014/main" id="{E1D8459C-3776-4E84-AC6C-5275955B3DDE}"/>
                  </a:ext>
                </a:extLst>
              </p:cNvPr>
              <p:cNvSpPr>
                <a:spLocks/>
              </p:cNvSpPr>
              <p:nvPr/>
            </p:nvSpPr>
            <p:spPr bwMode="auto">
              <a:xfrm>
                <a:off x="4206875" y="3140076"/>
                <a:ext cx="173038" cy="85725"/>
              </a:xfrm>
              <a:custGeom>
                <a:avLst/>
                <a:gdLst>
                  <a:gd name="T0" fmla="*/ 46 w 46"/>
                  <a:gd name="T1" fmla="*/ 23 h 23"/>
                  <a:gd name="T2" fmla="*/ 0 w 46"/>
                  <a:gd name="T3" fmla="*/ 23 h 23"/>
                  <a:gd name="T4" fmla="*/ 23 w 46"/>
                  <a:gd name="T5" fmla="*/ 0 h 23"/>
                  <a:gd name="T6" fmla="*/ 46 w 46"/>
                  <a:gd name="T7" fmla="*/ 23 h 23"/>
                </a:gdLst>
                <a:ahLst/>
                <a:cxnLst>
                  <a:cxn ang="0">
                    <a:pos x="T0" y="T1"/>
                  </a:cxn>
                  <a:cxn ang="0">
                    <a:pos x="T2" y="T3"/>
                  </a:cxn>
                  <a:cxn ang="0">
                    <a:pos x="T4" y="T5"/>
                  </a:cxn>
                  <a:cxn ang="0">
                    <a:pos x="T6" y="T7"/>
                  </a:cxn>
                </a:cxnLst>
                <a:rect l="0" t="0" r="r" b="b"/>
                <a:pathLst>
                  <a:path w="46" h="23">
                    <a:moveTo>
                      <a:pt x="46" y="23"/>
                    </a:moveTo>
                    <a:cubicBezTo>
                      <a:pt x="0" y="23"/>
                      <a:pt x="0" y="23"/>
                      <a:pt x="0" y="23"/>
                    </a:cubicBezTo>
                    <a:cubicBezTo>
                      <a:pt x="0" y="10"/>
                      <a:pt x="10" y="0"/>
                      <a:pt x="23" y="0"/>
                    </a:cubicBezTo>
                    <a:cubicBezTo>
                      <a:pt x="36" y="0"/>
                      <a:pt x="46" y="10"/>
                      <a:pt x="46" y="23"/>
                    </a:cubicBezTo>
                    <a:close/>
                  </a:path>
                </a:pathLst>
              </a:cu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grpSp>
        <p:sp>
          <p:nvSpPr>
            <p:cNvPr id="164" name="Rectángulo 163">
              <a:extLst>
                <a:ext uri="{FF2B5EF4-FFF2-40B4-BE49-F238E27FC236}">
                  <a16:creationId xmlns:a16="http://schemas.microsoft.com/office/drawing/2014/main" id="{3E886A0B-A097-4934-BAAA-53B791623B0B}"/>
                </a:ext>
              </a:extLst>
            </p:cNvPr>
            <p:cNvSpPr/>
            <p:nvPr/>
          </p:nvSpPr>
          <p:spPr>
            <a:xfrm>
              <a:off x="8578718" y="5542207"/>
              <a:ext cx="2488295" cy="246221"/>
            </a:xfrm>
            <a:prstGeom prst="rect">
              <a:avLst/>
            </a:prstGeom>
          </p:spPr>
          <p:txBody>
            <a:bodyPr wrap="square" lIns="0" tIns="0" rIns="0" bIns="0" rtlCol="0">
              <a:spAutoFit/>
            </a:bodyPr>
            <a:lstStyle/>
            <a:p>
              <a:pPr rtl="0"/>
              <a:r>
                <a:rPr lang="es-ES" sz="1600" i="1" dirty="0">
                  <a:solidFill>
                    <a:srgbClr val="002060"/>
                  </a:solidFill>
                  <a:latin typeface="+mj-lt"/>
                  <a:cs typeface="Segoe UI" panose="020B0502040204020203" pitchFamily="34" charset="0"/>
                </a:rPr>
                <a:t>3. Preguntar</a:t>
              </a:r>
            </a:p>
          </p:txBody>
        </p:sp>
      </p:grpSp>
      <p:sp>
        <p:nvSpPr>
          <p:cNvPr id="4" name="Título 3" hidden="1">
            <a:extLst>
              <a:ext uri="{FF2B5EF4-FFF2-40B4-BE49-F238E27FC236}">
                <a16:creationId xmlns:a16="http://schemas.microsoft.com/office/drawing/2014/main" id="{2784E464-B64A-4614-9350-2C88DBD46AB5}"/>
              </a:ext>
            </a:extLst>
          </p:cNvPr>
          <p:cNvSpPr>
            <a:spLocks noGrp="1"/>
          </p:cNvSpPr>
          <p:nvPr>
            <p:ph type="title"/>
          </p:nvPr>
        </p:nvSpPr>
        <p:spPr/>
        <p:txBody>
          <a:bodyPr rtlCol="0"/>
          <a:lstStyle/>
          <a:p>
            <a:r>
              <a:rPr lang="es-ES" dirty="0"/>
              <a:t>Diapositiva de recursos humanos 5</a:t>
            </a:r>
          </a:p>
        </p:txBody>
      </p:sp>
      <p:graphicFrame>
        <p:nvGraphicFramePr>
          <p:cNvPr id="2" name="Tabla 1"/>
          <p:cNvGraphicFramePr>
            <a:graphicFrameLocks noGrp="1"/>
          </p:cNvGraphicFramePr>
          <p:nvPr>
            <p:extLst>
              <p:ext uri="{D42A27DB-BD31-4B8C-83A1-F6EECF244321}">
                <p14:modId xmlns:p14="http://schemas.microsoft.com/office/powerpoint/2010/main" val="3429152820"/>
              </p:ext>
            </p:extLst>
          </p:nvPr>
        </p:nvGraphicFramePr>
        <p:xfrm>
          <a:off x="1021142" y="5326624"/>
          <a:ext cx="4902200" cy="506730"/>
        </p:xfrm>
        <a:graphic>
          <a:graphicData uri="http://schemas.openxmlformats.org/drawingml/2006/table">
            <a:tbl>
              <a:tblPr>
                <a:tableStyleId>{9D7B26C5-4107-4FEC-AEDC-1716B250A1EF}</a:tableStyleId>
              </a:tblPr>
              <a:tblGrid>
                <a:gridCol w="342678">
                  <a:extLst>
                    <a:ext uri="{9D8B030D-6E8A-4147-A177-3AD203B41FA5}">
                      <a16:colId xmlns:a16="http://schemas.microsoft.com/office/drawing/2014/main" val="20000"/>
                    </a:ext>
                  </a:extLst>
                </a:gridCol>
                <a:gridCol w="1870699">
                  <a:extLst>
                    <a:ext uri="{9D8B030D-6E8A-4147-A177-3AD203B41FA5}">
                      <a16:colId xmlns:a16="http://schemas.microsoft.com/office/drawing/2014/main" val="20001"/>
                    </a:ext>
                  </a:extLst>
                </a:gridCol>
                <a:gridCol w="2688823">
                  <a:extLst>
                    <a:ext uri="{9D8B030D-6E8A-4147-A177-3AD203B41FA5}">
                      <a16:colId xmlns:a16="http://schemas.microsoft.com/office/drawing/2014/main" val="20002"/>
                    </a:ext>
                  </a:extLst>
                </a:gridCol>
              </a:tblGrid>
              <a:tr h="190500">
                <a:tc>
                  <a:txBody>
                    <a:bodyPr/>
                    <a:lstStyle/>
                    <a:p>
                      <a:pPr algn="ctr" fontAlgn="ctr"/>
                      <a:r>
                        <a:rPr lang="es-CO" sz="1600" u="none" strike="noStrike" dirty="0">
                          <a:effectLst/>
                        </a:rPr>
                        <a:t>1</a:t>
                      </a:r>
                      <a:endParaRPr lang="es-CO" sz="16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l" fontAlgn="b"/>
                      <a:r>
                        <a:rPr lang="es-419" sz="1600" b="0" i="0" u="none" strike="noStrike" dirty="0">
                          <a:solidFill>
                            <a:schemeClr val="tx1"/>
                          </a:solidFill>
                          <a:effectLst/>
                          <a:latin typeface="+mn-lt"/>
                        </a:rPr>
                        <a:t>Sábados</a:t>
                      </a:r>
                      <a:endParaRPr lang="es-CO"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pt-BR" sz="1600" u="none" strike="noStrike" dirty="0">
                          <a:effectLst/>
                        </a:rPr>
                        <a:t>       1 PM a 5 PM – 4 Horas</a:t>
                      </a:r>
                      <a:endParaRPr lang="pt-BR"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0"/>
                  </a:ext>
                </a:extLst>
              </a:tr>
              <a:tr h="190500">
                <a:tc>
                  <a:txBody>
                    <a:bodyPr/>
                    <a:lstStyle/>
                    <a:p>
                      <a:pPr algn="ctr" fontAlgn="ctr"/>
                      <a:r>
                        <a:rPr lang="es-CO" sz="1600" u="none" strike="noStrike">
                          <a:effectLst/>
                        </a:rPr>
                        <a:t>2</a:t>
                      </a:r>
                      <a:endParaRPr lang="es-CO" sz="1600" b="1"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r>
                        <a:rPr lang="es-CO" sz="1600" u="none" strike="noStrike" dirty="0">
                          <a:effectLst/>
                        </a:rPr>
                        <a:t>Break</a:t>
                      </a:r>
                      <a:endParaRPr lang="es-CO"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pt-BR" sz="1600" u="none" strike="noStrike" dirty="0">
                          <a:effectLst/>
                        </a:rPr>
                        <a:t>       02:30 PM – 15 Minutos</a:t>
                      </a:r>
                      <a:endParaRPr lang="pt-BR"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1"/>
                  </a:ext>
                </a:extLst>
              </a:tr>
            </a:tbl>
          </a:graphicData>
        </a:graphic>
      </p:graphicFrame>
      <p:sp>
        <p:nvSpPr>
          <p:cNvPr id="5" name="CuadroTexto 4"/>
          <p:cNvSpPr txBox="1"/>
          <p:nvPr/>
        </p:nvSpPr>
        <p:spPr>
          <a:xfrm>
            <a:off x="1809534" y="4667774"/>
            <a:ext cx="3581750" cy="461665"/>
          </a:xfrm>
          <a:prstGeom prst="rect">
            <a:avLst/>
          </a:prstGeom>
          <a:noFill/>
        </p:spPr>
        <p:txBody>
          <a:bodyPr wrap="none" rtlCol="0">
            <a:spAutoFit/>
          </a:bodyPr>
          <a:lstStyle/>
          <a:p>
            <a:r>
              <a:rPr lang="es-419" sz="2400" b="1" dirty="0">
                <a:solidFill>
                  <a:srgbClr val="00B050"/>
                </a:solidFill>
              </a:rPr>
              <a:t>ESPACIOS DE FORMACIÓN </a:t>
            </a:r>
            <a:endParaRPr lang="es-CO" sz="2400" b="1" dirty="0">
              <a:solidFill>
                <a:srgbClr val="00B050"/>
              </a:solidFill>
            </a:endParaRPr>
          </a:p>
        </p:txBody>
      </p:sp>
      <p:pic>
        <p:nvPicPr>
          <p:cNvPr id="1026" name="Picture 2" descr="Estos son los lenguajes de programación más odiados y amados de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4547" y="1166073"/>
            <a:ext cx="4572000" cy="297180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55" name="Rectángulo 54">
            <a:extLst>
              <a:ext uri="{FF2B5EF4-FFF2-40B4-BE49-F238E27FC236}">
                <a16:creationId xmlns:a16="http://schemas.microsoft.com/office/drawing/2014/main" id="{6BBBCB2E-F413-4381-8378-02FDC20EA4F6}"/>
              </a:ext>
            </a:extLst>
          </p:cNvPr>
          <p:cNvSpPr/>
          <p:nvPr/>
        </p:nvSpPr>
        <p:spPr>
          <a:xfrm>
            <a:off x="9353006" y="6481983"/>
            <a:ext cx="2879938" cy="307777"/>
          </a:xfrm>
          <a:prstGeom prst="rect">
            <a:avLst/>
          </a:prstGeom>
        </p:spPr>
        <p:txBody>
          <a:bodyPr wrap="square" lIns="0" tIns="0" rIns="0" bIns="0" rtlCol="0">
            <a:spAutoFit/>
          </a:bodyPr>
          <a:lstStyle/>
          <a:p>
            <a:pPr rtl="0"/>
            <a:r>
              <a:rPr lang="es-ES" sz="2000" b="1" i="1" dirty="0">
                <a:latin typeface="+mj-lt"/>
                <a:cs typeface="Segoe UI" panose="020B0502040204020203" pitchFamily="34" charset="0"/>
              </a:rPr>
              <a:t>FUNDAMENTOS DE REDES</a:t>
            </a:r>
          </a:p>
        </p:txBody>
      </p:sp>
      <p:pic>
        <p:nvPicPr>
          <p:cNvPr id="3" name="Imagen 2" descr="Imagen que contiene Interfaz de usuario gráfica&#10;&#10;Descripción generada automáticamente">
            <a:extLst>
              <a:ext uri="{FF2B5EF4-FFF2-40B4-BE49-F238E27FC236}">
                <a16:creationId xmlns:a16="http://schemas.microsoft.com/office/drawing/2014/main" id="{4166EF83-66E4-5118-42FD-33271D696212}"/>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2704482766"/>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Cuadro de texto 106">
            <a:extLst>
              <a:ext uri="{FF2B5EF4-FFF2-40B4-BE49-F238E27FC236}">
                <a16:creationId xmlns:a16="http://schemas.microsoft.com/office/drawing/2014/main" id="{54EA7ED5-6E34-4D47-91B6-F78F5F8B4C6E}"/>
              </a:ext>
            </a:extLst>
          </p:cNvPr>
          <p:cNvSpPr txBox="1"/>
          <p:nvPr/>
        </p:nvSpPr>
        <p:spPr>
          <a:xfrm>
            <a:off x="7821361" y="1886970"/>
            <a:ext cx="3799071" cy="512961"/>
          </a:xfrm>
          <a:prstGeom prst="rect">
            <a:avLst/>
          </a:prstGeom>
          <a:noFill/>
        </p:spPr>
        <p:txBody>
          <a:bodyPr wrap="square" lIns="0" tIns="0" rIns="0" bIns="0" rtlCol="0">
            <a:spAutoFit/>
          </a:bodyPr>
          <a:lstStyle/>
          <a:p>
            <a:pPr rtl="0">
              <a:lnSpc>
                <a:spcPts val="4000"/>
              </a:lnSpc>
            </a:pPr>
            <a:r>
              <a:rPr lang="es-ES" sz="3200" b="1" dirty="0">
                <a:solidFill>
                  <a:srgbClr val="002060"/>
                </a:solidFill>
                <a:latin typeface="Segoe UI" panose="020B0502040204020203" pitchFamily="34" charset="0"/>
                <a:cs typeface="Segoe UI" panose="020B0502040204020203" pitchFamily="34" charset="0"/>
              </a:rPr>
              <a:t>SABERES PREVIOS</a:t>
            </a:r>
          </a:p>
        </p:txBody>
      </p:sp>
      <p:cxnSp>
        <p:nvCxnSpPr>
          <p:cNvPr id="110" name="Conector recto 109">
            <a:extLst>
              <a:ext uri="{FF2B5EF4-FFF2-40B4-BE49-F238E27FC236}">
                <a16:creationId xmlns:a16="http://schemas.microsoft.com/office/drawing/2014/main" id="{6D08E99A-0644-4757-9F3A-BBA1A4F39081}"/>
              </a:ext>
              <a:ext uri="{C183D7F6-B498-43B3-948B-1728B52AA6E4}">
                <adec:decorative xmlns:adec="http://schemas.microsoft.com/office/drawing/2017/decorative" val="1"/>
              </a:ext>
            </a:extLst>
          </p:cNvPr>
          <p:cNvCxnSpPr/>
          <p:nvPr/>
        </p:nvCxnSpPr>
        <p:spPr>
          <a:xfrm>
            <a:off x="6751014" y="0"/>
            <a:ext cx="0" cy="6357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4" name="Elipse 123">
            <a:extLst>
              <a:ext uri="{FF2B5EF4-FFF2-40B4-BE49-F238E27FC236}">
                <a16:creationId xmlns:a16="http://schemas.microsoft.com/office/drawing/2014/main" id="{0B8C9A86-3574-4A2E-BC62-481A2BE7FBED}"/>
              </a:ext>
              <a:ext uri="{C183D7F6-B498-43B3-948B-1728B52AA6E4}">
                <adec:decorative xmlns:adec="http://schemas.microsoft.com/office/drawing/2017/decorative" val="1"/>
              </a:ext>
            </a:extLst>
          </p:cNvPr>
          <p:cNvSpPr/>
          <p:nvPr/>
        </p:nvSpPr>
        <p:spPr>
          <a:xfrm>
            <a:off x="6724637" y="567838"/>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4" name="Título 3" hidden="1">
            <a:extLst>
              <a:ext uri="{FF2B5EF4-FFF2-40B4-BE49-F238E27FC236}">
                <a16:creationId xmlns:a16="http://schemas.microsoft.com/office/drawing/2014/main" id="{2784E464-B64A-4614-9350-2C88DBD46AB5}"/>
              </a:ext>
            </a:extLst>
          </p:cNvPr>
          <p:cNvSpPr>
            <a:spLocks noGrp="1"/>
          </p:cNvSpPr>
          <p:nvPr>
            <p:ph type="title"/>
          </p:nvPr>
        </p:nvSpPr>
        <p:spPr/>
        <p:txBody>
          <a:bodyPr rtlCol="0"/>
          <a:lstStyle/>
          <a:p>
            <a:r>
              <a:rPr lang="es-ES" dirty="0"/>
              <a:t>Diapositiva de recursos humanos 5</a:t>
            </a:r>
          </a:p>
        </p:txBody>
      </p:sp>
      <p:pic>
        <p:nvPicPr>
          <p:cNvPr id="2050" name="Picture 2" descr="3 tendencias emergentes que marcarán el futuro de la programació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1991" y="1760562"/>
            <a:ext cx="6008119" cy="323451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2" name="Rectángulo 11">
            <a:extLst>
              <a:ext uri="{FF2B5EF4-FFF2-40B4-BE49-F238E27FC236}">
                <a16:creationId xmlns:a16="http://schemas.microsoft.com/office/drawing/2014/main" id="{6BBBCB2E-F413-4381-8378-02FDC20EA4F6}"/>
              </a:ext>
            </a:extLst>
          </p:cNvPr>
          <p:cNvSpPr/>
          <p:nvPr/>
        </p:nvSpPr>
        <p:spPr>
          <a:xfrm>
            <a:off x="7528572" y="3178628"/>
            <a:ext cx="5237324" cy="1231106"/>
          </a:xfrm>
          <a:prstGeom prst="rect">
            <a:avLst/>
          </a:prstGeom>
        </p:spPr>
        <p:txBody>
          <a:bodyPr wrap="square" lIns="0" tIns="0" rIns="0" bIns="0" rtlCol="0">
            <a:spAutoFit/>
          </a:bodyPr>
          <a:lstStyle/>
          <a:p>
            <a:pPr marL="342900" indent="-342900" rtl="0">
              <a:buFont typeface="Arial" panose="020B0604020202020204" pitchFamily="34" charset="0"/>
              <a:buChar char="•"/>
            </a:pPr>
            <a:r>
              <a:rPr lang="es-ES" sz="2000" b="1" i="1" dirty="0">
                <a:latin typeface="+mj-lt"/>
                <a:cs typeface="Segoe UI" panose="020B0502040204020203" pitchFamily="34" charset="0"/>
              </a:rPr>
              <a:t>¿Qué es un red?.</a:t>
            </a:r>
          </a:p>
          <a:p>
            <a:pPr marL="342900" indent="-342900" rtl="0">
              <a:buFont typeface="Arial" panose="020B0604020202020204" pitchFamily="34" charset="0"/>
              <a:buChar char="•"/>
            </a:pPr>
            <a:r>
              <a:rPr lang="es-ES" sz="2000" b="1" i="1" dirty="0">
                <a:latin typeface="+mj-lt"/>
                <a:cs typeface="Segoe UI" panose="020B0502040204020203" pitchFamily="34" charset="0"/>
              </a:rPr>
              <a:t>¿Para que sirve una red?</a:t>
            </a:r>
          </a:p>
          <a:p>
            <a:pPr marL="342900" indent="-342900" rtl="0">
              <a:buFont typeface="Arial" panose="020B0604020202020204" pitchFamily="34" charset="0"/>
              <a:buChar char="•"/>
            </a:pPr>
            <a:r>
              <a:rPr lang="es-ES" sz="2000" b="1" i="1" dirty="0">
                <a:latin typeface="+mj-lt"/>
                <a:cs typeface="Segoe UI" panose="020B0502040204020203" pitchFamily="34" charset="0"/>
              </a:rPr>
              <a:t>¿Cuales tipos de red existen?</a:t>
            </a:r>
          </a:p>
          <a:p>
            <a:pPr marL="342900" indent="-342900" rtl="0">
              <a:buFont typeface="Arial" panose="020B0604020202020204" pitchFamily="34" charset="0"/>
              <a:buChar char="•"/>
            </a:pPr>
            <a:r>
              <a:rPr lang="es-ES" sz="2000" b="1" i="1" dirty="0">
                <a:latin typeface="+mj-lt"/>
                <a:cs typeface="Segoe UI" panose="020B0502040204020203" pitchFamily="34" charset="0"/>
              </a:rPr>
              <a:t>¿Que es la administración de una red?</a:t>
            </a:r>
          </a:p>
        </p:txBody>
      </p:sp>
      <p:sp>
        <p:nvSpPr>
          <p:cNvPr id="11" name="Rectángulo 10">
            <a:extLst>
              <a:ext uri="{FF2B5EF4-FFF2-40B4-BE49-F238E27FC236}">
                <a16:creationId xmlns:a16="http://schemas.microsoft.com/office/drawing/2014/main" id="{6BBBCB2E-F413-4381-8378-02FDC20EA4F6}"/>
              </a:ext>
            </a:extLst>
          </p:cNvPr>
          <p:cNvSpPr/>
          <p:nvPr/>
        </p:nvSpPr>
        <p:spPr>
          <a:xfrm>
            <a:off x="9187543" y="6481983"/>
            <a:ext cx="3045401" cy="307777"/>
          </a:xfrm>
          <a:prstGeom prst="rect">
            <a:avLst/>
          </a:prstGeom>
        </p:spPr>
        <p:txBody>
          <a:bodyPr wrap="square" lIns="0" tIns="0" rIns="0" bIns="0" rtlCol="0">
            <a:spAutoFit/>
          </a:bodyPr>
          <a:lstStyle/>
          <a:p>
            <a:pPr rtl="0"/>
            <a:r>
              <a:rPr lang="es-ES" sz="2000" b="1" i="1" dirty="0">
                <a:latin typeface="+mj-lt"/>
                <a:cs typeface="Segoe UI" panose="020B0502040204020203" pitchFamily="34" charset="0"/>
              </a:rPr>
              <a:t>FUNDAMENTOS DE REDES</a:t>
            </a:r>
          </a:p>
        </p:txBody>
      </p:sp>
      <p:pic>
        <p:nvPicPr>
          <p:cNvPr id="2" name="Imagen 1" descr="Imagen que contiene Interfaz de usuario gráfica&#10;&#10;Descripción generada automáticamente">
            <a:extLst>
              <a:ext uri="{FF2B5EF4-FFF2-40B4-BE49-F238E27FC236}">
                <a16:creationId xmlns:a16="http://schemas.microsoft.com/office/drawing/2014/main" id="{E10B7910-30B4-0F75-B09A-BDD46213C8A9}"/>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3034440983"/>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hidden="1">
            <a:extLst>
              <a:ext uri="{FF2B5EF4-FFF2-40B4-BE49-F238E27FC236}">
                <a16:creationId xmlns:a16="http://schemas.microsoft.com/office/drawing/2014/main" id="{2784E464-B64A-4614-9350-2C88DBD46AB5}"/>
              </a:ext>
            </a:extLst>
          </p:cNvPr>
          <p:cNvSpPr>
            <a:spLocks noGrp="1"/>
          </p:cNvSpPr>
          <p:nvPr>
            <p:ph type="title"/>
          </p:nvPr>
        </p:nvSpPr>
        <p:spPr/>
        <p:txBody>
          <a:bodyPr rtlCol="0"/>
          <a:lstStyle/>
          <a:p>
            <a:r>
              <a:rPr lang="es-ES" dirty="0"/>
              <a:t>Diapositiva de recursos humanos 5</a:t>
            </a:r>
          </a:p>
        </p:txBody>
      </p:sp>
      <p:sp>
        <p:nvSpPr>
          <p:cNvPr id="27" name="Cuadro de texto 106">
            <a:extLst>
              <a:ext uri="{FF2B5EF4-FFF2-40B4-BE49-F238E27FC236}">
                <a16:creationId xmlns:a16="http://schemas.microsoft.com/office/drawing/2014/main" id="{54EA7ED5-6E34-4D47-91B6-F78F5F8B4C6E}"/>
              </a:ext>
            </a:extLst>
          </p:cNvPr>
          <p:cNvSpPr txBox="1"/>
          <p:nvPr/>
        </p:nvSpPr>
        <p:spPr>
          <a:xfrm>
            <a:off x="1580487" y="1153786"/>
            <a:ext cx="7877411" cy="512961"/>
          </a:xfrm>
          <a:prstGeom prst="rect">
            <a:avLst/>
          </a:prstGeom>
          <a:noFill/>
        </p:spPr>
        <p:txBody>
          <a:bodyPr wrap="square" lIns="0" tIns="0" rIns="0" bIns="0" rtlCol="0">
            <a:spAutoFit/>
          </a:bodyPr>
          <a:lstStyle/>
          <a:p>
            <a:pPr rtl="0">
              <a:lnSpc>
                <a:spcPts val="4000"/>
              </a:lnSpc>
            </a:pPr>
            <a:r>
              <a:rPr lang="es-ES" sz="4400" b="1" dirty="0">
                <a:solidFill>
                  <a:srgbClr val="002060"/>
                </a:solidFill>
                <a:latin typeface="Segoe UI" panose="020B0502040204020203" pitchFamily="34" charset="0"/>
                <a:cs typeface="Segoe UI" panose="020B0502040204020203" pitchFamily="34" charset="0"/>
              </a:rPr>
              <a:t>FORO + SABERES PREVIOS </a:t>
            </a:r>
          </a:p>
        </p:txBody>
      </p:sp>
      <p:sp>
        <p:nvSpPr>
          <p:cNvPr id="3" name="CuadroTexto 2"/>
          <p:cNvSpPr txBox="1"/>
          <p:nvPr/>
        </p:nvSpPr>
        <p:spPr>
          <a:xfrm>
            <a:off x="1815155" y="2277876"/>
            <a:ext cx="8966576" cy="3693319"/>
          </a:xfrm>
          <a:prstGeom prst="rect">
            <a:avLst/>
          </a:prstGeom>
          <a:noFill/>
        </p:spPr>
        <p:txBody>
          <a:bodyPr wrap="square" rtlCol="0">
            <a:spAutoFit/>
          </a:bodyPr>
          <a:lstStyle/>
          <a:p>
            <a:pPr algn="just"/>
            <a:r>
              <a:rPr lang="es-419" dirty="0"/>
              <a:t>En la actualidad hablamos de redes sociales, redes de datos, red de empresas entre otros. Las redes están inmersas en la vida cotidiana de forma que acercan servicios para cada uno de nosotros brindarnos solución a nuestras necesidades mas básicas (red eléctrica). En este contexto, por favor decidamos en conjunto cual es la red mas importante que tenemos en la actualidad.</a:t>
            </a:r>
          </a:p>
          <a:p>
            <a:pPr algn="just"/>
            <a:endParaRPr lang="es-419" dirty="0"/>
          </a:p>
          <a:p>
            <a:pPr marL="342900" indent="-342900" algn="just">
              <a:buAutoNum type="arabicPeriod"/>
            </a:pPr>
            <a:r>
              <a:rPr lang="es-419" dirty="0"/>
              <a:t>En equipo todos los estudiantes deben llegar al consenso.</a:t>
            </a:r>
          </a:p>
          <a:p>
            <a:pPr marL="342900" indent="-342900" algn="just">
              <a:buAutoNum type="arabicPeriod"/>
            </a:pPr>
            <a:r>
              <a:rPr lang="es-419" dirty="0"/>
              <a:t>Deben justificar su respuesta</a:t>
            </a:r>
          </a:p>
          <a:p>
            <a:pPr marL="342900" indent="-342900" algn="just">
              <a:buAutoNum type="arabicPeriod"/>
            </a:pPr>
            <a:r>
              <a:rPr lang="es-419" dirty="0"/>
              <a:t>Deben indicar porque descartaron las demás redes</a:t>
            </a:r>
          </a:p>
          <a:p>
            <a:pPr marL="342900" indent="-342900" algn="just">
              <a:buAutoNum type="arabicPeriod"/>
            </a:pPr>
            <a:endParaRPr lang="es-419" dirty="0"/>
          </a:p>
          <a:p>
            <a:pPr algn="just"/>
            <a:r>
              <a:rPr lang="es-419" dirty="0"/>
              <a:t>Ejemplos de red: Eléctrica – Gas – Datos (internet) – Redes Sociales – Redes de Comunicación (Celular).</a:t>
            </a:r>
          </a:p>
          <a:p>
            <a:pPr marL="285750" indent="-285750">
              <a:buFontTx/>
              <a:buChar char="-"/>
            </a:pPr>
            <a:endParaRPr lang="es-CO" dirty="0"/>
          </a:p>
        </p:txBody>
      </p:sp>
      <p:sp>
        <p:nvSpPr>
          <p:cNvPr id="7" name="Rectángulo 6">
            <a:extLst>
              <a:ext uri="{FF2B5EF4-FFF2-40B4-BE49-F238E27FC236}">
                <a16:creationId xmlns:a16="http://schemas.microsoft.com/office/drawing/2014/main" id="{6BBBCB2E-F413-4381-8378-02FDC20EA4F6}"/>
              </a:ext>
            </a:extLst>
          </p:cNvPr>
          <p:cNvSpPr/>
          <p:nvPr/>
        </p:nvSpPr>
        <p:spPr>
          <a:xfrm>
            <a:off x="9187543" y="6481983"/>
            <a:ext cx="3045401" cy="307777"/>
          </a:xfrm>
          <a:prstGeom prst="rect">
            <a:avLst/>
          </a:prstGeom>
        </p:spPr>
        <p:txBody>
          <a:bodyPr wrap="square" lIns="0" tIns="0" rIns="0" bIns="0" rtlCol="0">
            <a:spAutoFit/>
          </a:bodyPr>
          <a:lstStyle/>
          <a:p>
            <a:pPr rtl="0"/>
            <a:r>
              <a:rPr lang="es-ES" sz="2000" b="1" i="1" dirty="0">
                <a:latin typeface="+mj-lt"/>
                <a:cs typeface="Segoe UI" panose="020B0502040204020203" pitchFamily="34" charset="0"/>
              </a:rPr>
              <a:t>FUNDAMENTOS DE REDES</a:t>
            </a:r>
          </a:p>
        </p:txBody>
      </p:sp>
      <p:pic>
        <p:nvPicPr>
          <p:cNvPr id="5" name="Imagen 4" descr="Imagen que contiene Interfaz de usuario gráfica&#10;&#10;Descripción generada automáticamente">
            <a:extLst>
              <a:ext uri="{FF2B5EF4-FFF2-40B4-BE49-F238E27FC236}">
                <a16:creationId xmlns:a16="http://schemas.microsoft.com/office/drawing/2014/main" id="{14B42BA5-2762-1E12-CD68-501BF57A4ED3}"/>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1931486502"/>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Cuadro de texto 106">
            <a:extLst>
              <a:ext uri="{FF2B5EF4-FFF2-40B4-BE49-F238E27FC236}">
                <a16:creationId xmlns:a16="http://schemas.microsoft.com/office/drawing/2014/main" id="{54EA7ED5-6E34-4D47-91B6-F78F5F8B4C6E}"/>
              </a:ext>
            </a:extLst>
          </p:cNvPr>
          <p:cNvSpPr txBox="1"/>
          <p:nvPr/>
        </p:nvSpPr>
        <p:spPr>
          <a:xfrm>
            <a:off x="7313768" y="1459746"/>
            <a:ext cx="4479347" cy="1025922"/>
          </a:xfrm>
          <a:prstGeom prst="rect">
            <a:avLst/>
          </a:prstGeom>
          <a:noFill/>
        </p:spPr>
        <p:txBody>
          <a:bodyPr wrap="square" lIns="0" tIns="0" rIns="0" bIns="0" rtlCol="0">
            <a:spAutoFit/>
          </a:bodyPr>
          <a:lstStyle/>
          <a:p>
            <a:pPr algn="ctr" rtl="0">
              <a:lnSpc>
                <a:spcPts val="4000"/>
              </a:lnSpc>
            </a:pPr>
            <a:r>
              <a:rPr lang="es-ES" sz="4400" b="1" dirty="0">
                <a:solidFill>
                  <a:srgbClr val="002060"/>
                </a:solidFill>
                <a:latin typeface="Segoe UI" panose="020B0502040204020203" pitchFamily="34" charset="0"/>
                <a:cs typeface="Segoe UI" panose="020B0502040204020203" pitchFamily="34" charset="0"/>
              </a:rPr>
              <a:t>ARCHIVOS DE TRABAJO</a:t>
            </a:r>
          </a:p>
        </p:txBody>
      </p:sp>
      <p:cxnSp>
        <p:nvCxnSpPr>
          <p:cNvPr id="110" name="Conector recto 109">
            <a:extLst>
              <a:ext uri="{FF2B5EF4-FFF2-40B4-BE49-F238E27FC236}">
                <a16:creationId xmlns:a16="http://schemas.microsoft.com/office/drawing/2014/main" id="{6D08E99A-0644-4757-9F3A-BBA1A4F39081}"/>
              </a:ext>
              <a:ext uri="{C183D7F6-B498-43B3-948B-1728B52AA6E4}">
                <adec:decorative xmlns:adec="http://schemas.microsoft.com/office/drawing/2017/decorative" val="1"/>
              </a:ext>
            </a:extLst>
          </p:cNvPr>
          <p:cNvCxnSpPr/>
          <p:nvPr/>
        </p:nvCxnSpPr>
        <p:spPr>
          <a:xfrm>
            <a:off x="6751014" y="0"/>
            <a:ext cx="0" cy="6357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4" name="Elipse 123">
            <a:extLst>
              <a:ext uri="{FF2B5EF4-FFF2-40B4-BE49-F238E27FC236}">
                <a16:creationId xmlns:a16="http://schemas.microsoft.com/office/drawing/2014/main" id="{0B8C9A86-3574-4A2E-BC62-481A2BE7FBED}"/>
              </a:ext>
              <a:ext uri="{C183D7F6-B498-43B3-948B-1728B52AA6E4}">
                <adec:decorative xmlns:adec="http://schemas.microsoft.com/office/drawing/2017/decorative" val="1"/>
              </a:ext>
            </a:extLst>
          </p:cNvPr>
          <p:cNvSpPr/>
          <p:nvPr/>
        </p:nvSpPr>
        <p:spPr>
          <a:xfrm>
            <a:off x="6724637" y="567838"/>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grpSp>
        <p:nvGrpSpPr>
          <p:cNvPr id="206" name="Grupo 205" descr="Esta imagen es un icono de una persona interactuando con tres personas. ">
            <a:extLst>
              <a:ext uri="{FF2B5EF4-FFF2-40B4-BE49-F238E27FC236}">
                <a16:creationId xmlns:a16="http://schemas.microsoft.com/office/drawing/2014/main" id="{23348E2E-A7EF-4B89-8F8D-D88C5354E9D5}"/>
              </a:ext>
            </a:extLst>
          </p:cNvPr>
          <p:cNvGrpSpPr/>
          <p:nvPr/>
        </p:nvGrpSpPr>
        <p:grpSpPr>
          <a:xfrm>
            <a:off x="7973048" y="3625038"/>
            <a:ext cx="3067397" cy="492443"/>
            <a:chOff x="7999616" y="3566010"/>
            <a:chExt cx="3067397" cy="492443"/>
          </a:xfrm>
        </p:grpSpPr>
        <p:sp>
          <p:nvSpPr>
            <p:cNvPr id="190" name="Rectángulo 189">
              <a:extLst>
                <a:ext uri="{FF2B5EF4-FFF2-40B4-BE49-F238E27FC236}">
                  <a16:creationId xmlns:a16="http://schemas.microsoft.com/office/drawing/2014/main" id="{80F4EEC6-F407-4E25-BBB6-C506B28F5A4C}"/>
                </a:ext>
              </a:extLst>
            </p:cNvPr>
            <p:cNvSpPr/>
            <p:nvPr/>
          </p:nvSpPr>
          <p:spPr>
            <a:xfrm>
              <a:off x="8578718" y="3566010"/>
              <a:ext cx="2488295" cy="492443"/>
            </a:xfrm>
            <a:prstGeom prst="rect">
              <a:avLst/>
            </a:prstGeom>
          </p:spPr>
          <p:txBody>
            <a:bodyPr wrap="square" lIns="0" tIns="0" rIns="0" bIns="0" rtlCol="0">
              <a:spAutoFit/>
            </a:bodyPr>
            <a:lstStyle/>
            <a:p>
              <a:pPr rtl="0"/>
              <a:r>
                <a:rPr lang="es-ES" sz="1600" i="1" dirty="0">
                  <a:solidFill>
                    <a:srgbClr val="002060"/>
                  </a:solidFill>
                  <a:latin typeface="+mj-lt"/>
                  <a:cs typeface="Segoe UI" panose="020B0502040204020203" pitchFamily="34" charset="0"/>
                </a:rPr>
                <a:t>Archivos con las temáticas presentadas</a:t>
              </a:r>
            </a:p>
          </p:txBody>
        </p:sp>
        <p:grpSp>
          <p:nvGrpSpPr>
            <p:cNvPr id="191" name="Grupo 190">
              <a:extLst>
                <a:ext uri="{FF2B5EF4-FFF2-40B4-BE49-F238E27FC236}">
                  <a16:creationId xmlns:a16="http://schemas.microsoft.com/office/drawing/2014/main" id="{0FD0F77B-65FD-413C-B2B0-1AD539DC68D3}"/>
                </a:ext>
              </a:extLst>
            </p:cNvPr>
            <p:cNvGrpSpPr/>
            <p:nvPr/>
          </p:nvGrpSpPr>
          <p:grpSpPr>
            <a:xfrm>
              <a:off x="7999616" y="3639194"/>
              <a:ext cx="330200" cy="346075"/>
              <a:chOff x="2686050" y="2895601"/>
              <a:chExt cx="330200" cy="346075"/>
            </a:xfrm>
          </p:grpSpPr>
          <p:sp>
            <p:nvSpPr>
              <p:cNvPr id="192" name="Elipse 309">
                <a:extLst>
                  <a:ext uri="{FF2B5EF4-FFF2-40B4-BE49-F238E27FC236}">
                    <a16:creationId xmlns:a16="http://schemas.microsoft.com/office/drawing/2014/main" id="{C57EF862-9A10-430C-8004-66A9241CE18B}"/>
                  </a:ext>
                </a:extLst>
              </p:cNvPr>
              <p:cNvSpPr>
                <a:spLocks noChangeArrowheads="1"/>
              </p:cNvSpPr>
              <p:nvPr/>
            </p:nvSpPr>
            <p:spPr bwMode="auto">
              <a:xfrm>
                <a:off x="2809875" y="2895601"/>
                <a:ext cx="82550" cy="82550"/>
              </a:xfrm>
              <a:prstGeom prst="ellipse">
                <a:avLst/>
              </a:pr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93" name="Forma libre 310">
                <a:extLst>
                  <a:ext uri="{FF2B5EF4-FFF2-40B4-BE49-F238E27FC236}">
                    <a16:creationId xmlns:a16="http://schemas.microsoft.com/office/drawing/2014/main" id="{13EA5F29-D427-40C4-AB4D-3D59B3F699E4}"/>
                  </a:ext>
                </a:extLst>
              </p:cNvPr>
              <p:cNvSpPr>
                <a:spLocks/>
              </p:cNvSpPr>
              <p:nvPr/>
            </p:nvSpPr>
            <p:spPr bwMode="auto">
              <a:xfrm>
                <a:off x="2782888" y="2978151"/>
                <a:ext cx="134938" cy="66675"/>
              </a:xfrm>
              <a:custGeom>
                <a:avLst/>
                <a:gdLst>
                  <a:gd name="T0" fmla="*/ 36 w 36"/>
                  <a:gd name="T1" fmla="*/ 18 h 18"/>
                  <a:gd name="T2" fmla="*/ 0 w 36"/>
                  <a:gd name="T3" fmla="*/ 18 h 18"/>
                  <a:gd name="T4" fmla="*/ 18 w 36"/>
                  <a:gd name="T5" fmla="*/ 0 h 18"/>
                  <a:gd name="T6" fmla="*/ 36 w 36"/>
                  <a:gd name="T7" fmla="*/ 18 h 18"/>
                </a:gdLst>
                <a:ahLst/>
                <a:cxnLst>
                  <a:cxn ang="0">
                    <a:pos x="T0" y="T1"/>
                  </a:cxn>
                  <a:cxn ang="0">
                    <a:pos x="T2" y="T3"/>
                  </a:cxn>
                  <a:cxn ang="0">
                    <a:pos x="T4" y="T5"/>
                  </a:cxn>
                  <a:cxn ang="0">
                    <a:pos x="T6" y="T7"/>
                  </a:cxn>
                </a:cxnLst>
                <a:rect l="0" t="0" r="r" b="b"/>
                <a:pathLst>
                  <a:path w="36" h="18">
                    <a:moveTo>
                      <a:pt x="36" y="18"/>
                    </a:moveTo>
                    <a:cubicBezTo>
                      <a:pt x="0" y="18"/>
                      <a:pt x="0" y="18"/>
                      <a:pt x="0" y="18"/>
                    </a:cubicBezTo>
                    <a:cubicBezTo>
                      <a:pt x="0" y="8"/>
                      <a:pt x="8" y="0"/>
                      <a:pt x="18" y="0"/>
                    </a:cubicBezTo>
                    <a:cubicBezTo>
                      <a:pt x="28" y="0"/>
                      <a:pt x="36" y="8"/>
                      <a:pt x="36" y="18"/>
                    </a:cubicBezTo>
                    <a:close/>
                  </a:path>
                </a:pathLst>
              </a:cu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94" name="Elipse 311">
                <a:extLst>
                  <a:ext uri="{FF2B5EF4-FFF2-40B4-BE49-F238E27FC236}">
                    <a16:creationId xmlns:a16="http://schemas.microsoft.com/office/drawing/2014/main" id="{D591DE3C-214D-426A-9B8E-741D87BAFB46}"/>
                  </a:ext>
                </a:extLst>
              </p:cNvPr>
              <p:cNvSpPr>
                <a:spLocks noChangeArrowheads="1"/>
              </p:cNvSpPr>
              <p:nvPr/>
            </p:nvSpPr>
            <p:spPr bwMode="auto">
              <a:xfrm>
                <a:off x="2708275" y="3128963"/>
                <a:ext cx="60325" cy="58738"/>
              </a:xfrm>
              <a:prstGeom prst="ellipse">
                <a:avLst/>
              </a:pr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95" name="Forma libre 312">
                <a:extLst>
                  <a:ext uri="{FF2B5EF4-FFF2-40B4-BE49-F238E27FC236}">
                    <a16:creationId xmlns:a16="http://schemas.microsoft.com/office/drawing/2014/main" id="{921D329D-AC5C-496B-96D4-A220BC49B579}"/>
                  </a:ext>
                </a:extLst>
              </p:cNvPr>
              <p:cNvSpPr>
                <a:spLocks/>
              </p:cNvSpPr>
              <p:nvPr/>
            </p:nvSpPr>
            <p:spPr bwMode="auto">
              <a:xfrm>
                <a:off x="2686050" y="3187701"/>
                <a:ext cx="104775" cy="53975"/>
              </a:xfrm>
              <a:custGeom>
                <a:avLst/>
                <a:gdLst>
                  <a:gd name="T0" fmla="*/ 28 w 28"/>
                  <a:gd name="T1" fmla="*/ 14 h 14"/>
                  <a:gd name="T2" fmla="*/ 0 w 28"/>
                  <a:gd name="T3" fmla="*/ 14 h 14"/>
                  <a:gd name="T4" fmla="*/ 14 w 28"/>
                  <a:gd name="T5" fmla="*/ 0 h 14"/>
                  <a:gd name="T6" fmla="*/ 28 w 28"/>
                  <a:gd name="T7" fmla="*/ 14 h 14"/>
                </a:gdLst>
                <a:ahLst/>
                <a:cxnLst>
                  <a:cxn ang="0">
                    <a:pos x="T0" y="T1"/>
                  </a:cxn>
                  <a:cxn ang="0">
                    <a:pos x="T2" y="T3"/>
                  </a:cxn>
                  <a:cxn ang="0">
                    <a:pos x="T4" y="T5"/>
                  </a:cxn>
                  <a:cxn ang="0">
                    <a:pos x="T6" y="T7"/>
                  </a:cxn>
                </a:cxnLst>
                <a:rect l="0" t="0" r="r" b="b"/>
                <a:pathLst>
                  <a:path w="28" h="14">
                    <a:moveTo>
                      <a:pt x="28" y="14"/>
                    </a:moveTo>
                    <a:cubicBezTo>
                      <a:pt x="0" y="14"/>
                      <a:pt x="0" y="14"/>
                      <a:pt x="0" y="14"/>
                    </a:cubicBezTo>
                    <a:cubicBezTo>
                      <a:pt x="0" y="6"/>
                      <a:pt x="6" y="0"/>
                      <a:pt x="14" y="0"/>
                    </a:cubicBezTo>
                    <a:cubicBezTo>
                      <a:pt x="22" y="0"/>
                      <a:pt x="28" y="6"/>
                      <a:pt x="28" y="14"/>
                    </a:cubicBezTo>
                    <a:close/>
                  </a:path>
                </a:pathLst>
              </a:cu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96" name="Elipse 313">
                <a:extLst>
                  <a:ext uri="{FF2B5EF4-FFF2-40B4-BE49-F238E27FC236}">
                    <a16:creationId xmlns:a16="http://schemas.microsoft.com/office/drawing/2014/main" id="{87933186-B346-44AC-85AA-CA346F5FBDEE}"/>
                  </a:ext>
                </a:extLst>
              </p:cNvPr>
              <p:cNvSpPr>
                <a:spLocks noChangeArrowheads="1"/>
              </p:cNvSpPr>
              <p:nvPr/>
            </p:nvSpPr>
            <p:spPr bwMode="auto">
              <a:xfrm>
                <a:off x="2933700" y="3128963"/>
                <a:ext cx="60325" cy="58738"/>
              </a:xfrm>
              <a:prstGeom prst="ellipse">
                <a:avLst/>
              </a:pr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97" name="Forma libre 314">
                <a:extLst>
                  <a:ext uri="{FF2B5EF4-FFF2-40B4-BE49-F238E27FC236}">
                    <a16:creationId xmlns:a16="http://schemas.microsoft.com/office/drawing/2014/main" id="{E0E3BA39-8375-478D-9CF6-4EC7438136A6}"/>
                  </a:ext>
                </a:extLst>
              </p:cNvPr>
              <p:cNvSpPr>
                <a:spLocks/>
              </p:cNvSpPr>
              <p:nvPr/>
            </p:nvSpPr>
            <p:spPr bwMode="auto">
              <a:xfrm>
                <a:off x="2911475" y="3187701"/>
                <a:ext cx="104775" cy="53975"/>
              </a:xfrm>
              <a:custGeom>
                <a:avLst/>
                <a:gdLst>
                  <a:gd name="T0" fmla="*/ 28 w 28"/>
                  <a:gd name="T1" fmla="*/ 14 h 14"/>
                  <a:gd name="T2" fmla="*/ 0 w 28"/>
                  <a:gd name="T3" fmla="*/ 14 h 14"/>
                  <a:gd name="T4" fmla="*/ 14 w 28"/>
                  <a:gd name="T5" fmla="*/ 0 h 14"/>
                  <a:gd name="T6" fmla="*/ 28 w 28"/>
                  <a:gd name="T7" fmla="*/ 14 h 14"/>
                </a:gdLst>
                <a:ahLst/>
                <a:cxnLst>
                  <a:cxn ang="0">
                    <a:pos x="T0" y="T1"/>
                  </a:cxn>
                  <a:cxn ang="0">
                    <a:pos x="T2" y="T3"/>
                  </a:cxn>
                  <a:cxn ang="0">
                    <a:pos x="T4" y="T5"/>
                  </a:cxn>
                  <a:cxn ang="0">
                    <a:pos x="T6" y="T7"/>
                  </a:cxn>
                </a:cxnLst>
                <a:rect l="0" t="0" r="r" b="b"/>
                <a:pathLst>
                  <a:path w="28" h="14">
                    <a:moveTo>
                      <a:pt x="28" y="14"/>
                    </a:moveTo>
                    <a:cubicBezTo>
                      <a:pt x="0" y="14"/>
                      <a:pt x="0" y="14"/>
                      <a:pt x="0" y="14"/>
                    </a:cubicBezTo>
                    <a:cubicBezTo>
                      <a:pt x="0" y="6"/>
                      <a:pt x="6" y="0"/>
                      <a:pt x="14" y="0"/>
                    </a:cubicBezTo>
                    <a:cubicBezTo>
                      <a:pt x="22" y="0"/>
                      <a:pt x="28" y="6"/>
                      <a:pt x="28" y="14"/>
                    </a:cubicBezTo>
                    <a:close/>
                  </a:path>
                </a:pathLst>
              </a:cu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98" name="Elipse 315">
                <a:extLst>
                  <a:ext uri="{FF2B5EF4-FFF2-40B4-BE49-F238E27FC236}">
                    <a16:creationId xmlns:a16="http://schemas.microsoft.com/office/drawing/2014/main" id="{550D4481-BC6A-476D-80E1-F12F8ED9F75F}"/>
                  </a:ext>
                </a:extLst>
              </p:cNvPr>
              <p:cNvSpPr>
                <a:spLocks noChangeArrowheads="1"/>
              </p:cNvSpPr>
              <p:nvPr/>
            </p:nvSpPr>
            <p:spPr bwMode="auto">
              <a:xfrm>
                <a:off x="2933700" y="3128963"/>
                <a:ext cx="60325" cy="58738"/>
              </a:xfrm>
              <a:prstGeom prst="ellipse">
                <a:avLst/>
              </a:pr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99" name="Forma libre 316">
                <a:extLst>
                  <a:ext uri="{FF2B5EF4-FFF2-40B4-BE49-F238E27FC236}">
                    <a16:creationId xmlns:a16="http://schemas.microsoft.com/office/drawing/2014/main" id="{951EE685-6291-44F0-81B1-A3B5791D1C54}"/>
                  </a:ext>
                </a:extLst>
              </p:cNvPr>
              <p:cNvSpPr>
                <a:spLocks/>
              </p:cNvSpPr>
              <p:nvPr/>
            </p:nvSpPr>
            <p:spPr bwMode="auto">
              <a:xfrm>
                <a:off x="2911475" y="3187701"/>
                <a:ext cx="104775" cy="53975"/>
              </a:xfrm>
              <a:custGeom>
                <a:avLst/>
                <a:gdLst>
                  <a:gd name="T0" fmla="*/ 28 w 28"/>
                  <a:gd name="T1" fmla="*/ 14 h 14"/>
                  <a:gd name="T2" fmla="*/ 0 w 28"/>
                  <a:gd name="T3" fmla="*/ 14 h 14"/>
                  <a:gd name="T4" fmla="*/ 14 w 28"/>
                  <a:gd name="T5" fmla="*/ 0 h 14"/>
                  <a:gd name="T6" fmla="*/ 28 w 28"/>
                  <a:gd name="T7" fmla="*/ 14 h 14"/>
                </a:gdLst>
                <a:ahLst/>
                <a:cxnLst>
                  <a:cxn ang="0">
                    <a:pos x="T0" y="T1"/>
                  </a:cxn>
                  <a:cxn ang="0">
                    <a:pos x="T2" y="T3"/>
                  </a:cxn>
                  <a:cxn ang="0">
                    <a:pos x="T4" y="T5"/>
                  </a:cxn>
                  <a:cxn ang="0">
                    <a:pos x="T6" y="T7"/>
                  </a:cxn>
                </a:cxnLst>
                <a:rect l="0" t="0" r="r" b="b"/>
                <a:pathLst>
                  <a:path w="28" h="14">
                    <a:moveTo>
                      <a:pt x="28" y="14"/>
                    </a:moveTo>
                    <a:cubicBezTo>
                      <a:pt x="0" y="14"/>
                      <a:pt x="0" y="14"/>
                      <a:pt x="0" y="14"/>
                    </a:cubicBezTo>
                    <a:cubicBezTo>
                      <a:pt x="0" y="6"/>
                      <a:pt x="6" y="0"/>
                      <a:pt x="14" y="0"/>
                    </a:cubicBezTo>
                    <a:cubicBezTo>
                      <a:pt x="22" y="0"/>
                      <a:pt x="28" y="6"/>
                      <a:pt x="28" y="14"/>
                    </a:cubicBezTo>
                    <a:close/>
                  </a:path>
                </a:pathLst>
              </a:cu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200" name="Elipse 317">
                <a:extLst>
                  <a:ext uri="{FF2B5EF4-FFF2-40B4-BE49-F238E27FC236}">
                    <a16:creationId xmlns:a16="http://schemas.microsoft.com/office/drawing/2014/main" id="{1822195B-E26A-4DF0-B1B1-A36823632E74}"/>
                  </a:ext>
                </a:extLst>
              </p:cNvPr>
              <p:cNvSpPr>
                <a:spLocks noChangeArrowheads="1"/>
              </p:cNvSpPr>
              <p:nvPr/>
            </p:nvSpPr>
            <p:spPr bwMode="auto">
              <a:xfrm>
                <a:off x="2820988" y="3128963"/>
                <a:ext cx="60325" cy="58738"/>
              </a:xfrm>
              <a:prstGeom prst="ellipse">
                <a:avLst/>
              </a:pr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201" name="Forma libre 318">
                <a:extLst>
                  <a:ext uri="{FF2B5EF4-FFF2-40B4-BE49-F238E27FC236}">
                    <a16:creationId xmlns:a16="http://schemas.microsoft.com/office/drawing/2014/main" id="{E33AF9C8-AD93-4E36-9887-B8B748838EED}"/>
                  </a:ext>
                </a:extLst>
              </p:cNvPr>
              <p:cNvSpPr>
                <a:spLocks/>
              </p:cNvSpPr>
              <p:nvPr/>
            </p:nvSpPr>
            <p:spPr bwMode="auto">
              <a:xfrm>
                <a:off x="2798763" y="3187701"/>
                <a:ext cx="104775" cy="53975"/>
              </a:xfrm>
              <a:custGeom>
                <a:avLst/>
                <a:gdLst>
                  <a:gd name="T0" fmla="*/ 28 w 28"/>
                  <a:gd name="T1" fmla="*/ 14 h 14"/>
                  <a:gd name="T2" fmla="*/ 0 w 28"/>
                  <a:gd name="T3" fmla="*/ 14 h 14"/>
                  <a:gd name="T4" fmla="*/ 14 w 28"/>
                  <a:gd name="T5" fmla="*/ 0 h 14"/>
                  <a:gd name="T6" fmla="*/ 28 w 28"/>
                  <a:gd name="T7" fmla="*/ 14 h 14"/>
                </a:gdLst>
                <a:ahLst/>
                <a:cxnLst>
                  <a:cxn ang="0">
                    <a:pos x="T0" y="T1"/>
                  </a:cxn>
                  <a:cxn ang="0">
                    <a:pos x="T2" y="T3"/>
                  </a:cxn>
                  <a:cxn ang="0">
                    <a:pos x="T4" y="T5"/>
                  </a:cxn>
                  <a:cxn ang="0">
                    <a:pos x="T6" y="T7"/>
                  </a:cxn>
                </a:cxnLst>
                <a:rect l="0" t="0" r="r" b="b"/>
                <a:pathLst>
                  <a:path w="28" h="14">
                    <a:moveTo>
                      <a:pt x="28" y="14"/>
                    </a:moveTo>
                    <a:cubicBezTo>
                      <a:pt x="0" y="14"/>
                      <a:pt x="0" y="14"/>
                      <a:pt x="0" y="14"/>
                    </a:cubicBezTo>
                    <a:cubicBezTo>
                      <a:pt x="0" y="6"/>
                      <a:pt x="6" y="0"/>
                      <a:pt x="14" y="0"/>
                    </a:cubicBezTo>
                    <a:cubicBezTo>
                      <a:pt x="22" y="0"/>
                      <a:pt x="28" y="6"/>
                      <a:pt x="28" y="14"/>
                    </a:cubicBezTo>
                    <a:close/>
                  </a:path>
                </a:pathLst>
              </a:cu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202" name="Forma libre 319">
                <a:extLst>
                  <a:ext uri="{FF2B5EF4-FFF2-40B4-BE49-F238E27FC236}">
                    <a16:creationId xmlns:a16="http://schemas.microsoft.com/office/drawing/2014/main" id="{3E3913FB-5C76-4699-89D5-5A71454116E9}"/>
                  </a:ext>
                </a:extLst>
              </p:cNvPr>
              <p:cNvSpPr>
                <a:spLocks/>
              </p:cNvSpPr>
              <p:nvPr/>
            </p:nvSpPr>
            <p:spPr bwMode="auto">
              <a:xfrm>
                <a:off x="2738438" y="3074988"/>
                <a:ext cx="225425" cy="15875"/>
              </a:xfrm>
              <a:custGeom>
                <a:avLst/>
                <a:gdLst>
                  <a:gd name="T0" fmla="*/ 0 w 142"/>
                  <a:gd name="T1" fmla="*/ 10 h 10"/>
                  <a:gd name="T2" fmla="*/ 0 w 142"/>
                  <a:gd name="T3" fmla="*/ 0 h 10"/>
                  <a:gd name="T4" fmla="*/ 142 w 142"/>
                  <a:gd name="T5" fmla="*/ 0 h 10"/>
                  <a:gd name="T6" fmla="*/ 142 w 142"/>
                  <a:gd name="T7" fmla="*/ 10 h 10"/>
                </a:gdLst>
                <a:ahLst/>
                <a:cxnLst>
                  <a:cxn ang="0">
                    <a:pos x="T0" y="T1"/>
                  </a:cxn>
                  <a:cxn ang="0">
                    <a:pos x="T2" y="T3"/>
                  </a:cxn>
                  <a:cxn ang="0">
                    <a:pos x="T4" y="T5"/>
                  </a:cxn>
                  <a:cxn ang="0">
                    <a:pos x="T6" y="T7"/>
                  </a:cxn>
                </a:cxnLst>
                <a:rect l="0" t="0" r="r" b="b"/>
                <a:pathLst>
                  <a:path w="142" h="10">
                    <a:moveTo>
                      <a:pt x="0" y="10"/>
                    </a:moveTo>
                    <a:lnTo>
                      <a:pt x="0" y="0"/>
                    </a:lnTo>
                    <a:lnTo>
                      <a:pt x="142" y="0"/>
                    </a:lnTo>
                    <a:lnTo>
                      <a:pt x="142" y="10"/>
                    </a:lnTo>
                  </a:path>
                </a:pathLst>
              </a:cu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203" name="Línea 320">
                <a:extLst>
                  <a:ext uri="{FF2B5EF4-FFF2-40B4-BE49-F238E27FC236}">
                    <a16:creationId xmlns:a16="http://schemas.microsoft.com/office/drawing/2014/main" id="{C96335B1-62B8-4482-A67B-BE60CF58E363}"/>
                  </a:ext>
                </a:extLst>
              </p:cNvPr>
              <p:cNvSpPr>
                <a:spLocks noChangeShapeType="1"/>
              </p:cNvSpPr>
              <p:nvPr/>
            </p:nvSpPr>
            <p:spPr bwMode="auto">
              <a:xfrm>
                <a:off x="2851150" y="3044826"/>
                <a:ext cx="0" cy="46038"/>
              </a:xfrm>
              <a:prstGeom prst="line">
                <a:avLst/>
              </a:prstGeom>
              <a:noFill/>
              <a:ln w="14288" cap="rnd">
                <a:solidFill>
                  <a:srgbClr val="00206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grpSp>
      </p:grpSp>
      <p:grpSp>
        <p:nvGrpSpPr>
          <p:cNvPr id="205" name="Grupo 204" descr="Esta imagen es un icono de tres personas interactuando. ">
            <a:extLst>
              <a:ext uri="{FF2B5EF4-FFF2-40B4-BE49-F238E27FC236}">
                <a16:creationId xmlns:a16="http://schemas.microsoft.com/office/drawing/2014/main" id="{45696519-F308-4262-9DC5-C541B866A807}"/>
              </a:ext>
            </a:extLst>
          </p:cNvPr>
          <p:cNvGrpSpPr/>
          <p:nvPr/>
        </p:nvGrpSpPr>
        <p:grpSpPr>
          <a:xfrm>
            <a:off x="7965111" y="4613136"/>
            <a:ext cx="3075334" cy="738664"/>
            <a:chOff x="7991679" y="4554108"/>
            <a:chExt cx="3075334" cy="738664"/>
          </a:xfrm>
        </p:grpSpPr>
        <p:grpSp>
          <p:nvGrpSpPr>
            <p:cNvPr id="174" name="Grupo 173">
              <a:extLst>
                <a:ext uri="{FF2B5EF4-FFF2-40B4-BE49-F238E27FC236}">
                  <a16:creationId xmlns:a16="http://schemas.microsoft.com/office/drawing/2014/main" id="{292DC2AF-B08E-43EC-A60D-B71EFEF8E4D1}"/>
                </a:ext>
              </a:extLst>
            </p:cNvPr>
            <p:cNvGrpSpPr/>
            <p:nvPr/>
          </p:nvGrpSpPr>
          <p:grpSpPr>
            <a:xfrm>
              <a:off x="7991679" y="4627292"/>
              <a:ext cx="346075" cy="346075"/>
              <a:chOff x="3398838" y="2895601"/>
              <a:chExt cx="346075" cy="346075"/>
            </a:xfrm>
          </p:grpSpPr>
          <p:sp>
            <p:nvSpPr>
              <p:cNvPr id="176" name="Forma libre 49">
                <a:extLst>
                  <a:ext uri="{FF2B5EF4-FFF2-40B4-BE49-F238E27FC236}">
                    <a16:creationId xmlns:a16="http://schemas.microsoft.com/office/drawing/2014/main" id="{17CD577B-CBE6-4837-A90F-4F36762E5332}"/>
                  </a:ext>
                </a:extLst>
              </p:cNvPr>
              <p:cNvSpPr>
                <a:spLocks/>
              </p:cNvSpPr>
              <p:nvPr/>
            </p:nvSpPr>
            <p:spPr bwMode="auto">
              <a:xfrm>
                <a:off x="3398838" y="2986089"/>
                <a:ext cx="82550" cy="58738"/>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77" name="Forma libre 50">
                <a:extLst>
                  <a:ext uri="{FF2B5EF4-FFF2-40B4-BE49-F238E27FC236}">
                    <a16:creationId xmlns:a16="http://schemas.microsoft.com/office/drawing/2014/main" id="{8BB81587-7777-4AE5-985D-5B14D33AD60C}"/>
                  </a:ext>
                </a:extLst>
              </p:cNvPr>
              <p:cNvSpPr>
                <a:spLocks/>
              </p:cNvSpPr>
              <p:nvPr/>
            </p:nvSpPr>
            <p:spPr bwMode="auto">
              <a:xfrm>
                <a:off x="3467101" y="2986089"/>
                <a:ext cx="82550" cy="58738"/>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78" name="Elipse 51">
                <a:extLst>
                  <a:ext uri="{FF2B5EF4-FFF2-40B4-BE49-F238E27FC236}">
                    <a16:creationId xmlns:a16="http://schemas.microsoft.com/office/drawing/2014/main" id="{49EA0197-339C-4417-A18C-DC15037A9717}"/>
                  </a:ext>
                </a:extLst>
              </p:cNvPr>
              <p:cNvSpPr>
                <a:spLocks noChangeArrowheads="1"/>
              </p:cNvSpPr>
              <p:nvPr/>
            </p:nvSpPr>
            <p:spPr bwMode="auto">
              <a:xfrm>
                <a:off x="3429001" y="2895601"/>
                <a:ext cx="90488" cy="96838"/>
              </a:xfrm>
              <a:prstGeom prst="ellipse">
                <a:avLst/>
              </a:pr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79" name="Forma libre 52">
                <a:extLst>
                  <a:ext uri="{FF2B5EF4-FFF2-40B4-BE49-F238E27FC236}">
                    <a16:creationId xmlns:a16="http://schemas.microsoft.com/office/drawing/2014/main" id="{203C108E-5283-4E7B-B970-0E4DF3AF3AEC}"/>
                  </a:ext>
                </a:extLst>
              </p:cNvPr>
              <p:cNvSpPr>
                <a:spLocks/>
              </p:cNvSpPr>
              <p:nvPr/>
            </p:nvSpPr>
            <p:spPr bwMode="auto">
              <a:xfrm>
                <a:off x="3429001" y="2928939"/>
                <a:ext cx="90488" cy="14288"/>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0" name="Forma libre 53">
                <a:extLst>
                  <a:ext uri="{FF2B5EF4-FFF2-40B4-BE49-F238E27FC236}">
                    <a16:creationId xmlns:a16="http://schemas.microsoft.com/office/drawing/2014/main" id="{4A82F405-C833-4408-A2F0-752E2D6C80A8}"/>
                  </a:ext>
                </a:extLst>
              </p:cNvPr>
              <p:cNvSpPr>
                <a:spLocks/>
              </p:cNvSpPr>
              <p:nvPr/>
            </p:nvSpPr>
            <p:spPr bwMode="auto">
              <a:xfrm>
                <a:off x="3594101" y="2986089"/>
                <a:ext cx="82550" cy="58738"/>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1" name="Forma libre 54">
                <a:extLst>
                  <a:ext uri="{FF2B5EF4-FFF2-40B4-BE49-F238E27FC236}">
                    <a16:creationId xmlns:a16="http://schemas.microsoft.com/office/drawing/2014/main" id="{895EA8D0-BBA4-4370-A965-F96A9EDD4249}"/>
                  </a:ext>
                </a:extLst>
              </p:cNvPr>
              <p:cNvSpPr>
                <a:spLocks/>
              </p:cNvSpPr>
              <p:nvPr/>
            </p:nvSpPr>
            <p:spPr bwMode="auto">
              <a:xfrm>
                <a:off x="3662363" y="2986089"/>
                <a:ext cx="82550" cy="58738"/>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2" name="Elipse 55">
                <a:extLst>
                  <a:ext uri="{FF2B5EF4-FFF2-40B4-BE49-F238E27FC236}">
                    <a16:creationId xmlns:a16="http://schemas.microsoft.com/office/drawing/2014/main" id="{94D90E4F-09C7-44B0-9D11-E32A4A0208BC}"/>
                  </a:ext>
                </a:extLst>
              </p:cNvPr>
              <p:cNvSpPr>
                <a:spLocks noChangeArrowheads="1"/>
              </p:cNvSpPr>
              <p:nvPr/>
            </p:nvSpPr>
            <p:spPr bwMode="auto">
              <a:xfrm>
                <a:off x="3624263" y="2895601"/>
                <a:ext cx="90488" cy="96838"/>
              </a:xfrm>
              <a:prstGeom prst="ellipse">
                <a:avLst/>
              </a:pr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3" name="Forma libre 56">
                <a:extLst>
                  <a:ext uri="{FF2B5EF4-FFF2-40B4-BE49-F238E27FC236}">
                    <a16:creationId xmlns:a16="http://schemas.microsoft.com/office/drawing/2014/main" id="{0D6D6DA1-3425-44CA-B1CB-B326D2C50D5D}"/>
                  </a:ext>
                </a:extLst>
              </p:cNvPr>
              <p:cNvSpPr>
                <a:spLocks/>
              </p:cNvSpPr>
              <p:nvPr/>
            </p:nvSpPr>
            <p:spPr bwMode="auto">
              <a:xfrm>
                <a:off x="3624263" y="2928939"/>
                <a:ext cx="90488" cy="14288"/>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4" name="Forma libre 57">
                <a:extLst>
                  <a:ext uri="{FF2B5EF4-FFF2-40B4-BE49-F238E27FC236}">
                    <a16:creationId xmlns:a16="http://schemas.microsoft.com/office/drawing/2014/main" id="{A25CE64B-B92A-4562-B048-0FA2A21CB7F4}"/>
                  </a:ext>
                </a:extLst>
              </p:cNvPr>
              <p:cNvSpPr>
                <a:spLocks/>
              </p:cNvSpPr>
              <p:nvPr/>
            </p:nvSpPr>
            <p:spPr bwMode="auto">
              <a:xfrm>
                <a:off x="3497263" y="3181351"/>
                <a:ext cx="82550" cy="60325"/>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5" name="Forma libre 58">
                <a:extLst>
                  <a:ext uri="{FF2B5EF4-FFF2-40B4-BE49-F238E27FC236}">
                    <a16:creationId xmlns:a16="http://schemas.microsoft.com/office/drawing/2014/main" id="{80861AE6-B038-4B8C-9EF0-109DEB591A97}"/>
                  </a:ext>
                </a:extLst>
              </p:cNvPr>
              <p:cNvSpPr>
                <a:spLocks/>
              </p:cNvSpPr>
              <p:nvPr/>
            </p:nvSpPr>
            <p:spPr bwMode="auto">
              <a:xfrm>
                <a:off x="3563938" y="3181351"/>
                <a:ext cx="82550" cy="60325"/>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6" name="Elipse 59">
                <a:extLst>
                  <a:ext uri="{FF2B5EF4-FFF2-40B4-BE49-F238E27FC236}">
                    <a16:creationId xmlns:a16="http://schemas.microsoft.com/office/drawing/2014/main" id="{2505D730-7819-4CDD-9F00-8E9CEC3DF49F}"/>
                  </a:ext>
                </a:extLst>
              </p:cNvPr>
              <p:cNvSpPr>
                <a:spLocks noChangeArrowheads="1"/>
              </p:cNvSpPr>
              <p:nvPr/>
            </p:nvSpPr>
            <p:spPr bwMode="auto">
              <a:xfrm>
                <a:off x="3527426" y="3090864"/>
                <a:ext cx="88900" cy="96838"/>
              </a:xfrm>
              <a:prstGeom prst="ellipse">
                <a:avLst/>
              </a:pr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7" name="Forma libre 60">
                <a:extLst>
                  <a:ext uri="{FF2B5EF4-FFF2-40B4-BE49-F238E27FC236}">
                    <a16:creationId xmlns:a16="http://schemas.microsoft.com/office/drawing/2014/main" id="{88FBFC84-B4E6-4DDD-9DD0-1BB91EA0E022}"/>
                  </a:ext>
                </a:extLst>
              </p:cNvPr>
              <p:cNvSpPr>
                <a:spLocks/>
              </p:cNvSpPr>
              <p:nvPr/>
            </p:nvSpPr>
            <p:spPr bwMode="auto">
              <a:xfrm>
                <a:off x="3527426" y="3124201"/>
                <a:ext cx="88900" cy="15875"/>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8" name="Línea 61">
                <a:extLst>
                  <a:ext uri="{FF2B5EF4-FFF2-40B4-BE49-F238E27FC236}">
                    <a16:creationId xmlns:a16="http://schemas.microsoft.com/office/drawing/2014/main" id="{9689C86A-B365-433F-B326-C60DC116B48F}"/>
                  </a:ext>
                </a:extLst>
              </p:cNvPr>
              <p:cNvSpPr>
                <a:spLocks noChangeShapeType="1"/>
              </p:cNvSpPr>
              <p:nvPr/>
            </p:nvSpPr>
            <p:spPr bwMode="auto">
              <a:xfrm>
                <a:off x="3451226" y="3074989"/>
                <a:ext cx="38100" cy="38100"/>
              </a:xfrm>
              <a:prstGeom prst="line">
                <a:avLst/>
              </a:prstGeom>
              <a:noFill/>
              <a:ln w="14288" cap="rnd">
                <a:solidFill>
                  <a:srgbClr val="00206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9" name="Línea 62">
                <a:extLst>
                  <a:ext uri="{FF2B5EF4-FFF2-40B4-BE49-F238E27FC236}">
                    <a16:creationId xmlns:a16="http://schemas.microsoft.com/office/drawing/2014/main" id="{ED368EF9-22A8-4990-9D2E-549C76157C0F}"/>
                  </a:ext>
                </a:extLst>
              </p:cNvPr>
              <p:cNvSpPr>
                <a:spLocks noChangeShapeType="1"/>
              </p:cNvSpPr>
              <p:nvPr/>
            </p:nvSpPr>
            <p:spPr bwMode="auto">
              <a:xfrm flipH="1">
                <a:off x="3654426" y="3074989"/>
                <a:ext cx="38100" cy="38100"/>
              </a:xfrm>
              <a:prstGeom prst="line">
                <a:avLst/>
              </a:prstGeom>
              <a:noFill/>
              <a:ln w="14288" cap="rnd">
                <a:solidFill>
                  <a:srgbClr val="00206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grpSp>
        <p:sp>
          <p:nvSpPr>
            <p:cNvPr id="175" name="Rectángulo 174">
              <a:extLst>
                <a:ext uri="{FF2B5EF4-FFF2-40B4-BE49-F238E27FC236}">
                  <a16:creationId xmlns:a16="http://schemas.microsoft.com/office/drawing/2014/main" id="{E522F3F9-ECF0-4D2A-9244-1942DCB20E98}"/>
                </a:ext>
              </a:extLst>
            </p:cNvPr>
            <p:cNvSpPr/>
            <p:nvPr/>
          </p:nvSpPr>
          <p:spPr>
            <a:xfrm>
              <a:off x="8578718" y="4554108"/>
              <a:ext cx="2488295" cy="738664"/>
            </a:xfrm>
            <a:prstGeom prst="rect">
              <a:avLst/>
            </a:prstGeom>
          </p:spPr>
          <p:txBody>
            <a:bodyPr wrap="square" lIns="0" tIns="0" rIns="0" bIns="0" rtlCol="0">
              <a:spAutoFit/>
            </a:bodyPr>
            <a:lstStyle/>
            <a:p>
              <a:pPr rtl="0"/>
              <a:r>
                <a:rPr lang="es-ES" sz="1600" i="1" dirty="0">
                  <a:solidFill>
                    <a:srgbClr val="002060"/>
                  </a:solidFill>
                  <a:latin typeface="+mj-lt"/>
                  <a:cs typeface="Segoe UI" panose="020B0502040204020203" pitchFamily="34" charset="0"/>
                </a:rPr>
                <a:t>Archivo de texto con las URL para desarrollar las actividades en clase.</a:t>
              </a:r>
            </a:p>
          </p:txBody>
        </p:sp>
      </p:grpSp>
      <p:sp>
        <p:nvSpPr>
          <p:cNvPr id="4" name="Título 3" hidden="1">
            <a:extLst>
              <a:ext uri="{FF2B5EF4-FFF2-40B4-BE49-F238E27FC236}">
                <a16:creationId xmlns:a16="http://schemas.microsoft.com/office/drawing/2014/main" id="{2784E464-B64A-4614-9350-2C88DBD46AB5}"/>
              </a:ext>
            </a:extLst>
          </p:cNvPr>
          <p:cNvSpPr>
            <a:spLocks noGrp="1"/>
          </p:cNvSpPr>
          <p:nvPr>
            <p:ph type="title"/>
          </p:nvPr>
        </p:nvSpPr>
        <p:spPr/>
        <p:txBody>
          <a:bodyPr rtlCol="0"/>
          <a:lstStyle/>
          <a:p>
            <a:r>
              <a:rPr lang="es-ES" dirty="0"/>
              <a:t>Diapositiva de recursos humanos 5</a:t>
            </a:r>
          </a:p>
        </p:txBody>
      </p:sp>
      <p:sp>
        <p:nvSpPr>
          <p:cNvPr id="55" name="Rectángulo 54"/>
          <p:cNvSpPr/>
          <p:nvPr/>
        </p:nvSpPr>
        <p:spPr>
          <a:xfrm>
            <a:off x="1249398" y="5319665"/>
            <a:ext cx="3929024" cy="584775"/>
          </a:xfrm>
          <a:prstGeom prst="rect">
            <a:avLst/>
          </a:prstGeom>
        </p:spPr>
        <p:txBody>
          <a:bodyPr wrap="none">
            <a:spAutoFit/>
          </a:bodyPr>
          <a:lstStyle/>
          <a:p>
            <a:r>
              <a:rPr lang="es-CO" sz="3200" dirty="0">
                <a:solidFill>
                  <a:schemeClr val="accent5"/>
                </a:solidFill>
              </a:rPr>
              <a:t>https://cutt.ly/3gg8Yls</a:t>
            </a:r>
          </a:p>
        </p:txBody>
      </p:sp>
      <p:pic>
        <p:nvPicPr>
          <p:cNvPr id="7170" name="Picture 2" descr="El plan gratuito de Dropbox cambia y limita a 3 los dispositivos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2043" y="2327136"/>
            <a:ext cx="4572000" cy="2286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42" name="Rectángulo 41">
            <a:extLst>
              <a:ext uri="{FF2B5EF4-FFF2-40B4-BE49-F238E27FC236}">
                <a16:creationId xmlns:a16="http://schemas.microsoft.com/office/drawing/2014/main" id="{6BBBCB2E-F413-4381-8378-02FDC20EA4F6}"/>
              </a:ext>
            </a:extLst>
          </p:cNvPr>
          <p:cNvSpPr/>
          <p:nvPr/>
        </p:nvSpPr>
        <p:spPr>
          <a:xfrm>
            <a:off x="9187543" y="6481983"/>
            <a:ext cx="3045401" cy="307777"/>
          </a:xfrm>
          <a:prstGeom prst="rect">
            <a:avLst/>
          </a:prstGeom>
        </p:spPr>
        <p:txBody>
          <a:bodyPr wrap="square" lIns="0" tIns="0" rIns="0" bIns="0" rtlCol="0">
            <a:spAutoFit/>
          </a:bodyPr>
          <a:lstStyle/>
          <a:p>
            <a:pPr rtl="0"/>
            <a:r>
              <a:rPr lang="es-ES" sz="2000" b="1" i="1" dirty="0">
                <a:latin typeface="+mj-lt"/>
                <a:cs typeface="Segoe UI" panose="020B0502040204020203" pitchFamily="34" charset="0"/>
              </a:rPr>
              <a:t>FUNDAMENTOS DE REDES</a:t>
            </a:r>
          </a:p>
        </p:txBody>
      </p:sp>
      <p:pic>
        <p:nvPicPr>
          <p:cNvPr id="2" name="Imagen 1" descr="Imagen que contiene Interfaz de usuario gráfica&#10;&#10;Descripción generada automáticamente">
            <a:extLst>
              <a:ext uri="{FF2B5EF4-FFF2-40B4-BE49-F238E27FC236}">
                <a16:creationId xmlns:a16="http://schemas.microsoft.com/office/drawing/2014/main" id="{ECC04766-A259-7333-11FF-0D665324106B}"/>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3518432775"/>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Cuadro de texto 106">
            <a:extLst>
              <a:ext uri="{FF2B5EF4-FFF2-40B4-BE49-F238E27FC236}">
                <a16:creationId xmlns:a16="http://schemas.microsoft.com/office/drawing/2014/main" id="{54EA7ED5-6E34-4D47-91B6-F78F5F8B4C6E}"/>
              </a:ext>
            </a:extLst>
          </p:cNvPr>
          <p:cNvSpPr txBox="1"/>
          <p:nvPr/>
        </p:nvSpPr>
        <p:spPr>
          <a:xfrm>
            <a:off x="6345121" y="1487823"/>
            <a:ext cx="6199622" cy="1025922"/>
          </a:xfrm>
          <a:prstGeom prst="rect">
            <a:avLst/>
          </a:prstGeom>
          <a:noFill/>
        </p:spPr>
        <p:txBody>
          <a:bodyPr wrap="square" lIns="0" tIns="0" rIns="0" bIns="0" rtlCol="0">
            <a:spAutoFit/>
          </a:bodyPr>
          <a:lstStyle/>
          <a:p>
            <a:pPr algn="ctr" rtl="0">
              <a:lnSpc>
                <a:spcPts val="4000"/>
              </a:lnSpc>
            </a:pPr>
            <a:r>
              <a:rPr lang="es-ES" sz="3600" b="1" dirty="0">
                <a:solidFill>
                  <a:srgbClr val="002060"/>
                </a:solidFill>
                <a:latin typeface="Segoe UI" panose="020B0502040204020203" pitchFamily="34" charset="0"/>
                <a:cs typeface="Segoe UI" panose="020B0502040204020203" pitchFamily="34" charset="0"/>
              </a:rPr>
              <a:t>CONCEPTOS BÁSICOS</a:t>
            </a:r>
          </a:p>
          <a:p>
            <a:pPr algn="ctr" rtl="0">
              <a:lnSpc>
                <a:spcPts val="4000"/>
              </a:lnSpc>
            </a:pPr>
            <a:r>
              <a:rPr lang="es-ES" sz="3600" b="1" dirty="0">
                <a:solidFill>
                  <a:srgbClr val="00B050"/>
                </a:solidFill>
                <a:latin typeface="Segoe UI" panose="020B0502040204020203" pitchFamily="34" charset="0"/>
                <a:cs typeface="Segoe UI" panose="020B0502040204020203" pitchFamily="34" charset="0"/>
              </a:rPr>
              <a:t>¿QUÉ ES UNA RED?</a:t>
            </a:r>
          </a:p>
        </p:txBody>
      </p:sp>
      <p:cxnSp>
        <p:nvCxnSpPr>
          <p:cNvPr id="110" name="Conector recto 109">
            <a:extLst>
              <a:ext uri="{FF2B5EF4-FFF2-40B4-BE49-F238E27FC236}">
                <a16:creationId xmlns:a16="http://schemas.microsoft.com/office/drawing/2014/main" id="{6D08E99A-0644-4757-9F3A-BBA1A4F39081}"/>
              </a:ext>
              <a:ext uri="{C183D7F6-B498-43B3-948B-1728B52AA6E4}">
                <adec:decorative xmlns:adec="http://schemas.microsoft.com/office/drawing/2017/decorative" val="1"/>
              </a:ext>
            </a:extLst>
          </p:cNvPr>
          <p:cNvCxnSpPr/>
          <p:nvPr/>
        </p:nvCxnSpPr>
        <p:spPr>
          <a:xfrm>
            <a:off x="6751014" y="0"/>
            <a:ext cx="0" cy="6357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4" name="Elipse 123">
            <a:extLst>
              <a:ext uri="{FF2B5EF4-FFF2-40B4-BE49-F238E27FC236}">
                <a16:creationId xmlns:a16="http://schemas.microsoft.com/office/drawing/2014/main" id="{0B8C9A86-3574-4A2E-BC62-481A2BE7FBED}"/>
              </a:ext>
              <a:ext uri="{C183D7F6-B498-43B3-948B-1728B52AA6E4}">
                <adec:decorative xmlns:adec="http://schemas.microsoft.com/office/drawing/2017/decorative" val="1"/>
              </a:ext>
            </a:extLst>
          </p:cNvPr>
          <p:cNvSpPr/>
          <p:nvPr/>
        </p:nvSpPr>
        <p:spPr>
          <a:xfrm>
            <a:off x="6724637" y="567838"/>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grpSp>
        <p:nvGrpSpPr>
          <p:cNvPr id="205" name="Grupo 204" descr="Esta imagen es un icono de tres personas interactuando. ">
            <a:extLst>
              <a:ext uri="{FF2B5EF4-FFF2-40B4-BE49-F238E27FC236}">
                <a16:creationId xmlns:a16="http://schemas.microsoft.com/office/drawing/2014/main" id="{45696519-F308-4262-9DC5-C541B866A807}"/>
              </a:ext>
            </a:extLst>
          </p:cNvPr>
          <p:cNvGrpSpPr/>
          <p:nvPr/>
        </p:nvGrpSpPr>
        <p:grpSpPr>
          <a:xfrm>
            <a:off x="7298896" y="3006814"/>
            <a:ext cx="4386598" cy="2462213"/>
            <a:chOff x="7991679" y="4554108"/>
            <a:chExt cx="3075334" cy="2462213"/>
          </a:xfrm>
        </p:grpSpPr>
        <p:grpSp>
          <p:nvGrpSpPr>
            <p:cNvPr id="174" name="Grupo 173">
              <a:extLst>
                <a:ext uri="{FF2B5EF4-FFF2-40B4-BE49-F238E27FC236}">
                  <a16:creationId xmlns:a16="http://schemas.microsoft.com/office/drawing/2014/main" id="{292DC2AF-B08E-43EC-A60D-B71EFEF8E4D1}"/>
                </a:ext>
              </a:extLst>
            </p:cNvPr>
            <p:cNvGrpSpPr/>
            <p:nvPr/>
          </p:nvGrpSpPr>
          <p:grpSpPr>
            <a:xfrm>
              <a:off x="7991679" y="4627292"/>
              <a:ext cx="346075" cy="346075"/>
              <a:chOff x="3398838" y="2895601"/>
              <a:chExt cx="346075" cy="346075"/>
            </a:xfrm>
          </p:grpSpPr>
          <p:sp>
            <p:nvSpPr>
              <p:cNvPr id="176" name="Forma libre 49">
                <a:extLst>
                  <a:ext uri="{FF2B5EF4-FFF2-40B4-BE49-F238E27FC236}">
                    <a16:creationId xmlns:a16="http://schemas.microsoft.com/office/drawing/2014/main" id="{17CD577B-CBE6-4837-A90F-4F36762E5332}"/>
                  </a:ext>
                </a:extLst>
              </p:cNvPr>
              <p:cNvSpPr>
                <a:spLocks/>
              </p:cNvSpPr>
              <p:nvPr/>
            </p:nvSpPr>
            <p:spPr bwMode="auto">
              <a:xfrm>
                <a:off x="3398838" y="2986089"/>
                <a:ext cx="82550" cy="58738"/>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77" name="Forma libre 50">
                <a:extLst>
                  <a:ext uri="{FF2B5EF4-FFF2-40B4-BE49-F238E27FC236}">
                    <a16:creationId xmlns:a16="http://schemas.microsoft.com/office/drawing/2014/main" id="{8BB81587-7777-4AE5-985D-5B14D33AD60C}"/>
                  </a:ext>
                </a:extLst>
              </p:cNvPr>
              <p:cNvSpPr>
                <a:spLocks/>
              </p:cNvSpPr>
              <p:nvPr/>
            </p:nvSpPr>
            <p:spPr bwMode="auto">
              <a:xfrm>
                <a:off x="3467101" y="2986089"/>
                <a:ext cx="82550" cy="58738"/>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78" name="Elipse 51">
                <a:extLst>
                  <a:ext uri="{FF2B5EF4-FFF2-40B4-BE49-F238E27FC236}">
                    <a16:creationId xmlns:a16="http://schemas.microsoft.com/office/drawing/2014/main" id="{49EA0197-339C-4417-A18C-DC15037A9717}"/>
                  </a:ext>
                </a:extLst>
              </p:cNvPr>
              <p:cNvSpPr>
                <a:spLocks noChangeArrowheads="1"/>
              </p:cNvSpPr>
              <p:nvPr/>
            </p:nvSpPr>
            <p:spPr bwMode="auto">
              <a:xfrm>
                <a:off x="3429001" y="2895601"/>
                <a:ext cx="90488" cy="96838"/>
              </a:xfrm>
              <a:prstGeom prst="ellipse">
                <a:avLst/>
              </a:pr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79" name="Forma libre 52">
                <a:extLst>
                  <a:ext uri="{FF2B5EF4-FFF2-40B4-BE49-F238E27FC236}">
                    <a16:creationId xmlns:a16="http://schemas.microsoft.com/office/drawing/2014/main" id="{203C108E-5283-4E7B-B970-0E4DF3AF3AEC}"/>
                  </a:ext>
                </a:extLst>
              </p:cNvPr>
              <p:cNvSpPr>
                <a:spLocks/>
              </p:cNvSpPr>
              <p:nvPr/>
            </p:nvSpPr>
            <p:spPr bwMode="auto">
              <a:xfrm>
                <a:off x="3429001" y="2928939"/>
                <a:ext cx="90488" cy="14288"/>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0" name="Forma libre 53">
                <a:extLst>
                  <a:ext uri="{FF2B5EF4-FFF2-40B4-BE49-F238E27FC236}">
                    <a16:creationId xmlns:a16="http://schemas.microsoft.com/office/drawing/2014/main" id="{4A82F405-C833-4408-A2F0-752E2D6C80A8}"/>
                  </a:ext>
                </a:extLst>
              </p:cNvPr>
              <p:cNvSpPr>
                <a:spLocks/>
              </p:cNvSpPr>
              <p:nvPr/>
            </p:nvSpPr>
            <p:spPr bwMode="auto">
              <a:xfrm>
                <a:off x="3594101" y="2986089"/>
                <a:ext cx="82550" cy="58738"/>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1" name="Forma libre 54">
                <a:extLst>
                  <a:ext uri="{FF2B5EF4-FFF2-40B4-BE49-F238E27FC236}">
                    <a16:creationId xmlns:a16="http://schemas.microsoft.com/office/drawing/2014/main" id="{895EA8D0-BBA4-4370-A965-F96A9EDD4249}"/>
                  </a:ext>
                </a:extLst>
              </p:cNvPr>
              <p:cNvSpPr>
                <a:spLocks/>
              </p:cNvSpPr>
              <p:nvPr/>
            </p:nvSpPr>
            <p:spPr bwMode="auto">
              <a:xfrm>
                <a:off x="3662363" y="2986089"/>
                <a:ext cx="82550" cy="58738"/>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2" name="Elipse 55">
                <a:extLst>
                  <a:ext uri="{FF2B5EF4-FFF2-40B4-BE49-F238E27FC236}">
                    <a16:creationId xmlns:a16="http://schemas.microsoft.com/office/drawing/2014/main" id="{94D90E4F-09C7-44B0-9D11-E32A4A0208BC}"/>
                  </a:ext>
                </a:extLst>
              </p:cNvPr>
              <p:cNvSpPr>
                <a:spLocks noChangeArrowheads="1"/>
              </p:cNvSpPr>
              <p:nvPr/>
            </p:nvSpPr>
            <p:spPr bwMode="auto">
              <a:xfrm>
                <a:off x="3624263" y="2895601"/>
                <a:ext cx="90488" cy="96838"/>
              </a:xfrm>
              <a:prstGeom prst="ellipse">
                <a:avLst/>
              </a:pr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3" name="Forma libre 56">
                <a:extLst>
                  <a:ext uri="{FF2B5EF4-FFF2-40B4-BE49-F238E27FC236}">
                    <a16:creationId xmlns:a16="http://schemas.microsoft.com/office/drawing/2014/main" id="{0D6D6DA1-3425-44CA-B1CB-B326D2C50D5D}"/>
                  </a:ext>
                </a:extLst>
              </p:cNvPr>
              <p:cNvSpPr>
                <a:spLocks/>
              </p:cNvSpPr>
              <p:nvPr/>
            </p:nvSpPr>
            <p:spPr bwMode="auto">
              <a:xfrm>
                <a:off x="3624263" y="2928939"/>
                <a:ext cx="90488" cy="14288"/>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4" name="Forma libre 57">
                <a:extLst>
                  <a:ext uri="{FF2B5EF4-FFF2-40B4-BE49-F238E27FC236}">
                    <a16:creationId xmlns:a16="http://schemas.microsoft.com/office/drawing/2014/main" id="{A25CE64B-B92A-4562-B048-0FA2A21CB7F4}"/>
                  </a:ext>
                </a:extLst>
              </p:cNvPr>
              <p:cNvSpPr>
                <a:spLocks/>
              </p:cNvSpPr>
              <p:nvPr/>
            </p:nvSpPr>
            <p:spPr bwMode="auto">
              <a:xfrm>
                <a:off x="3497263" y="3181351"/>
                <a:ext cx="82550" cy="60325"/>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5" name="Forma libre 58">
                <a:extLst>
                  <a:ext uri="{FF2B5EF4-FFF2-40B4-BE49-F238E27FC236}">
                    <a16:creationId xmlns:a16="http://schemas.microsoft.com/office/drawing/2014/main" id="{80861AE6-B038-4B8C-9EF0-109DEB591A97}"/>
                  </a:ext>
                </a:extLst>
              </p:cNvPr>
              <p:cNvSpPr>
                <a:spLocks/>
              </p:cNvSpPr>
              <p:nvPr/>
            </p:nvSpPr>
            <p:spPr bwMode="auto">
              <a:xfrm>
                <a:off x="3563938" y="3181351"/>
                <a:ext cx="82550" cy="60325"/>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6" name="Elipse 59">
                <a:extLst>
                  <a:ext uri="{FF2B5EF4-FFF2-40B4-BE49-F238E27FC236}">
                    <a16:creationId xmlns:a16="http://schemas.microsoft.com/office/drawing/2014/main" id="{2505D730-7819-4CDD-9F00-8E9CEC3DF49F}"/>
                  </a:ext>
                </a:extLst>
              </p:cNvPr>
              <p:cNvSpPr>
                <a:spLocks noChangeArrowheads="1"/>
              </p:cNvSpPr>
              <p:nvPr/>
            </p:nvSpPr>
            <p:spPr bwMode="auto">
              <a:xfrm>
                <a:off x="3527426" y="3090864"/>
                <a:ext cx="88900" cy="96838"/>
              </a:xfrm>
              <a:prstGeom prst="ellipse">
                <a:avLst/>
              </a:pr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7" name="Forma libre 60">
                <a:extLst>
                  <a:ext uri="{FF2B5EF4-FFF2-40B4-BE49-F238E27FC236}">
                    <a16:creationId xmlns:a16="http://schemas.microsoft.com/office/drawing/2014/main" id="{88FBFC84-B4E6-4DDD-9DD0-1BB91EA0E022}"/>
                  </a:ext>
                </a:extLst>
              </p:cNvPr>
              <p:cNvSpPr>
                <a:spLocks/>
              </p:cNvSpPr>
              <p:nvPr/>
            </p:nvSpPr>
            <p:spPr bwMode="auto">
              <a:xfrm>
                <a:off x="3527426" y="3124201"/>
                <a:ext cx="88900" cy="15875"/>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8" name="Línea 61">
                <a:extLst>
                  <a:ext uri="{FF2B5EF4-FFF2-40B4-BE49-F238E27FC236}">
                    <a16:creationId xmlns:a16="http://schemas.microsoft.com/office/drawing/2014/main" id="{9689C86A-B365-433F-B326-C60DC116B48F}"/>
                  </a:ext>
                </a:extLst>
              </p:cNvPr>
              <p:cNvSpPr>
                <a:spLocks noChangeShapeType="1"/>
              </p:cNvSpPr>
              <p:nvPr/>
            </p:nvSpPr>
            <p:spPr bwMode="auto">
              <a:xfrm>
                <a:off x="3451226" y="3074989"/>
                <a:ext cx="38100" cy="38100"/>
              </a:xfrm>
              <a:prstGeom prst="line">
                <a:avLst/>
              </a:prstGeom>
              <a:noFill/>
              <a:ln w="14288" cap="rnd">
                <a:solidFill>
                  <a:srgbClr val="00206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9" name="Línea 62">
                <a:extLst>
                  <a:ext uri="{FF2B5EF4-FFF2-40B4-BE49-F238E27FC236}">
                    <a16:creationId xmlns:a16="http://schemas.microsoft.com/office/drawing/2014/main" id="{ED368EF9-22A8-4990-9D2E-549C76157C0F}"/>
                  </a:ext>
                </a:extLst>
              </p:cNvPr>
              <p:cNvSpPr>
                <a:spLocks noChangeShapeType="1"/>
              </p:cNvSpPr>
              <p:nvPr/>
            </p:nvSpPr>
            <p:spPr bwMode="auto">
              <a:xfrm flipH="1">
                <a:off x="3654426" y="3074989"/>
                <a:ext cx="38100" cy="38100"/>
              </a:xfrm>
              <a:prstGeom prst="line">
                <a:avLst/>
              </a:prstGeom>
              <a:noFill/>
              <a:ln w="14288" cap="rnd">
                <a:solidFill>
                  <a:srgbClr val="00206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grpSp>
        <p:sp>
          <p:nvSpPr>
            <p:cNvPr id="175" name="Rectángulo 174">
              <a:extLst>
                <a:ext uri="{FF2B5EF4-FFF2-40B4-BE49-F238E27FC236}">
                  <a16:creationId xmlns:a16="http://schemas.microsoft.com/office/drawing/2014/main" id="{E522F3F9-ECF0-4D2A-9244-1942DCB20E98}"/>
                </a:ext>
              </a:extLst>
            </p:cNvPr>
            <p:cNvSpPr/>
            <p:nvPr/>
          </p:nvSpPr>
          <p:spPr>
            <a:xfrm>
              <a:off x="8578718" y="4554108"/>
              <a:ext cx="2488295" cy="2462213"/>
            </a:xfrm>
            <a:prstGeom prst="rect">
              <a:avLst/>
            </a:prstGeom>
          </p:spPr>
          <p:txBody>
            <a:bodyPr wrap="square" lIns="0" tIns="0" rIns="0" bIns="0" rtlCol="0">
              <a:spAutoFit/>
            </a:bodyPr>
            <a:lstStyle/>
            <a:p>
              <a:pPr algn="just"/>
              <a:r>
                <a:rPr lang="es-MX" sz="1600" i="1" dirty="0">
                  <a:solidFill>
                    <a:srgbClr val="002060"/>
                  </a:solidFill>
                  <a:latin typeface="+mj-lt"/>
                  <a:cs typeface="Segoe UI" panose="020B0502040204020203" pitchFamily="34" charset="0"/>
                </a:rPr>
                <a:t>Una red de computadoras (también llamada red de ordenadores o red informática) es un conjunto de equipos nodos y software conectados entre sí por medio de dispositivos físicos o inalámbricos que envían y reciben impulsos eléctricos, ondas electromagnéticas o cualquier otro medio para el transporte de datos, con la finalidad de compartir información, recursos y ofrecer servicios.</a:t>
              </a:r>
              <a:endParaRPr lang="es-ES" sz="1600" i="1" dirty="0">
                <a:solidFill>
                  <a:srgbClr val="002060"/>
                </a:solidFill>
                <a:latin typeface="+mj-lt"/>
                <a:cs typeface="Segoe UI" panose="020B0502040204020203" pitchFamily="34" charset="0"/>
              </a:endParaRPr>
            </a:p>
          </p:txBody>
        </p:sp>
      </p:grpSp>
      <p:sp>
        <p:nvSpPr>
          <p:cNvPr id="4" name="Título 3" hidden="1">
            <a:extLst>
              <a:ext uri="{FF2B5EF4-FFF2-40B4-BE49-F238E27FC236}">
                <a16:creationId xmlns:a16="http://schemas.microsoft.com/office/drawing/2014/main" id="{2784E464-B64A-4614-9350-2C88DBD46AB5}"/>
              </a:ext>
            </a:extLst>
          </p:cNvPr>
          <p:cNvSpPr>
            <a:spLocks noGrp="1"/>
          </p:cNvSpPr>
          <p:nvPr>
            <p:ph type="title"/>
          </p:nvPr>
        </p:nvSpPr>
        <p:spPr/>
        <p:txBody>
          <a:bodyPr rtlCol="0"/>
          <a:lstStyle/>
          <a:p>
            <a:r>
              <a:rPr lang="es-ES" dirty="0"/>
              <a:t>Diapositiva de recursos humanos 5</a:t>
            </a:r>
          </a:p>
        </p:txBody>
      </p:sp>
      <p:pic>
        <p:nvPicPr>
          <p:cNvPr id="2" name="Imagen 1"/>
          <p:cNvPicPr>
            <a:picLocks noChangeAspect="1"/>
          </p:cNvPicPr>
          <p:nvPr/>
        </p:nvPicPr>
        <p:blipFill>
          <a:blip r:embed="rId3"/>
          <a:stretch>
            <a:fillRect/>
          </a:stretch>
        </p:blipFill>
        <p:spPr>
          <a:xfrm>
            <a:off x="981002" y="2513745"/>
            <a:ext cx="4651814" cy="232590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6" name="Rectángulo 25">
            <a:extLst>
              <a:ext uri="{FF2B5EF4-FFF2-40B4-BE49-F238E27FC236}">
                <a16:creationId xmlns:a16="http://schemas.microsoft.com/office/drawing/2014/main" id="{6BBBCB2E-F413-4381-8378-02FDC20EA4F6}"/>
              </a:ext>
            </a:extLst>
          </p:cNvPr>
          <p:cNvSpPr/>
          <p:nvPr/>
        </p:nvSpPr>
        <p:spPr>
          <a:xfrm>
            <a:off x="9187543" y="6481983"/>
            <a:ext cx="3045401" cy="307777"/>
          </a:xfrm>
          <a:prstGeom prst="rect">
            <a:avLst/>
          </a:prstGeom>
        </p:spPr>
        <p:txBody>
          <a:bodyPr wrap="square" lIns="0" tIns="0" rIns="0" bIns="0" rtlCol="0">
            <a:spAutoFit/>
          </a:bodyPr>
          <a:lstStyle/>
          <a:p>
            <a:pPr rtl="0"/>
            <a:r>
              <a:rPr lang="es-ES" sz="2000" b="1" i="1" dirty="0">
                <a:latin typeface="+mj-lt"/>
                <a:cs typeface="Segoe UI" panose="020B0502040204020203" pitchFamily="34" charset="0"/>
              </a:rPr>
              <a:t>FUNDAMENTOS DE REDES</a:t>
            </a:r>
          </a:p>
        </p:txBody>
      </p:sp>
      <p:pic>
        <p:nvPicPr>
          <p:cNvPr id="3" name="Imagen 2" descr="Imagen que contiene Interfaz de usuario gráfica&#10;&#10;Descripción generada automáticamente">
            <a:extLst>
              <a:ext uri="{FF2B5EF4-FFF2-40B4-BE49-F238E27FC236}">
                <a16:creationId xmlns:a16="http://schemas.microsoft.com/office/drawing/2014/main" id="{82223A2C-EDE1-69F3-58E8-9159B40454AD}"/>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3019128410"/>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Cuadro de texto 106">
            <a:extLst>
              <a:ext uri="{FF2B5EF4-FFF2-40B4-BE49-F238E27FC236}">
                <a16:creationId xmlns:a16="http://schemas.microsoft.com/office/drawing/2014/main" id="{54EA7ED5-6E34-4D47-91B6-F78F5F8B4C6E}"/>
              </a:ext>
            </a:extLst>
          </p:cNvPr>
          <p:cNvSpPr txBox="1"/>
          <p:nvPr/>
        </p:nvSpPr>
        <p:spPr>
          <a:xfrm>
            <a:off x="6345121" y="1487823"/>
            <a:ext cx="6199622" cy="1025922"/>
          </a:xfrm>
          <a:prstGeom prst="rect">
            <a:avLst/>
          </a:prstGeom>
          <a:noFill/>
        </p:spPr>
        <p:txBody>
          <a:bodyPr wrap="square" lIns="0" tIns="0" rIns="0" bIns="0" rtlCol="0">
            <a:spAutoFit/>
          </a:bodyPr>
          <a:lstStyle/>
          <a:p>
            <a:pPr algn="ctr" rtl="0">
              <a:lnSpc>
                <a:spcPts val="4000"/>
              </a:lnSpc>
            </a:pPr>
            <a:r>
              <a:rPr lang="es-ES" sz="3600" b="1" dirty="0">
                <a:solidFill>
                  <a:srgbClr val="002060"/>
                </a:solidFill>
                <a:latin typeface="Segoe UI" panose="020B0502040204020203" pitchFamily="34" charset="0"/>
                <a:cs typeface="Segoe UI" panose="020B0502040204020203" pitchFamily="34" charset="0"/>
              </a:rPr>
              <a:t>CONCEPTOS BÁSICOS</a:t>
            </a:r>
          </a:p>
          <a:p>
            <a:pPr algn="ctr" rtl="0">
              <a:lnSpc>
                <a:spcPts val="4000"/>
              </a:lnSpc>
            </a:pPr>
            <a:r>
              <a:rPr lang="es-ES" sz="3600" b="1" dirty="0">
                <a:solidFill>
                  <a:srgbClr val="00B050"/>
                </a:solidFill>
                <a:latin typeface="Segoe UI" panose="020B0502040204020203" pitchFamily="34" charset="0"/>
                <a:cs typeface="Segoe UI" panose="020B0502040204020203" pitchFamily="34" charset="0"/>
              </a:rPr>
              <a:t>¿QUÉ ES UN HOST?</a:t>
            </a:r>
          </a:p>
        </p:txBody>
      </p:sp>
      <p:cxnSp>
        <p:nvCxnSpPr>
          <p:cNvPr id="110" name="Conector recto 109">
            <a:extLst>
              <a:ext uri="{FF2B5EF4-FFF2-40B4-BE49-F238E27FC236}">
                <a16:creationId xmlns:a16="http://schemas.microsoft.com/office/drawing/2014/main" id="{6D08E99A-0644-4757-9F3A-BBA1A4F39081}"/>
              </a:ext>
              <a:ext uri="{C183D7F6-B498-43B3-948B-1728B52AA6E4}">
                <adec:decorative xmlns:adec="http://schemas.microsoft.com/office/drawing/2017/decorative" val="1"/>
              </a:ext>
            </a:extLst>
          </p:cNvPr>
          <p:cNvCxnSpPr/>
          <p:nvPr/>
        </p:nvCxnSpPr>
        <p:spPr>
          <a:xfrm>
            <a:off x="6751014" y="0"/>
            <a:ext cx="0" cy="6357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4" name="Elipse 123">
            <a:extLst>
              <a:ext uri="{FF2B5EF4-FFF2-40B4-BE49-F238E27FC236}">
                <a16:creationId xmlns:a16="http://schemas.microsoft.com/office/drawing/2014/main" id="{0B8C9A86-3574-4A2E-BC62-481A2BE7FBED}"/>
              </a:ext>
              <a:ext uri="{C183D7F6-B498-43B3-948B-1728B52AA6E4}">
                <adec:decorative xmlns:adec="http://schemas.microsoft.com/office/drawing/2017/decorative" val="1"/>
              </a:ext>
            </a:extLst>
          </p:cNvPr>
          <p:cNvSpPr/>
          <p:nvPr/>
        </p:nvSpPr>
        <p:spPr>
          <a:xfrm>
            <a:off x="6724637" y="567838"/>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grpSp>
        <p:nvGrpSpPr>
          <p:cNvPr id="205" name="Grupo 204" descr="Esta imagen es un icono de tres personas interactuando. ">
            <a:extLst>
              <a:ext uri="{FF2B5EF4-FFF2-40B4-BE49-F238E27FC236}">
                <a16:creationId xmlns:a16="http://schemas.microsoft.com/office/drawing/2014/main" id="{45696519-F308-4262-9DC5-C541B866A807}"/>
              </a:ext>
            </a:extLst>
          </p:cNvPr>
          <p:cNvGrpSpPr/>
          <p:nvPr/>
        </p:nvGrpSpPr>
        <p:grpSpPr>
          <a:xfrm>
            <a:off x="7251633" y="3487987"/>
            <a:ext cx="4386598" cy="1231106"/>
            <a:chOff x="7991679" y="4554108"/>
            <a:chExt cx="3075334" cy="1231106"/>
          </a:xfrm>
        </p:grpSpPr>
        <p:grpSp>
          <p:nvGrpSpPr>
            <p:cNvPr id="174" name="Grupo 173">
              <a:extLst>
                <a:ext uri="{FF2B5EF4-FFF2-40B4-BE49-F238E27FC236}">
                  <a16:creationId xmlns:a16="http://schemas.microsoft.com/office/drawing/2014/main" id="{292DC2AF-B08E-43EC-A60D-B71EFEF8E4D1}"/>
                </a:ext>
              </a:extLst>
            </p:cNvPr>
            <p:cNvGrpSpPr/>
            <p:nvPr/>
          </p:nvGrpSpPr>
          <p:grpSpPr>
            <a:xfrm>
              <a:off x="7991679" y="4627292"/>
              <a:ext cx="346075" cy="346075"/>
              <a:chOff x="3398838" y="2895601"/>
              <a:chExt cx="346075" cy="346075"/>
            </a:xfrm>
          </p:grpSpPr>
          <p:sp>
            <p:nvSpPr>
              <p:cNvPr id="176" name="Forma libre 49">
                <a:extLst>
                  <a:ext uri="{FF2B5EF4-FFF2-40B4-BE49-F238E27FC236}">
                    <a16:creationId xmlns:a16="http://schemas.microsoft.com/office/drawing/2014/main" id="{17CD577B-CBE6-4837-A90F-4F36762E5332}"/>
                  </a:ext>
                </a:extLst>
              </p:cNvPr>
              <p:cNvSpPr>
                <a:spLocks/>
              </p:cNvSpPr>
              <p:nvPr/>
            </p:nvSpPr>
            <p:spPr bwMode="auto">
              <a:xfrm>
                <a:off x="3398838" y="2986089"/>
                <a:ext cx="82550" cy="58738"/>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77" name="Forma libre 50">
                <a:extLst>
                  <a:ext uri="{FF2B5EF4-FFF2-40B4-BE49-F238E27FC236}">
                    <a16:creationId xmlns:a16="http://schemas.microsoft.com/office/drawing/2014/main" id="{8BB81587-7777-4AE5-985D-5B14D33AD60C}"/>
                  </a:ext>
                </a:extLst>
              </p:cNvPr>
              <p:cNvSpPr>
                <a:spLocks/>
              </p:cNvSpPr>
              <p:nvPr/>
            </p:nvSpPr>
            <p:spPr bwMode="auto">
              <a:xfrm>
                <a:off x="3467101" y="2986089"/>
                <a:ext cx="82550" cy="58738"/>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78" name="Elipse 51">
                <a:extLst>
                  <a:ext uri="{FF2B5EF4-FFF2-40B4-BE49-F238E27FC236}">
                    <a16:creationId xmlns:a16="http://schemas.microsoft.com/office/drawing/2014/main" id="{49EA0197-339C-4417-A18C-DC15037A9717}"/>
                  </a:ext>
                </a:extLst>
              </p:cNvPr>
              <p:cNvSpPr>
                <a:spLocks noChangeArrowheads="1"/>
              </p:cNvSpPr>
              <p:nvPr/>
            </p:nvSpPr>
            <p:spPr bwMode="auto">
              <a:xfrm>
                <a:off x="3429001" y="2895601"/>
                <a:ext cx="90488" cy="96838"/>
              </a:xfrm>
              <a:prstGeom prst="ellipse">
                <a:avLst/>
              </a:pr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79" name="Forma libre 52">
                <a:extLst>
                  <a:ext uri="{FF2B5EF4-FFF2-40B4-BE49-F238E27FC236}">
                    <a16:creationId xmlns:a16="http://schemas.microsoft.com/office/drawing/2014/main" id="{203C108E-5283-4E7B-B970-0E4DF3AF3AEC}"/>
                  </a:ext>
                </a:extLst>
              </p:cNvPr>
              <p:cNvSpPr>
                <a:spLocks/>
              </p:cNvSpPr>
              <p:nvPr/>
            </p:nvSpPr>
            <p:spPr bwMode="auto">
              <a:xfrm>
                <a:off x="3429001" y="2928939"/>
                <a:ext cx="90488" cy="14288"/>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0" name="Forma libre 53">
                <a:extLst>
                  <a:ext uri="{FF2B5EF4-FFF2-40B4-BE49-F238E27FC236}">
                    <a16:creationId xmlns:a16="http://schemas.microsoft.com/office/drawing/2014/main" id="{4A82F405-C833-4408-A2F0-752E2D6C80A8}"/>
                  </a:ext>
                </a:extLst>
              </p:cNvPr>
              <p:cNvSpPr>
                <a:spLocks/>
              </p:cNvSpPr>
              <p:nvPr/>
            </p:nvSpPr>
            <p:spPr bwMode="auto">
              <a:xfrm>
                <a:off x="3594101" y="2986089"/>
                <a:ext cx="82550" cy="58738"/>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1" name="Forma libre 54">
                <a:extLst>
                  <a:ext uri="{FF2B5EF4-FFF2-40B4-BE49-F238E27FC236}">
                    <a16:creationId xmlns:a16="http://schemas.microsoft.com/office/drawing/2014/main" id="{895EA8D0-BBA4-4370-A965-F96A9EDD4249}"/>
                  </a:ext>
                </a:extLst>
              </p:cNvPr>
              <p:cNvSpPr>
                <a:spLocks/>
              </p:cNvSpPr>
              <p:nvPr/>
            </p:nvSpPr>
            <p:spPr bwMode="auto">
              <a:xfrm>
                <a:off x="3662363" y="2986089"/>
                <a:ext cx="82550" cy="58738"/>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2" name="Elipse 55">
                <a:extLst>
                  <a:ext uri="{FF2B5EF4-FFF2-40B4-BE49-F238E27FC236}">
                    <a16:creationId xmlns:a16="http://schemas.microsoft.com/office/drawing/2014/main" id="{94D90E4F-09C7-44B0-9D11-E32A4A0208BC}"/>
                  </a:ext>
                </a:extLst>
              </p:cNvPr>
              <p:cNvSpPr>
                <a:spLocks noChangeArrowheads="1"/>
              </p:cNvSpPr>
              <p:nvPr/>
            </p:nvSpPr>
            <p:spPr bwMode="auto">
              <a:xfrm>
                <a:off x="3624263" y="2895601"/>
                <a:ext cx="90488" cy="96838"/>
              </a:xfrm>
              <a:prstGeom prst="ellipse">
                <a:avLst/>
              </a:pr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3" name="Forma libre 56">
                <a:extLst>
                  <a:ext uri="{FF2B5EF4-FFF2-40B4-BE49-F238E27FC236}">
                    <a16:creationId xmlns:a16="http://schemas.microsoft.com/office/drawing/2014/main" id="{0D6D6DA1-3425-44CA-B1CB-B326D2C50D5D}"/>
                  </a:ext>
                </a:extLst>
              </p:cNvPr>
              <p:cNvSpPr>
                <a:spLocks/>
              </p:cNvSpPr>
              <p:nvPr/>
            </p:nvSpPr>
            <p:spPr bwMode="auto">
              <a:xfrm>
                <a:off x="3624263" y="2928939"/>
                <a:ext cx="90488" cy="14288"/>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4" name="Forma libre 57">
                <a:extLst>
                  <a:ext uri="{FF2B5EF4-FFF2-40B4-BE49-F238E27FC236}">
                    <a16:creationId xmlns:a16="http://schemas.microsoft.com/office/drawing/2014/main" id="{A25CE64B-B92A-4562-B048-0FA2A21CB7F4}"/>
                  </a:ext>
                </a:extLst>
              </p:cNvPr>
              <p:cNvSpPr>
                <a:spLocks/>
              </p:cNvSpPr>
              <p:nvPr/>
            </p:nvSpPr>
            <p:spPr bwMode="auto">
              <a:xfrm>
                <a:off x="3497263" y="3181351"/>
                <a:ext cx="82550" cy="60325"/>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5" name="Forma libre 58">
                <a:extLst>
                  <a:ext uri="{FF2B5EF4-FFF2-40B4-BE49-F238E27FC236}">
                    <a16:creationId xmlns:a16="http://schemas.microsoft.com/office/drawing/2014/main" id="{80861AE6-B038-4B8C-9EF0-109DEB591A97}"/>
                  </a:ext>
                </a:extLst>
              </p:cNvPr>
              <p:cNvSpPr>
                <a:spLocks/>
              </p:cNvSpPr>
              <p:nvPr/>
            </p:nvSpPr>
            <p:spPr bwMode="auto">
              <a:xfrm>
                <a:off x="3563938" y="3181351"/>
                <a:ext cx="82550" cy="60325"/>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6" name="Elipse 59">
                <a:extLst>
                  <a:ext uri="{FF2B5EF4-FFF2-40B4-BE49-F238E27FC236}">
                    <a16:creationId xmlns:a16="http://schemas.microsoft.com/office/drawing/2014/main" id="{2505D730-7819-4CDD-9F00-8E9CEC3DF49F}"/>
                  </a:ext>
                </a:extLst>
              </p:cNvPr>
              <p:cNvSpPr>
                <a:spLocks noChangeArrowheads="1"/>
              </p:cNvSpPr>
              <p:nvPr/>
            </p:nvSpPr>
            <p:spPr bwMode="auto">
              <a:xfrm>
                <a:off x="3527426" y="3090864"/>
                <a:ext cx="88900" cy="96838"/>
              </a:xfrm>
              <a:prstGeom prst="ellipse">
                <a:avLst/>
              </a:pr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7" name="Forma libre 60">
                <a:extLst>
                  <a:ext uri="{FF2B5EF4-FFF2-40B4-BE49-F238E27FC236}">
                    <a16:creationId xmlns:a16="http://schemas.microsoft.com/office/drawing/2014/main" id="{88FBFC84-B4E6-4DDD-9DD0-1BB91EA0E022}"/>
                  </a:ext>
                </a:extLst>
              </p:cNvPr>
              <p:cNvSpPr>
                <a:spLocks/>
              </p:cNvSpPr>
              <p:nvPr/>
            </p:nvSpPr>
            <p:spPr bwMode="auto">
              <a:xfrm>
                <a:off x="3527426" y="3124201"/>
                <a:ext cx="88900" cy="15875"/>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8" name="Línea 61">
                <a:extLst>
                  <a:ext uri="{FF2B5EF4-FFF2-40B4-BE49-F238E27FC236}">
                    <a16:creationId xmlns:a16="http://schemas.microsoft.com/office/drawing/2014/main" id="{9689C86A-B365-433F-B326-C60DC116B48F}"/>
                  </a:ext>
                </a:extLst>
              </p:cNvPr>
              <p:cNvSpPr>
                <a:spLocks noChangeShapeType="1"/>
              </p:cNvSpPr>
              <p:nvPr/>
            </p:nvSpPr>
            <p:spPr bwMode="auto">
              <a:xfrm>
                <a:off x="3451226" y="3074989"/>
                <a:ext cx="38100" cy="38100"/>
              </a:xfrm>
              <a:prstGeom prst="line">
                <a:avLst/>
              </a:prstGeom>
              <a:noFill/>
              <a:ln w="14288" cap="rnd">
                <a:solidFill>
                  <a:srgbClr val="00206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9" name="Línea 62">
                <a:extLst>
                  <a:ext uri="{FF2B5EF4-FFF2-40B4-BE49-F238E27FC236}">
                    <a16:creationId xmlns:a16="http://schemas.microsoft.com/office/drawing/2014/main" id="{ED368EF9-22A8-4990-9D2E-549C76157C0F}"/>
                  </a:ext>
                </a:extLst>
              </p:cNvPr>
              <p:cNvSpPr>
                <a:spLocks noChangeShapeType="1"/>
              </p:cNvSpPr>
              <p:nvPr/>
            </p:nvSpPr>
            <p:spPr bwMode="auto">
              <a:xfrm flipH="1">
                <a:off x="3654426" y="3074989"/>
                <a:ext cx="38100" cy="38100"/>
              </a:xfrm>
              <a:prstGeom prst="line">
                <a:avLst/>
              </a:prstGeom>
              <a:noFill/>
              <a:ln w="14288" cap="rnd">
                <a:solidFill>
                  <a:srgbClr val="00206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grpSp>
        <p:sp>
          <p:nvSpPr>
            <p:cNvPr id="175" name="Rectángulo 174">
              <a:extLst>
                <a:ext uri="{FF2B5EF4-FFF2-40B4-BE49-F238E27FC236}">
                  <a16:creationId xmlns:a16="http://schemas.microsoft.com/office/drawing/2014/main" id="{E522F3F9-ECF0-4D2A-9244-1942DCB20E98}"/>
                </a:ext>
              </a:extLst>
            </p:cNvPr>
            <p:cNvSpPr/>
            <p:nvPr/>
          </p:nvSpPr>
          <p:spPr>
            <a:xfrm>
              <a:off x="8578718" y="4554108"/>
              <a:ext cx="2488295" cy="1231106"/>
            </a:xfrm>
            <a:prstGeom prst="rect">
              <a:avLst/>
            </a:prstGeom>
          </p:spPr>
          <p:txBody>
            <a:bodyPr wrap="square" lIns="0" tIns="0" rIns="0" bIns="0" rtlCol="0">
              <a:spAutoFit/>
            </a:bodyPr>
            <a:lstStyle/>
            <a:p>
              <a:pPr algn="just"/>
              <a:r>
                <a:rPr lang="es-MX" sz="1600" i="1" dirty="0">
                  <a:solidFill>
                    <a:srgbClr val="002060"/>
                  </a:solidFill>
                  <a:latin typeface="+mj-lt"/>
                  <a:cs typeface="Segoe UI" panose="020B0502040204020203" pitchFamily="34" charset="0"/>
                </a:rPr>
                <a:t>El término host o anfitrión se usa en informática para referirse a las computadoras u otros dispositivos conectados a una red que proveen y utilizan servicios de ella</a:t>
              </a:r>
              <a:endParaRPr lang="es-ES" sz="1600" i="1" dirty="0">
                <a:solidFill>
                  <a:srgbClr val="002060"/>
                </a:solidFill>
                <a:latin typeface="+mj-lt"/>
                <a:cs typeface="Segoe UI" panose="020B0502040204020203" pitchFamily="34" charset="0"/>
              </a:endParaRPr>
            </a:p>
          </p:txBody>
        </p:sp>
      </p:grpSp>
      <p:sp>
        <p:nvSpPr>
          <p:cNvPr id="4" name="Título 3" hidden="1">
            <a:extLst>
              <a:ext uri="{FF2B5EF4-FFF2-40B4-BE49-F238E27FC236}">
                <a16:creationId xmlns:a16="http://schemas.microsoft.com/office/drawing/2014/main" id="{2784E464-B64A-4614-9350-2C88DBD46AB5}"/>
              </a:ext>
            </a:extLst>
          </p:cNvPr>
          <p:cNvSpPr>
            <a:spLocks noGrp="1"/>
          </p:cNvSpPr>
          <p:nvPr>
            <p:ph type="title"/>
          </p:nvPr>
        </p:nvSpPr>
        <p:spPr/>
        <p:txBody>
          <a:bodyPr rtlCol="0"/>
          <a:lstStyle/>
          <a:p>
            <a:r>
              <a:rPr lang="es-ES" dirty="0"/>
              <a:t>Diapositiva de recursos humanos 5</a:t>
            </a:r>
          </a:p>
        </p:txBody>
      </p:sp>
      <p:pic>
        <p:nvPicPr>
          <p:cNvPr id="2" name="Imagen 1"/>
          <p:cNvPicPr>
            <a:picLocks noChangeAspect="1"/>
          </p:cNvPicPr>
          <p:nvPr/>
        </p:nvPicPr>
        <p:blipFill>
          <a:blip r:embed="rId3"/>
          <a:stretch>
            <a:fillRect/>
          </a:stretch>
        </p:blipFill>
        <p:spPr>
          <a:xfrm>
            <a:off x="1114774" y="2228445"/>
            <a:ext cx="4759735" cy="266545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6" name="Rectángulo 25">
            <a:extLst>
              <a:ext uri="{FF2B5EF4-FFF2-40B4-BE49-F238E27FC236}">
                <a16:creationId xmlns:a16="http://schemas.microsoft.com/office/drawing/2014/main" id="{6BBBCB2E-F413-4381-8378-02FDC20EA4F6}"/>
              </a:ext>
            </a:extLst>
          </p:cNvPr>
          <p:cNvSpPr/>
          <p:nvPr/>
        </p:nvSpPr>
        <p:spPr>
          <a:xfrm>
            <a:off x="9187543" y="6481983"/>
            <a:ext cx="3045401" cy="307777"/>
          </a:xfrm>
          <a:prstGeom prst="rect">
            <a:avLst/>
          </a:prstGeom>
        </p:spPr>
        <p:txBody>
          <a:bodyPr wrap="square" lIns="0" tIns="0" rIns="0" bIns="0" rtlCol="0">
            <a:spAutoFit/>
          </a:bodyPr>
          <a:lstStyle/>
          <a:p>
            <a:pPr rtl="0"/>
            <a:r>
              <a:rPr lang="es-ES" sz="2000" b="1" i="1" dirty="0">
                <a:latin typeface="+mj-lt"/>
                <a:cs typeface="Segoe UI" panose="020B0502040204020203" pitchFamily="34" charset="0"/>
              </a:rPr>
              <a:t>FUNDAMENTOS DE REDES</a:t>
            </a:r>
          </a:p>
        </p:txBody>
      </p:sp>
      <p:pic>
        <p:nvPicPr>
          <p:cNvPr id="3" name="Imagen 2" descr="Imagen que contiene Interfaz de usuario gráfica&#10;&#10;Descripción generada automáticamente">
            <a:extLst>
              <a:ext uri="{FF2B5EF4-FFF2-40B4-BE49-F238E27FC236}">
                <a16:creationId xmlns:a16="http://schemas.microsoft.com/office/drawing/2014/main" id="{E686BFD3-1002-325F-74CA-EA3665E6BB19}"/>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3025741182"/>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Cuadro de texto 106">
            <a:extLst>
              <a:ext uri="{FF2B5EF4-FFF2-40B4-BE49-F238E27FC236}">
                <a16:creationId xmlns:a16="http://schemas.microsoft.com/office/drawing/2014/main" id="{54EA7ED5-6E34-4D47-91B6-F78F5F8B4C6E}"/>
              </a:ext>
            </a:extLst>
          </p:cNvPr>
          <p:cNvSpPr txBox="1"/>
          <p:nvPr/>
        </p:nvSpPr>
        <p:spPr>
          <a:xfrm>
            <a:off x="6345121" y="1487823"/>
            <a:ext cx="6199622" cy="1025922"/>
          </a:xfrm>
          <a:prstGeom prst="rect">
            <a:avLst/>
          </a:prstGeom>
          <a:noFill/>
        </p:spPr>
        <p:txBody>
          <a:bodyPr wrap="square" lIns="0" tIns="0" rIns="0" bIns="0" rtlCol="0">
            <a:spAutoFit/>
          </a:bodyPr>
          <a:lstStyle/>
          <a:p>
            <a:pPr algn="ctr" rtl="0">
              <a:lnSpc>
                <a:spcPts val="4000"/>
              </a:lnSpc>
            </a:pPr>
            <a:r>
              <a:rPr lang="es-ES" sz="3600" b="1" dirty="0">
                <a:solidFill>
                  <a:srgbClr val="002060"/>
                </a:solidFill>
                <a:latin typeface="Segoe UI" panose="020B0502040204020203" pitchFamily="34" charset="0"/>
                <a:cs typeface="Segoe UI" panose="020B0502040204020203" pitchFamily="34" charset="0"/>
              </a:rPr>
              <a:t>CONCEPTOS BÁSICOS</a:t>
            </a:r>
          </a:p>
          <a:p>
            <a:pPr algn="ctr" rtl="0">
              <a:lnSpc>
                <a:spcPts val="4000"/>
              </a:lnSpc>
            </a:pPr>
            <a:r>
              <a:rPr lang="es-ES" sz="3600" b="1" dirty="0">
                <a:solidFill>
                  <a:srgbClr val="00B050"/>
                </a:solidFill>
                <a:latin typeface="Segoe UI" panose="020B0502040204020203" pitchFamily="34" charset="0"/>
                <a:cs typeface="Segoe UI" panose="020B0502040204020203" pitchFamily="34" charset="0"/>
              </a:rPr>
              <a:t>TOPOLOGÍAS DE RED</a:t>
            </a:r>
          </a:p>
        </p:txBody>
      </p:sp>
      <p:cxnSp>
        <p:nvCxnSpPr>
          <p:cNvPr id="110" name="Conector recto 109">
            <a:extLst>
              <a:ext uri="{FF2B5EF4-FFF2-40B4-BE49-F238E27FC236}">
                <a16:creationId xmlns:a16="http://schemas.microsoft.com/office/drawing/2014/main" id="{6D08E99A-0644-4757-9F3A-BBA1A4F39081}"/>
              </a:ext>
              <a:ext uri="{C183D7F6-B498-43B3-948B-1728B52AA6E4}">
                <adec:decorative xmlns:adec="http://schemas.microsoft.com/office/drawing/2017/decorative" val="1"/>
              </a:ext>
            </a:extLst>
          </p:cNvPr>
          <p:cNvCxnSpPr/>
          <p:nvPr/>
        </p:nvCxnSpPr>
        <p:spPr>
          <a:xfrm>
            <a:off x="6751014" y="0"/>
            <a:ext cx="0" cy="6357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4" name="Elipse 123">
            <a:extLst>
              <a:ext uri="{FF2B5EF4-FFF2-40B4-BE49-F238E27FC236}">
                <a16:creationId xmlns:a16="http://schemas.microsoft.com/office/drawing/2014/main" id="{0B8C9A86-3574-4A2E-BC62-481A2BE7FBED}"/>
              </a:ext>
              <a:ext uri="{C183D7F6-B498-43B3-948B-1728B52AA6E4}">
                <adec:decorative xmlns:adec="http://schemas.microsoft.com/office/drawing/2017/decorative" val="1"/>
              </a:ext>
            </a:extLst>
          </p:cNvPr>
          <p:cNvSpPr/>
          <p:nvPr/>
        </p:nvSpPr>
        <p:spPr>
          <a:xfrm>
            <a:off x="6724637" y="567838"/>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grpSp>
        <p:nvGrpSpPr>
          <p:cNvPr id="205" name="Grupo 204" descr="Esta imagen es un icono de tres personas interactuando. ">
            <a:extLst>
              <a:ext uri="{FF2B5EF4-FFF2-40B4-BE49-F238E27FC236}">
                <a16:creationId xmlns:a16="http://schemas.microsoft.com/office/drawing/2014/main" id="{45696519-F308-4262-9DC5-C541B866A807}"/>
              </a:ext>
            </a:extLst>
          </p:cNvPr>
          <p:cNvGrpSpPr/>
          <p:nvPr/>
        </p:nvGrpSpPr>
        <p:grpSpPr>
          <a:xfrm>
            <a:off x="7298896" y="3006814"/>
            <a:ext cx="4386598" cy="1969770"/>
            <a:chOff x="7991679" y="4554108"/>
            <a:chExt cx="3075334" cy="1969770"/>
          </a:xfrm>
        </p:grpSpPr>
        <p:grpSp>
          <p:nvGrpSpPr>
            <p:cNvPr id="174" name="Grupo 173">
              <a:extLst>
                <a:ext uri="{FF2B5EF4-FFF2-40B4-BE49-F238E27FC236}">
                  <a16:creationId xmlns:a16="http://schemas.microsoft.com/office/drawing/2014/main" id="{292DC2AF-B08E-43EC-A60D-B71EFEF8E4D1}"/>
                </a:ext>
              </a:extLst>
            </p:cNvPr>
            <p:cNvGrpSpPr/>
            <p:nvPr/>
          </p:nvGrpSpPr>
          <p:grpSpPr>
            <a:xfrm>
              <a:off x="7991679" y="4627292"/>
              <a:ext cx="346075" cy="346075"/>
              <a:chOff x="3398838" y="2895601"/>
              <a:chExt cx="346075" cy="346075"/>
            </a:xfrm>
          </p:grpSpPr>
          <p:sp>
            <p:nvSpPr>
              <p:cNvPr id="176" name="Forma libre 49">
                <a:extLst>
                  <a:ext uri="{FF2B5EF4-FFF2-40B4-BE49-F238E27FC236}">
                    <a16:creationId xmlns:a16="http://schemas.microsoft.com/office/drawing/2014/main" id="{17CD577B-CBE6-4837-A90F-4F36762E5332}"/>
                  </a:ext>
                </a:extLst>
              </p:cNvPr>
              <p:cNvSpPr>
                <a:spLocks/>
              </p:cNvSpPr>
              <p:nvPr/>
            </p:nvSpPr>
            <p:spPr bwMode="auto">
              <a:xfrm>
                <a:off x="3398838" y="2986089"/>
                <a:ext cx="82550" cy="58738"/>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77" name="Forma libre 50">
                <a:extLst>
                  <a:ext uri="{FF2B5EF4-FFF2-40B4-BE49-F238E27FC236}">
                    <a16:creationId xmlns:a16="http://schemas.microsoft.com/office/drawing/2014/main" id="{8BB81587-7777-4AE5-985D-5B14D33AD60C}"/>
                  </a:ext>
                </a:extLst>
              </p:cNvPr>
              <p:cNvSpPr>
                <a:spLocks/>
              </p:cNvSpPr>
              <p:nvPr/>
            </p:nvSpPr>
            <p:spPr bwMode="auto">
              <a:xfrm>
                <a:off x="3467101" y="2986089"/>
                <a:ext cx="82550" cy="58738"/>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78" name="Elipse 51">
                <a:extLst>
                  <a:ext uri="{FF2B5EF4-FFF2-40B4-BE49-F238E27FC236}">
                    <a16:creationId xmlns:a16="http://schemas.microsoft.com/office/drawing/2014/main" id="{49EA0197-339C-4417-A18C-DC15037A9717}"/>
                  </a:ext>
                </a:extLst>
              </p:cNvPr>
              <p:cNvSpPr>
                <a:spLocks noChangeArrowheads="1"/>
              </p:cNvSpPr>
              <p:nvPr/>
            </p:nvSpPr>
            <p:spPr bwMode="auto">
              <a:xfrm>
                <a:off x="3429001" y="2895601"/>
                <a:ext cx="90488" cy="96838"/>
              </a:xfrm>
              <a:prstGeom prst="ellipse">
                <a:avLst/>
              </a:pr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79" name="Forma libre 52">
                <a:extLst>
                  <a:ext uri="{FF2B5EF4-FFF2-40B4-BE49-F238E27FC236}">
                    <a16:creationId xmlns:a16="http://schemas.microsoft.com/office/drawing/2014/main" id="{203C108E-5283-4E7B-B970-0E4DF3AF3AEC}"/>
                  </a:ext>
                </a:extLst>
              </p:cNvPr>
              <p:cNvSpPr>
                <a:spLocks/>
              </p:cNvSpPr>
              <p:nvPr/>
            </p:nvSpPr>
            <p:spPr bwMode="auto">
              <a:xfrm>
                <a:off x="3429001" y="2928939"/>
                <a:ext cx="90488" cy="14288"/>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0" name="Forma libre 53">
                <a:extLst>
                  <a:ext uri="{FF2B5EF4-FFF2-40B4-BE49-F238E27FC236}">
                    <a16:creationId xmlns:a16="http://schemas.microsoft.com/office/drawing/2014/main" id="{4A82F405-C833-4408-A2F0-752E2D6C80A8}"/>
                  </a:ext>
                </a:extLst>
              </p:cNvPr>
              <p:cNvSpPr>
                <a:spLocks/>
              </p:cNvSpPr>
              <p:nvPr/>
            </p:nvSpPr>
            <p:spPr bwMode="auto">
              <a:xfrm>
                <a:off x="3594101" y="2986089"/>
                <a:ext cx="82550" cy="58738"/>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1" name="Forma libre 54">
                <a:extLst>
                  <a:ext uri="{FF2B5EF4-FFF2-40B4-BE49-F238E27FC236}">
                    <a16:creationId xmlns:a16="http://schemas.microsoft.com/office/drawing/2014/main" id="{895EA8D0-BBA4-4370-A965-F96A9EDD4249}"/>
                  </a:ext>
                </a:extLst>
              </p:cNvPr>
              <p:cNvSpPr>
                <a:spLocks/>
              </p:cNvSpPr>
              <p:nvPr/>
            </p:nvSpPr>
            <p:spPr bwMode="auto">
              <a:xfrm>
                <a:off x="3662363" y="2986089"/>
                <a:ext cx="82550" cy="58738"/>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2" name="Elipse 55">
                <a:extLst>
                  <a:ext uri="{FF2B5EF4-FFF2-40B4-BE49-F238E27FC236}">
                    <a16:creationId xmlns:a16="http://schemas.microsoft.com/office/drawing/2014/main" id="{94D90E4F-09C7-44B0-9D11-E32A4A0208BC}"/>
                  </a:ext>
                </a:extLst>
              </p:cNvPr>
              <p:cNvSpPr>
                <a:spLocks noChangeArrowheads="1"/>
              </p:cNvSpPr>
              <p:nvPr/>
            </p:nvSpPr>
            <p:spPr bwMode="auto">
              <a:xfrm>
                <a:off x="3624263" y="2895601"/>
                <a:ext cx="90488" cy="96838"/>
              </a:xfrm>
              <a:prstGeom prst="ellipse">
                <a:avLst/>
              </a:pr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3" name="Forma libre 56">
                <a:extLst>
                  <a:ext uri="{FF2B5EF4-FFF2-40B4-BE49-F238E27FC236}">
                    <a16:creationId xmlns:a16="http://schemas.microsoft.com/office/drawing/2014/main" id="{0D6D6DA1-3425-44CA-B1CB-B326D2C50D5D}"/>
                  </a:ext>
                </a:extLst>
              </p:cNvPr>
              <p:cNvSpPr>
                <a:spLocks/>
              </p:cNvSpPr>
              <p:nvPr/>
            </p:nvSpPr>
            <p:spPr bwMode="auto">
              <a:xfrm>
                <a:off x="3624263" y="2928939"/>
                <a:ext cx="90488" cy="14288"/>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4" name="Forma libre 57">
                <a:extLst>
                  <a:ext uri="{FF2B5EF4-FFF2-40B4-BE49-F238E27FC236}">
                    <a16:creationId xmlns:a16="http://schemas.microsoft.com/office/drawing/2014/main" id="{A25CE64B-B92A-4562-B048-0FA2A21CB7F4}"/>
                  </a:ext>
                </a:extLst>
              </p:cNvPr>
              <p:cNvSpPr>
                <a:spLocks/>
              </p:cNvSpPr>
              <p:nvPr/>
            </p:nvSpPr>
            <p:spPr bwMode="auto">
              <a:xfrm>
                <a:off x="3497263" y="3181351"/>
                <a:ext cx="82550" cy="60325"/>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5" name="Forma libre 58">
                <a:extLst>
                  <a:ext uri="{FF2B5EF4-FFF2-40B4-BE49-F238E27FC236}">
                    <a16:creationId xmlns:a16="http://schemas.microsoft.com/office/drawing/2014/main" id="{80861AE6-B038-4B8C-9EF0-109DEB591A97}"/>
                  </a:ext>
                </a:extLst>
              </p:cNvPr>
              <p:cNvSpPr>
                <a:spLocks/>
              </p:cNvSpPr>
              <p:nvPr/>
            </p:nvSpPr>
            <p:spPr bwMode="auto">
              <a:xfrm>
                <a:off x="3563938" y="3181351"/>
                <a:ext cx="82550" cy="60325"/>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6" name="Elipse 59">
                <a:extLst>
                  <a:ext uri="{FF2B5EF4-FFF2-40B4-BE49-F238E27FC236}">
                    <a16:creationId xmlns:a16="http://schemas.microsoft.com/office/drawing/2014/main" id="{2505D730-7819-4CDD-9F00-8E9CEC3DF49F}"/>
                  </a:ext>
                </a:extLst>
              </p:cNvPr>
              <p:cNvSpPr>
                <a:spLocks noChangeArrowheads="1"/>
              </p:cNvSpPr>
              <p:nvPr/>
            </p:nvSpPr>
            <p:spPr bwMode="auto">
              <a:xfrm>
                <a:off x="3527426" y="3090864"/>
                <a:ext cx="88900" cy="96838"/>
              </a:xfrm>
              <a:prstGeom prst="ellipse">
                <a:avLst/>
              </a:pr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7" name="Forma libre 60">
                <a:extLst>
                  <a:ext uri="{FF2B5EF4-FFF2-40B4-BE49-F238E27FC236}">
                    <a16:creationId xmlns:a16="http://schemas.microsoft.com/office/drawing/2014/main" id="{88FBFC84-B4E6-4DDD-9DD0-1BB91EA0E022}"/>
                  </a:ext>
                </a:extLst>
              </p:cNvPr>
              <p:cNvSpPr>
                <a:spLocks/>
              </p:cNvSpPr>
              <p:nvPr/>
            </p:nvSpPr>
            <p:spPr bwMode="auto">
              <a:xfrm>
                <a:off x="3527426" y="3124201"/>
                <a:ext cx="88900" cy="15875"/>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8" name="Línea 61">
                <a:extLst>
                  <a:ext uri="{FF2B5EF4-FFF2-40B4-BE49-F238E27FC236}">
                    <a16:creationId xmlns:a16="http://schemas.microsoft.com/office/drawing/2014/main" id="{9689C86A-B365-433F-B326-C60DC116B48F}"/>
                  </a:ext>
                </a:extLst>
              </p:cNvPr>
              <p:cNvSpPr>
                <a:spLocks noChangeShapeType="1"/>
              </p:cNvSpPr>
              <p:nvPr/>
            </p:nvSpPr>
            <p:spPr bwMode="auto">
              <a:xfrm>
                <a:off x="3451226" y="3074989"/>
                <a:ext cx="38100" cy="38100"/>
              </a:xfrm>
              <a:prstGeom prst="line">
                <a:avLst/>
              </a:prstGeom>
              <a:noFill/>
              <a:ln w="14288" cap="rnd">
                <a:solidFill>
                  <a:srgbClr val="00206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9" name="Línea 62">
                <a:extLst>
                  <a:ext uri="{FF2B5EF4-FFF2-40B4-BE49-F238E27FC236}">
                    <a16:creationId xmlns:a16="http://schemas.microsoft.com/office/drawing/2014/main" id="{ED368EF9-22A8-4990-9D2E-549C76157C0F}"/>
                  </a:ext>
                </a:extLst>
              </p:cNvPr>
              <p:cNvSpPr>
                <a:spLocks noChangeShapeType="1"/>
              </p:cNvSpPr>
              <p:nvPr/>
            </p:nvSpPr>
            <p:spPr bwMode="auto">
              <a:xfrm flipH="1">
                <a:off x="3654426" y="3074989"/>
                <a:ext cx="38100" cy="38100"/>
              </a:xfrm>
              <a:prstGeom prst="line">
                <a:avLst/>
              </a:prstGeom>
              <a:noFill/>
              <a:ln w="14288" cap="rnd">
                <a:solidFill>
                  <a:srgbClr val="00206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grpSp>
        <p:sp>
          <p:nvSpPr>
            <p:cNvPr id="175" name="Rectángulo 174">
              <a:extLst>
                <a:ext uri="{FF2B5EF4-FFF2-40B4-BE49-F238E27FC236}">
                  <a16:creationId xmlns:a16="http://schemas.microsoft.com/office/drawing/2014/main" id="{E522F3F9-ECF0-4D2A-9244-1942DCB20E98}"/>
                </a:ext>
              </a:extLst>
            </p:cNvPr>
            <p:cNvSpPr/>
            <p:nvPr/>
          </p:nvSpPr>
          <p:spPr>
            <a:xfrm>
              <a:off x="8578718" y="4554108"/>
              <a:ext cx="2488295" cy="1969770"/>
            </a:xfrm>
            <a:prstGeom prst="rect">
              <a:avLst/>
            </a:prstGeom>
          </p:spPr>
          <p:txBody>
            <a:bodyPr wrap="square" lIns="0" tIns="0" rIns="0" bIns="0" rtlCol="0">
              <a:spAutoFit/>
            </a:bodyPr>
            <a:lstStyle/>
            <a:p>
              <a:pPr algn="just"/>
              <a:r>
                <a:rPr lang="es-MX" sz="1600" i="1" dirty="0">
                  <a:solidFill>
                    <a:srgbClr val="002060"/>
                  </a:solidFill>
                  <a:latin typeface="+mj-lt"/>
                  <a:cs typeface="Segoe UI" panose="020B0502040204020203" pitchFamily="34" charset="0"/>
                </a:rPr>
                <a:t>La topología de red se define como el mapa físico o lógico de una red para intercambiar datos. En otras palabras, es la forma en que está diseñada la red, sea en el plano físico o lógico.</a:t>
              </a:r>
            </a:p>
            <a:p>
              <a:pPr algn="just"/>
              <a:endParaRPr lang="es-MX" sz="1600" i="1" dirty="0">
                <a:solidFill>
                  <a:srgbClr val="002060"/>
                </a:solidFill>
                <a:latin typeface="+mj-lt"/>
                <a:cs typeface="Segoe UI" panose="020B0502040204020203" pitchFamily="34" charset="0"/>
              </a:endParaRPr>
            </a:p>
            <a:p>
              <a:pPr algn="just"/>
              <a:r>
                <a:rPr lang="es-MX" sz="1600" i="1" dirty="0">
                  <a:solidFill>
                    <a:srgbClr val="002060"/>
                  </a:solidFill>
                  <a:latin typeface="+mj-lt"/>
                  <a:cs typeface="Segoe UI" panose="020B0502040204020203" pitchFamily="34" charset="0"/>
                </a:rPr>
                <a:t> El concepto de red puede definirse como «conjunto de nodos interconectados».</a:t>
              </a:r>
            </a:p>
          </p:txBody>
        </p:sp>
      </p:grpSp>
      <p:sp>
        <p:nvSpPr>
          <p:cNvPr id="4" name="Título 3" hidden="1">
            <a:extLst>
              <a:ext uri="{FF2B5EF4-FFF2-40B4-BE49-F238E27FC236}">
                <a16:creationId xmlns:a16="http://schemas.microsoft.com/office/drawing/2014/main" id="{2784E464-B64A-4614-9350-2C88DBD46AB5}"/>
              </a:ext>
            </a:extLst>
          </p:cNvPr>
          <p:cNvSpPr>
            <a:spLocks noGrp="1"/>
          </p:cNvSpPr>
          <p:nvPr>
            <p:ph type="title"/>
          </p:nvPr>
        </p:nvSpPr>
        <p:spPr/>
        <p:txBody>
          <a:bodyPr rtlCol="0"/>
          <a:lstStyle/>
          <a:p>
            <a:r>
              <a:rPr lang="es-ES" dirty="0"/>
              <a:t>Diapositiva de recursos humanos 5</a:t>
            </a:r>
          </a:p>
        </p:txBody>
      </p:sp>
      <p:pic>
        <p:nvPicPr>
          <p:cNvPr id="2" name="Imagen 1"/>
          <p:cNvPicPr>
            <a:picLocks noChangeAspect="1"/>
          </p:cNvPicPr>
          <p:nvPr/>
        </p:nvPicPr>
        <p:blipFill>
          <a:blip r:embed="rId3"/>
          <a:stretch>
            <a:fillRect/>
          </a:stretch>
        </p:blipFill>
        <p:spPr>
          <a:xfrm>
            <a:off x="745557" y="1159343"/>
            <a:ext cx="4761981" cy="5145880"/>
          </a:xfrm>
          <a:prstGeom prst="rect">
            <a:avLst/>
          </a:prstGeom>
        </p:spPr>
      </p:pic>
      <p:sp>
        <p:nvSpPr>
          <p:cNvPr id="26" name="Rectángulo 25">
            <a:extLst>
              <a:ext uri="{FF2B5EF4-FFF2-40B4-BE49-F238E27FC236}">
                <a16:creationId xmlns:a16="http://schemas.microsoft.com/office/drawing/2014/main" id="{6BBBCB2E-F413-4381-8378-02FDC20EA4F6}"/>
              </a:ext>
            </a:extLst>
          </p:cNvPr>
          <p:cNvSpPr/>
          <p:nvPr/>
        </p:nvSpPr>
        <p:spPr>
          <a:xfrm>
            <a:off x="9187543" y="6481983"/>
            <a:ext cx="3045401" cy="307777"/>
          </a:xfrm>
          <a:prstGeom prst="rect">
            <a:avLst/>
          </a:prstGeom>
        </p:spPr>
        <p:txBody>
          <a:bodyPr wrap="square" lIns="0" tIns="0" rIns="0" bIns="0" rtlCol="0">
            <a:spAutoFit/>
          </a:bodyPr>
          <a:lstStyle/>
          <a:p>
            <a:pPr rtl="0"/>
            <a:r>
              <a:rPr lang="es-ES" sz="2000" b="1" i="1" dirty="0">
                <a:latin typeface="+mj-lt"/>
                <a:cs typeface="Segoe UI" panose="020B0502040204020203" pitchFamily="34" charset="0"/>
              </a:rPr>
              <a:t>FUNDAMENTOS DE REDES</a:t>
            </a:r>
          </a:p>
        </p:txBody>
      </p:sp>
      <p:pic>
        <p:nvPicPr>
          <p:cNvPr id="3" name="Imagen 2" descr="Imagen que contiene Interfaz de usuario gráfica&#10;&#10;Descripción generada automáticamente">
            <a:extLst>
              <a:ext uri="{FF2B5EF4-FFF2-40B4-BE49-F238E27FC236}">
                <a16:creationId xmlns:a16="http://schemas.microsoft.com/office/drawing/2014/main" id="{FA7416D8-DC41-D65C-8CC9-1439384F11DD}"/>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1775501061"/>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Cuadro de texto 106">
            <a:extLst>
              <a:ext uri="{FF2B5EF4-FFF2-40B4-BE49-F238E27FC236}">
                <a16:creationId xmlns:a16="http://schemas.microsoft.com/office/drawing/2014/main" id="{54EA7ED5-6E34-4D47-91B6-F78F5F8B4C6E}"/>
              </a:ext>
            </a:extLst>
          </p:cNvPr>
          <p:cNvSpPr txBox="1"/>
          <p:nvPr/>
        </p:nvSpPr>
        <p:spPr>
          <a:xfrm>
            <a:off x="6345121" y="1487823"/>
            <a:ext cx="6199622" cy="1025922"/>
          </a:xfrm>
          <a:prstGeom prst="rect">
            <a:avLst/>
          </a:prstGeom>
          <a:noFill/>
        </p:spPr>
        <p:txBody>
          <a:bodyPr wrap="square" lIns="0" tIns="0" rIns="0" bIns="0" rtlCol="0">
            <a:spAutoFit/>
          </a:bodyPr>
          <a:lstStyle/>
          <a:p>
            <a:pPr algn="ctr" rtl="0">
              <a:lnSpc>
                <a:spcPts val="4000"/>
              </a:lnSpc>
            </a:pPr>
            <a:r>
              <a:rPr lang="es-ES" sz="3600" b="1" dirty="0">
                <a:solidFill>
                  <a:srgbClr val="002060"/>
                </a:solidFill>
                <a:latin typeface="Segoe UI" panose="020B0502040204020203" pitchFamily="34" charset="0"/>
                <a:cs typeface="Segoe UI" panose="020B0502040204020203" pitchFamily="34" charset="0"/>
              </a:rPr>
              <a:t>CONCEPTOS BÁSICOS</a:t>
            </a:r>
          </a:p>
          <a:p>
            <a:pPr algn="ctr" rtl="0">
              <a:lnSpc>
                <a:spcPts val="4000"/>
              </a:lnSpc>
            </a:pPr>
            <a:r>
              <a:rPr lang="es-ES" sz="3600" b="1" dirty="0">
                <a:solidFill>
                  <a:srgbClr val="00B050"/>
                </a:solidFill>
                <a:latin typeface="Segoe UI" panose="020B0502040204020203" pitchFamily="34" charset="0"/>
                <a:cs typeface="Segoe UI" panose="020B0502040204020203" pitchFamily="34" charset="0"/>
              </a:rPr>
              <a:t>TIPO BUS</a:t>
            </a:r>
          </a:p>
        </p:txBody>
      </p:sp>
      <p:cxnSp>
        <p:nvCxnSpPr>
          <p:cNvPr id="110" name="Conector recto 109">
            <a:extLst>
              <a:ext uri="{FF2B5EF4-FFF2-40B4-BE49-F238E27FC236}">
                <a16:creationId xmlns:a16="http://schemas.microsoft.com/office/drawing/2014/main" id="{6D08E99A-0644-4757-9F3A-BBA1A4F39081}"/>
              </a:ext>
              <a:ext uri="{C183D7F6-B498-43B3-948B-1728B52AA6E4}">
                <adec:decorative xmlns:adec="http://schemas.microsoft.com/office/drawing/2017/decorative" val="1"/>
              </a:ext>
            </a:extLst>
          </p:cNvPr>
          <p:cNvCxnSpPr/>
          <p:nvPr/>
        </p:nvCxnSpPr>
        <p:spPr>
          <a:xfrm>
            <a:off x="6751014" y="0"/>
            <a:ext cx="0" cy="6357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4" name="Elipse 123">
            <a:extLst>
              <a:ext uri="{FF2B5EF4-FFF2-40B4-BE49-F238E27FC236}">
                <a16:creationId xmlns:a16="http://schemas.microsoft.com/office/drawing/2014/main" id="{0B8C9A86-3574-4A2E-BC62-481A2BE7FBED}"/>
              </a:ext>
              <a:ext uri="{C183D7F6-B498-43B3-948B-1728B52AA6E4}">
                <adec:decorative xmlns:adec="http://schemas.microsoft.com/office/drawing/2017/decorative" val="1"/>
              </a:ext>
            </a:extLst>
          </p:cNvPr>
          <p:cNvSpPr/>
          <p:nvPr/>
        </p:nvSpPr>
        <p:spPr>
          <a:xfrm>
            <a:off x="6724637" y="567838"/>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grpSp>
        <p:nvGrpSpPr>
          <p:cNvPr id="205" name="Grupo 204" descr="Esta imagen es un icono de tres personas interactuando. ">
            <a:extLst>
              <a:ext uri="{FF2B5EF4-FFF2-40B4-BE49-F238E27FC236}">
                <a16:creationId xmlns:a16="http://schemas.microsoft.com/office/drawing/2014/main" id="{45696519-F308-4262-9DC5-C541B866A807}"/>
              </a:ext>
            </a:extLst>
          </p:cNvPr>
          <p:cNvGrpSpPr/>
          <p:nvPr/>
        </p:nvGrpSpPr>
        <p:grpSpPr>
          <a:xfrm>
            <a:off x="7298896" y="3006814"/>
            <a:ext cx="4386598" cy="1477328"/>
            <a:chOff x="7991679" y="4554108"/>
            <a:chExt cx="3075334" cy="1477328"/>
          </a:xfrm>
        </p:grpSpPr>
        <p:grpSp>
          <p:nvGrpSpPr>
            <p:cNvPr id="174" name="Grupo 173">
              <a:extLst>
                <a:ext uri="{FF2B5EF4-FFF2-40B4-BE49-F238E27FC236}">
                  <a16:creationId xmlns:a16="http://schemas.microsoft.com/office/drawing/2014/main" id="{292DC2AF-B08E-43EC-A60D-B71EFEF8E4D1}"/>
                </a:ext>
              </a:extLst>
            </p:cNvPr>
            <p:cNvGrpSpPr/>
            <p:nvPr/>
          </p:nvGrpSpPr>
          <p:grpSpPr>
            <a:xfrm>
              <a:off x="7991679" y="4627292"/>
              <a:ext cx="346075" cy="346075"/>
              <a:chOff x="3398838" y="2895601"/>
              <a:chExt cx="346075" cy="346075"/>
            </a:xfrm>
          </p:grpSpPr>
          <p:sp>
            <p:nvSpPr>
              <p:cNvPr id="176" name="Forma libre 49">
                <a:extLst>
                  <a:ext uri="{FF2B5EF4-FFF2-40B4-BE49-F238E27FC236}">
                    <a16:creationId xmlns:a16="http://schemas.microsoft.com/office/drawing/2014/main" id="{17CD577B-CBE6-4837-A90F-4F36762E5332}"/>
                  </a:ext>
                </a:extLst>
              </p:cNvPr>
              <p:cNvSpPr>
                <a:spLocks/>
              </p:cNvSpPr>
              <p:nvPr/>
            </p:nvSpPr>
            <p:spPr bwMode="auto">
              <a:xfrm>
                <a:off x="3398838" y="2986089"/>
                <a:ext cx="82550" cy="58738"/>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77" name="Forma libre 50">
                <a:extLst>
                  <a:ext uri="{FF2B5EF4-FFF2-40B4-BE49-F238E27FC236}">
                    <a16:creationId xmlns:a16="http://schemas.microsoft.com/office/drawing/2014/main" id="{8BB81587-7777-4AE5-985D-5B14D33AD60C}"/>
                  </a:ext>
                </a:extLst>
              </p:cNvPr>
              <p:cNvSpPr>
                <a:spLocks/>
              </p:cNvSpPr>
              <p:nvPr/>
            </p:nvSpPr>
            <p:spPr bwMode="auto">
              <a:xfrm>
                <a:off x="3467101" y="2986089"/>
                <a:ext cx="82550" cy="58738"/>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78" name="Elipse 51">
                <a:extLst>
                  <a:ext uri="{FF2B5EF4-FFF2-40B4-BE49-F238E27FC236}">
                    <a16:creationId xmlns:a16="http://schemas.microsoft.com/office/drawing/2014/main" id="{49EA0197-339C-4417-A18C-DC15037A9717}"/>
                  </a:ext>
                </a:extLst>
              </p:cNvPr>
              <p:cNvSpPr>
                <a:spLocks noChangeArrowheads="1"/>
              </p:cNvSpPr>
              <p:nvPr/>
            </p:nvSpPr>
            <p:spPr bwMode="auto">
              <a:xfrm>
                <a:off x="3429001" y="2895601"/>
                <a:ext cx="90488" cy="96838"/>
              </a:xfrm>
              <a:prstGeom prst="ellipse">
                <a:avLst/>
              </a:pr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79" name="Forma libre 52">
                <a:extLst>
                  <a:ext uri="{FF2B5EF4-FFF2-40B4-BE49-F238E27FC236}">
                    <a16:creationId xmlns:a16="http://schemas.microsoft.com/office/drawing/2014/main" id="{203C108E-5283-4E7B-B970-0E4DF3AF3AEC}"/>
                  </a:ext>
                </a:extLst>
              </p:cNvPr>
              <p:cNvSpPr>
                <a:spLocks/>
              </p:cNvSpPr>
              <p:nvPr/>
            </p:nvSpPr>
            <p:spPr bwMode="auto">
              <a:xfrm>
                <a:off x="3429001" y="2928939"/>
                <a:ext cx="90488" cy="14288"/>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0" name="Forma libre 53">
                <a:extLst>
                  <a:ext uri="{FF2B5EF4-FFF2-40B4-BE49-F238E27FC236}">
                    <a16:creationId xmlns:a16="http://schemas.microsoft.com/office/drawing/2014/main" id="{4A82F405-C833-4408-A2F0-752E2D6C80A8}"/>
                  </a:ext>
                </a:extLst>
              </p:cNvPr>
              <p:cNvSpPr>
                <a:spLocks/>
              </p:cNvSpPr>
              <p:nvPr/>
            </p:nvSpPr>
            <p:spPr bwMode="auto">
              <a:xfrm>
                <a:off x="3594101" y="2986089"/>
                <a:ext cx="82550" cy="58738"/>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1" name="Forma libre 54">
                <a:extLst>
                  <a:ext uri="{FF2B5EF4-FFF2-40B4-BE49-F238E27FC236}">
                    <a16:creationId xmlns:a16="http://schemas.microsoft.com/office/drawing/2014/main" id="{895EA8D0-BBA4-4370-A965-F96A9EDD4249}"/>
                  </a:ext>
                </a:extLst>
              </p:cNvPr>
              <p:cNvSpPr>
                <a:spLocks/>
              </p:cNvSpPr>
              <p:nvPr/>
            </p:nvSpPr>
            <p:spPr bwMode="auto">
              <a:xfrm>
                <a:off x="3662363" y="2986089"/>
                <a:ext cx="82550" cy="58738"/>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2" name="Elipse 55">
                <a:extLst>
                  <a:ext uri="{FF2B5EF4-FFF2-40B4-BE49-F238E27FC236}">
                    <a16:creationId xmlns:a16="http://schemas.microsoft.com/office/drawing/2014/main" id="{94D90E4F-09C7-44B0-9D11-E32A4A0208BC}"/>
                  </a:ext>
                </a:extLst>
              </p:cNvPr>
              <p:cNvSpPr>
                <a:spLocks noChangeArrowheads="1"/>
              </p:cNvSpPr>
              <p:nvPr/>
            </p:nvSpPr>
            <p:spPr bwMode="auto">
              <a:xfrm>
                <a:off x="3624263" y="2895601"/>
                <a:ext cx="90488" cy="96838"/>
              </a:xfrm>
              <a:prstGeom prst="ellipse">
                <a:avLst/>
              </a:pr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3" name="Forma libre 56">
                <a:extLst>
                  <a:ext uri="{FF2B5EF4-FFF2-40B4-BE49-F238E27FC236}">
                    <a16:creationId xmlns:a16="http://schemas.microsoft.com/office/drawing/2014/main" id="{0D6D6DA1-3425-44CA-B1CB-B326D2C50D5D}"/>
                  </a:ext>
                </a:extLst>
              </p:cNvPr>
              <p:cNvSpPr>
                <a:spLocks/>
              </p:cNvSpPr>
              <p:nvPr/>
            </p:nvSpPr>
            <p:spPr bwMode="auto">
              <a:xfrm>
                <a:off x="3624263" y="2928939"/>
                <a:ext cx="90488" cy="14288"/>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4" name="Forma libre 57">
                <a:extLst>
                  <a:ext uri="{FF2B5EF4-FFF2-40B4-BE49-F238E27FC236}">
                    <a16:creationId xmlns:a16="http://schemas.microsoft.com/office/drawing/2014/main" id="{A25CE64B-B92A-4562-B048-0FA2A21CB7F4}"/>
                  </a:ext>
                </a:extLst>
              </p:cNvPr>
              <p:cNvSpPr>
                <a:spLocks/>
              </p:cNvSpPr>
              <p:nvPr/>
            </p:nvSpPr>
            <p:spPr bwMode="auto">
              <a:xfrm>
                <a:off x="3497263" y="3181351"/>
                <a:ext cx="82550" cy="60325"/>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5" name="Forma libre 58">
                <a:extLst>
                  <a:ext uri="{FF2B5EF4-FFF2-40B4-BE49-F238E27FC236}">
                    <a16:creationId xmlns:a16="http://schemas.microsoft.com/office/drawing/2014/main" id="{80861AE6-B038-4B8C-9EF0-109DEB591A97}"/>
                  </a:ext>
                </a:extLst>
              </p:cNvPr>
              <p:cNvSpPr>
                <a:spLocks/>
              </p:cNvSpPr>
              <p:nvPr/>
            </p:nvSpPr>
            <p:spPr bwMode="auto">
              <a:xfrm>
                <a:off x="3563938" y="3181351"/>
                <a:ext cx="82550" cy="60325"/>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6" name="Elipse 59">
                <a:extLst>
                  <a:ext uri="{FF2B5EF4-FFF2-40B4-BE49-F238E27FC236}">
                    <a16:creationId xmlns:a16="http://schemas.microsoft.com/office/drawing/2014/main" id="{2505D730-7819-4CDD-9F00-8E9CEC3DF49F}"/>
                  </a:ext>
                </a:extLst>
              </p:cNvPr>
              <p:cNvSpPr>
                <a:spLocks noChangeArrowheads="1"/>
              </p:cNvSpPr>
              <p:nvPr/>
            </p:nvSpPr>
            <p:spPr bwMode="auto">
              <a:xfrm>
                <a:off x="3527426" y="3090864"/>
                <a:ext cx="88900" cy="96838"/>
              </a:xfrm>
              <a:prstGeom prst="ellipse">
                <a:avLst/>
              </a:pr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7" name="Forma libre 60">
                <a:extLst>
                  <a:ext uri="{FF2B5EF4-FFF2-40B4-BE49-F238E27FC236}">
                    <a16:creationId xmlns:a16="http://schemas.microsoft.com/office/drawing/2014/main" id="{88FBFC84-B4E6-4DDD-9DD0-1BB91EA0E022}"/>
                  </a:ext>
                </a:extLst>
              </p:cNvPr>
              <p:cNvSpPr>
                <a:spLocks/>
              </p:cNvSpPr>
              <p:nvPr/>
            </p:nvSpPr>
            <p:spPr bwMode="auto">
              <a:xfrm>
                <a:off x="3527426" y="3124201"/>
                <a:ext cx="88900" cy="15875"/>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8" name="Línea 61">
                <a:extLst>
                  <a:ext uri="{FF2B5EF4-FFF2-40B4-BE49-F238E27FC236}">
                    <a16:creationId xmlns:a16="http://schemas.microsoft.com/office/drawing/2014/main" id="{9689C86A-B365-433F-B326-C60DC116B48F}"/>
                  </a:ext>
                </a:extLst>
              </p:cNvPr>
              <p:cNvSpPr>
                <a:spLocks noChangeShapeType="1"/>
              </p:cNvSpPr>
              <p:nvPr/>
            </p:nvSpPr>
            <p:spPr bwMode="auto">
              <a:xfrm>
                <a:off x="3451226" y="3074989"/>
                <a:ext cx="38100" cy="38100"/>
              </a:xfrm>
              <a:prstGeom prst="line">
                <a:avLst/>
              </a:prstGeom>
              <a:noFill/>
              <a:ln w="14288" cap="rnd">
                <a:solidFill>
                  <a:srgbClr val="00206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9" name="Línea 62">
                <a:extLst>
                  <a:ext uri="{FF2B5EF4-FFF2-40B4-BE49-F238E27FC236}">
                    <a16:creationId xmlns:a16="http://schemas.microsoft.com/office/drawing/2014/main" id="{ED368EF9-22A8-4990-9D2E-549C76157C0F}"/>
                  </a:ext>
                </a:extLst>
              </p:cNvPr>
              <p:cNvSpPr>
                <a:spLocks noChangeShapeType="1"/>
              </p:cNvSpPr>
              <p:nvPr/>
            </p:nvSpPr>
            <p:spPr bwMode="auto">
              <a:xfrm flipH="1">
                <a:off x="3654426" y="3074989"/>
                <a:ext cx="38100" cy="38100"/>
              </a:xfrm>
              <a:prstGeom prst="line">
                <a:avLst/>
              </a:prstGeom>
              <a:noFill/>
              <a:ln w="14288" cap="rnd">
                <a:solidFill>
                  <a:srgbClr val="00206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grpSp>
        <p:sp>
          <p:nvSpPr>
            <p:cNvPr id="175" name="Rectángulo 174">
              <a:extLst>
                <a:ext uri="{FF2B5EF4-FFF2-40B4-BE49-F238E27FC236}">
                  <a16:creationId xmlns:a16="http://schemas.microsoft.com/office/drawing/2014/main" id="{E522F3F9-ECF0-4D2A-9244-1942DCB20E98}"/>
                </a:ext>
              </a:extLst>
            </p:cNvPr>
            <p:cNvSpPr/>
            <p:nvPr/>
          </p:nvSpPr>
          <p:spPr>
            <a:xfrm>
              <a:off x="8578718" y="4554108"/>
              <a:ext cx="2488295" cy="1477328"/>
            </a:xfrm>
            <a:prstGeom prst="rect">
              <a:avLst/>
            </a:prstGeom>
          </p:spPr>
          <p:txBody>
            <a:bodyPr wrap="square" lIns="0" tIns="0" rIns="0" bIns="0" rtlCol="0">
              <a:spAutoFit/>
            </a:bodyPr>
            <a:lstStyle/>
            <a:p>
              <a:pPr algn="just"/>
              <a:r>
                <a:rPr lang="es-MX" sz="1600" i="1" dirty="0">
                  <a:solidFill>
                    <a:srgbClr val="002060"/>
                  </a:solidFill>
                  <a:latin typeface="+mj-lt"/>
                  <a:cs typeface="Segoe UI" panose="020B0502040204020203" pitchFamily="34" charset="0"/>
                </a:rPr>
                <a:t>Los extremos se terminan con una resistencia de acople denominada el terminador, que además de indicar que no existen más ordenadores en el extremo, permiten cerrar el bus por medio de un acople de impedancias.</a:t>
              </a:r>
            </a:p>
          </p:txBody>
        </p:sp>
      </p:grpSp>
      <p:sp>
        <p:nvSpPr>
          <p:cNvPr id="4" name="Título 3" hidden="1">
            <a:extLst>
              <a:ext uri="{FF2B5EF4-FFF2-40B4-BE49-F238E27FC236}">
                <a16:creationId xmlns:a16="http://schemas.microsoft.com/office/drawing/2014/main" id="{2784E464-B64A-4614-9350-2C88DBD46AB5}"/>
              </a:ext>
            </a:extLst>
          </p:cNvPr>
          <p:cNvSpPr>
            <a:spLocks noGrp="1"/>
          </p:cNvSpPr>
          <p:nvPr>
            <p:ph type="title"/>
          </p:nvPr>
        </p:nvSpPr>
        <p:spPr/>
        <p:txBody>
          <a:bodyPr rtlCol="0"/>
          <a:lstStyle/>
          <a:p>
            <a:r>
              <a:rPr lang="es-ES" dirty="0"/>
              <a:t>Diapositiva de recursos humanos 5</a:t>
            </a:r>
          </a:p>
        </p:txBody>
      </p:sp>
      <p:pic>
        <p:nvPicPr>
          <p:cNvPr id="3" name="Imagen 2"/>
          <p:cNvPicPr>
            <a:picLocks noChangeAspect="1"/>
          </p:cNvPicPr>
          <p:nvPr/>
        </p:nvPicPr>
        <p:blipFill>
          <a:blip r:embed="rId3"/>
          <a:stretch>
            <a:fillRect/>
          </a:stretch>
        </p:blipFill>
        <p:spPr>
          <a:xfrm>
            <a:off x="910865" y="2383285"/>
            <a:ext cx="4843351" cy="272438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6" name="Rectángulo 25">
            <a:extLst>
              <a:ext uri="{FF2B5EF4-FFF2-40B4-BE49-F238E27FC236}">
                <a16:creationId xmlns:a16="http://schemas.microsoft.com/office/drawing/2014/main" id="{6BBBCB2E-F413-4381-8378-02FDC20EA4F6}"/>
              </a:ext>
            </a:extLst>
          </p:cNvPr>
          <p:cNvSpPr/>
          <p:nvPr/>
        </p:nvSpPr>
        <p:spPr>
          <a:xfrm>
            <a:off x="9187543" y="6481983"/>
            <a:ext cx="3045401" cy="307777"/>
          </a:xfrm>
          <a:prstGeom prst="rect">
            <a:avLst/>
          </a:prstGeom>
        </p:spPr>
        <p:txBody>
          <a:bodyPr wrap="square" lIns="0" tIns="0" rIns="0" bIns="0" rtlCol="0">
            <a:spAutoFit/>
          </a:bodyPr>
          <a:lstStyle/>
          <a:p>
            <a:pPr rtl="0"/>
            <a:r>
              <a:rPr lang="es-ES" sz="2000" b="1" i="1" dirty="0">
                <a:latin typeface="+mj-lt"/>
                <a:cs typeface="Segoe UI" panose="020B0502040204020203" pitchFamily="34" charset="0"/>
              </a:rPr>
              <a:t>FUNDAMENTOS DE REDES</a:t>
            </a:r>
          </a:p>
        </p:txBody>
      </p:sp>
      <p:pic>
        <p:nvPicPr>
          <p:cNvPr id="2" name="Imagen 1" descr="Imagen que contiene Interfaz de usuario gráfica&#10;&#10;Descripción generada automáticamente">
            <a:extLst>
              <a:ext uri="{FF2B5EF4-FFF2-40B4-BE49-F238E27FC236}">
                <a16:creationId xmlns:a16="http://schemas.microsoft.com/office/drawing/2014/main" id="{307BECC2-F9F3-BCD0-E41F-D3843F5B91D0}"/>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3011982510"/>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Cuadro de texto 106">
            <a:extLst>
              <a:ext uri="{FF2B5EF4-FFF2-40B4-BE49-F238E27FC236}">
                <a16:creationId xmlns:a16="http://schemas.microsoft.com/office/drawing/2014/main" id="{54EA7ED5-6E34-4D47-91B6-F78F5F8B4C6E}"/>
              </a:ext>
            </a:extLst>
          </p:cNvPr>
          <p:cNvSpPr txBox="1"/>
          <p:nvPr/>
        </p:nvSpPr>
        <p:spPr>
          <a:xfrm>
            <a:off x="6467951" y="469343"/>
            <a:ext cx="6199622" cy="1025922"/>
          </a:xfrm>
          <a:prstGeom prst="rect">
            <a:avLst/>
          </a:prstGeom>
          <a:noFill/>
        </p:spPr>
        <p:txBody>
          <a:bodyPr wrap="square" lIns="0" tIns="0" rIns="0" bIns="0" rtlCol="0">
            <a:spAutoFit/>
          </a:bodyPr>
          <a:lstStyle/>
          <a:p>
            <a:pPr algn="ctr" rtl="0">
              <a:lnSpc>
                <a:spcPts val="4000"/>
              </a:lnSpc>
            </a:pPr>
            <a:r>
              <a:rPr lang="es-ES" sz="3600" b="1" dirty="0">
                <a:solidFill>
                  <a:srgbClr val="002060"/>
                </a:solidFill>
                <a:latin typeface="Segoe UI" panose="020B0502040204020203" pitchFamily="34" charset="0"/>
                <a:cs typeface="Segoe UI" panose="020B0502040204020203" pitchFamily="34" charset="0"/>
              </a:rPr>
              <a:t>CONCEPTOS BÁSICOS</a:t>
            </a:r>
          </a:p>
          <a:p>
            <a:pPr algn="ctr" rtl="0">
              <a:lnSpc>
                <a:spcPts val="4000"/>
              </a:lnSpc>
            </a:pPr>
            <a:r>
              <a:rPr lang="es-ES" sz="3600" b="1" dirty="0">
                <a:solidFill>
                  <a:srgbClr val="00B050"/>
                </a:solidFill>
                <a:latin typeface="Segoe UI" panose="020B0502040204020203" pitchFamily="34" charset="0"/>
                <a:cs typeface="Segoe UI" panose="020B0502040204020203" pitchFamily="34" charset="0"/>
              </a:rPr>
              <a:t>TIPO ESTRELLA</a:t>
            </a:r>
          </a:p>
        </p:txBody>
      </p:sp>
      <p:cxnSp>
        <p:nvCxnSpPr>
          <p:cNvPr id="110" name="Conector recto 109">
            <a:extLst>
              <a:ext uri="{FF2B5EF4-FFF2-40B4-BE49-F238E27FC236}">
                <a16:creationId xmlns:a16="http://schemas.microsoft.com/office/drawing/2014/main" id="{6D08E99A-0644-4757-9F3A-BBA1A4F39081}"/>
              </a:ext>
              <a:ext uri="{C183D7F6-B498-43B3-948B-1728B52AA6E4}">
                <adec:decorative xmlns:adec="http://schemas.microsoft.com/office/drawing/2017/decorative" val="1"/>
              </a:ext>
            </a:extLst>
          </p:cNvPr>
          <p:cNvCxnSpPr/>
          <p:nvPr/>
        </p:nvCxnSpPr>
        <p:spPr>
          <a:xfrm>
            <a:off x="6751014" y="0"/>
            <a:ext cx="0" cy="6357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4" name="Elipse 123">
            <a:extLst>
              <a:ext uri="{FF2B5EF4-FFF2-40B4-BE49-F238E27FC236}">
                <a16:creationId xmlns:a16="http://schemas.microsoft.com/office/drawing/2014/main" id="{0B8C9A86-3574-4A2E-BC62-481A2BE7FBED}"/>
              </a:ext>
              <a:ext uri="{C183D7F6-B498-43B3-948B-1728B52AA6E4}">
                <adec:decorative xmlns:adec="http://schemas.microsoft.com/office/drawing/2017/decorative" val="1"/>
              </a:ext>
            </a:extLst>
          </p:cNvPr>
          <p:cNvSpPr/>
          <p:nvPr/>
        </p:nvSpPr>
        <p:spPr>
          <a:xfrm>
            <a:off x="6724637" y="567838"/>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grpSp>
        <p:nvGrpSpPr>
          <p:cNvPr id="205" name="Grupo 204" descr="Esta imagen es un icono de tres personas interactuando. ">
            <a:extLst>
              <a:ext uri="{FF2B5EF4-FFF2-40B4-BE49-F238E27FC236}">
                <a16:creationId xmlns:a16="http://schemas.microsoft.com/office/drawing/2014/main" id="{45696519-F308-4262-9DC5-C541B866A807}"/>
              </a:ext>
            </a:extLst>
          </p:cNvPr>
          <p:cNvGrpSpPr/>
          <p:nvPr/>
        </p:nvGrpSpPr>
        <p:grpSpPr>
          <a:xfrm>
            <a:off x="7108600" y="1956491"/>
            <a:ext cx="4874134" cy="3939540"/>
            <a:chOff x="7991679" y="4554108"/>
            <a:chExt cx="3075334" cy="3939540"/>
          </a:xfrm>
        </p:grpSpPr>
        <p:grpSp>
          <p:nvGrpSpPr>
            <p:cNvPr id="174" name="Grupo 173">
              <a:extLst>
                <a:ext uri="{FF2B5EF4-FFF2-40B4-BE49-F238E27FC236}">
                  <a16:creationId xmlns:a16="http://schemas.microsoft.com/office/drawing/2014/main" id="{292DC2AF-B08E-43EC-A60D-B71EFEF8E4D1}"/>
                </a:ext>
              </a:extLst>
            </p:cNvPr>
            <p:cNvGrpSpPr/>
            <p:nvPr/>
          </p:nvGrpSpPr>
          <p:grpSpPr>
            <a:xfrm>
              <a:off x="7991679" y="4627292"/>
              <a:ext cx="346075" cy="346075"/>
              <a:chOff x="3398838" y="2895601"/>
              <a:chExt cx="346075" cy="346075"/>
            </a:xfrm>
          </p:grpSpPr>
          <p:sp>
            <p:nvSpPr>
              <p:cNvPr id="176" name="Forma libre 49">
                <a:extLst>
                  <a:ext uri="{FF2B5EF4-FFF2-40B4-BE49-F238E27FC236}">
                    <a16:creationId xmlns:a16="http://schemas.microsoft.com/office/drawing/2014/main" id="{17CD577B-CBE6-4837-A90F-4F36762E5332}"/>
                  </a:ext>
                </a:extLst>
              </p:cNvPr>
              <p:cNvSpPr>
                <a:spLocks/>
              </p:cNvSpPr>
              <p:nvPr/>
            </p:nvSpPr>
            <p:spPr bwMode="auto">
              <a:xfrm>
                <a:off x="3398838" y="2986089"/>
                <a:ext cx="82550" cy="58738"/>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77" name="Forma libre 50">
                <a:extLst>
                  <a:ext uri="{FF2B5EF4-FFF2-40B4-BE49-F238E27FC236}">
                    <a16:creationId xmlns:a16="http://schemas.microsoft.com/office/drawing/2014/main" id="{8BB81587-7777-4AE5-985D-5B14D33AD60C}"/>
                  </a:ext>
                </a:extLst>
              </p:cNvPr>
              <p:cNvSpPr>
                <a:spLocks/>
              </p:cNvSpPr>
              <p:nvPr/>
            </p:nvSpPr>
            <p:spPr bwMode="auto">
              <a:xfrm>
                <a:off x="3467101" y="2986089"/>
                <a:ext cx="82550" cy="58738"/>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78" name="Elipse 51">
                <a:extLst>
                  <a:ext uri="{FF2B5EF4-FFF2-40B4-BE49-F238E27FC236}">
                    <a16:creationId xmlns:a16="http://schemas.microsoft.com/office/drawing/2014/main" id="{49EA0197-339C-4417-A18C-DC15037A9717}"/>
                  </a:ext>
                </a:extLst>
              </p:cNvPr>
              <p:cNvSpPr>
                <a:spLocks noChangeArrowheads="1"/>
              </p:cNvSpPr>
              <p:nvPr/>
            </p:nvSpPr>
            <p:spPr bwMode="auto">
              <a:xfrm>
                <a:off x="3429001" y="2895601"/>
                <a:ext cx="90488" cy="96838"/>
              </a:xfrm>
              <a:prstGeom prst="ellipse">
                <a:avLst/>
              </a:pr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79" name="Forma libre 52">
                <a:extLst>
                  <a:ext uri="{FF2B5EF4-FFF2-40B4-BE49-F238E27FC236}">
                    <a16:creationId xmlns:a16="http://schemas.microsoft.com/office/drawing/2014/main" id="{203C108E-5283-4E7B-B970-0E4DF3AF3AEC}"/>
                  </a:ext>
                </a:extLst>
              </p:cNvPr>
              <p:cNvSpPr>
                <a:spLocks/>
              </p:cNvSpPr>
              <p:nvPr/>
            </p:nvSpPr>
            <p:spPr bwMode="auto">
              <a:xfrm>
                <a:off x="3429001" y="2928939"/>
                <a:ext cx="90488" cy="14288"/>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0" name="Forma libre 53">
                <a:extLst>
                  <a:ext uri="{FF2B5EF4-FFF2-40B4-BE49-F238E27FC236}">
                    <a16:creationId xmlns:a16="http://schemas.microsoft.com/office/drawing/2014/main" id="{4A82F405-C833-4408-A2F0-752E2D6C80A8}"/>
                  </a:ext>
                </a:extLst>
              </p:cNvPr>
              <p:cNvSpPr>
                <a:spLocks/>
              </p:cNvSpPr>
              <p:nvPr/>
            </p:nvSpPr>
            <p:spPr bwMode="auto">
              <a:xfrm>
                <a:off x="3594101" y="2986089"/>
                <a:ext cx="82550" cy="58738"/>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1" name="Forma libre 54">
                <a:extLst>
                  <a:ext uri="{FF2B5EF4-FFF2-40B4-BE49-F238E27FC236}">
                    <a16:creationId xmlns:a16="http://schemas.microsoft.com/office/drawing/2014/main" id="{895EA8D0-BBA4-4370-A965-F96A9EDD4249}"/>
                  </a:ext>
                </a:extLst>
              </p:cNvPr>
              <p:cNvSpPr>
                <a:spLocks/>
              </p:cNvSpPr>
              <p:nvPr/>
            </p:nvSpPr>
            <p:spPr bwMode="auto">
              <a:xfrm>
                <a:off x="3662363" y="2986089"/>
                <a:ext cx="82550" cy="58738"/>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2" name="Elipse 55">
                <a:extLst>
                  <a:ext uri="{FF2B5EF4-FFF2-40B4-BE49-F238E27FC236}">
                    <a16:creationId xmlns:a16="http://schemas.microsoft.com/office/drawing/2014/main" id="{94D90E4F-09C7-44B0-9D11-E32A4A0208BC}"/>
                  </a:ext>
                </a:extLst>
              </p:cNvPr>
              <p:cNvSpPr>
                <a:spLocks noChangeArrowheads="1"/>
              </p:cNvSpPr>
              <p:nvPr/>
            </p:nvSpPr>
            <p:spPr bwMode="auto">
              <a:xfrm>
                <a:off x="3624263" y="2895601"/>
                <a:ext cx="90488" cy="96838"/>
              </a:xfrm>
              <a:prstGeom prst="ellipse">
                <a:avLst/>
              </a:pr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3" name="Forma libre 56">
                <a:extLst>
                  <a:ext uri="{FF2B5EF4-FFF2-40B4-BE49-F238E27FC236}">
                    <a16:creationId xmlns:a16="http://schemas.microsoft.com/office/drawing/2014/main" id="{0D6D6DA1-3425-44CA-B1CB-B326D2C50D5D}"/>
                  </a:ext>
                </a:extLst>
              </p:cNvPr>
              <p:cNvSpPr>
                <a:spLocks/>
              </p:cNvSpPr>
              <p:nvPr/>
            </p:nvSpPr>
            <p:spPr bwMode="auto">
              <a:xfrm>
                <a:off x="3624263" y="2928939"/>
                <a:ext cx="90488" cy="14288"/>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4" name="Forma libre 57">
                <a:extLst>
                  <a:ext uri="{FF2B5EF4-FFF2-40B4-BE49-F238E27FC236}">
                    <a16:creationId xmlns:a16="http://schemas.microsoft.com/office/drawing/2014/main" id="{A25CE64B-B92A-4562-B048-0FA2A21CB7F4}"/>
                  </a:ext>
                </a:extLst>
              </p:cNvPr>
              <p:cNvSpPr>
                <a:spLocks/>
              </p:cNvSpPr>
              <p:nvPr/>
            </p:nvSpPr>
            <p:spPr bwMode="auto">
              <a:xfrm>
                <a:off x="3497263" y="3181351"/>
                <a:ext cx="82550" cy="60325"/>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5" name="Forma libre 58">
                <a:extLst>
                  <a:ext uri="{FF2B5EF4-FFF2-40B4-BE49-F238E27FC236}">
                    <a16:creationId xmlns:a16="http://schemas.microsoft.com/office/drawing/2014/main" id="{80861AE6-B038-4B8C-9EF0-109DEB591A97}"/>
                  </a:ext>
                </a:extLst>
              </p:cNvPr>
              <p:cNvSpPr>
                <a:spLocks/>
              </p:cNvSpPr>
              <p:nvPr/>
            </p:nvSpPr>
            <p:spPr bwMode="auto">
              <a:xfrm>
                <a:off x="3563938" y="3181351"/>
                <a:ext cx="82550" cy="60325"/>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6" name="Elipse 59">
                <a:extLst>
                  <a:ext uri="{FF2B5EF4-FFF2-40B4-BE49-F238E27FC236}">
                    <a16:creationId xmlns:a16="http://schemas.microsoft.com/office/drawing/2014/main" id="{2505D730-7819-4CDD-9F00-8E9CEC3DF49F}"/>
                  </a:ext>
                </a:extLst>
              </p:cNvPr>
              <p:cNvSpPr>
                <a:spLocks noChangeArrowheads="1"/>
              </p:cNvSpPr>
              <p:nvPr/>
            </p:nvSpPr>
            <p:spPr bwMode="auto">
              <a:xfrm>
                <a:off x="3527426" y="3090864"/>
                <a:ext cx="88900" cy="96838"/>
              </a:xfrm>
              <a:prstGeom prst="ellipse">
                <a:avLst/>
              </a:pr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7" name="Forma libre 60">
                <a:extLst>
                  <a:ext uri="{FF2B5EF4-FFF2-40B4-BE49-F238E27FC236}">
                    <a16:creationId xmlns:a16="http://schemas.microsoft.com/office/drawing/2014/main" id="{88FBFC84-B4E6-4DDD-9DD0-1BB91EA0E022}"/>
                  </a:ext>
                </a:extLst>
              </p:cNvPr>
              <p:cNvSpPr>
                <a:spLocks/>
              </p:cNvSpPr>
              <p:nvPr/>
            </p:nvSpPr>
            <p:spPr bwMode="auto">
              <a:xfrm>
                <a:off x="3527426" y="3124201"/>
                <a:ext cx="88900" cy="15875"/>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8" name="Línea 61">
                <a:extLst>
                  <a:ext uri="{FF2B5EF4-FFF2-40B4-BE49-F238E27FC236}">
                    <a16:creationId xmlns:a16="http://schemas.microsoft.com/office/drawing/2014/main" id="{9689C86A-B365-433F-B326-C60DC116B48F}"/>
                  </a:ext>
                </a:extLst>
              </p:cNvPr>
              <p:cNvSpPr>
                <a:spLocks noChangeShapeType="1"/>
              </p:cNvSpPr>
              <p:nvPr/>
            </p:nvSpPr>
            <p:spPr bwMode="auto">
              <a:xfrm>
                <a:off x="3451226" y="3074989"/>
                <a:ext cx="38100" cy="38100"/>
              </a:xfrm>
              <a:prstGeom prst="line">
                <a:avLst/>
              </a:prstGeom>
              <a:noFill/>
              <a:ln w="14288" cap="rnd">
                <a:solidFill>
                  <a:srgbClr val="00206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9" name="Línea 62">
                <a:extLst>
                  <a:ext uri="{FF2B5EF4-FFF2-40B4-BE49-F238E27FC236}">
                    <a16:creationId xmlns:a16="http://schemas.microsoft.com/office/drawing/2014/main" id="{ED368EF9-22A8-4990-9D2E-549C76157C0F}"/>
                  </a:ext>
                </a:extLst>
              </p:cNvPr>
              <p:cNvSpPr>
                <a:spLocks noChangeShapeType="1"/>
              </p:cNvSpPr>
              <p:nvPr/>
            </p:nvSpPr>
            <p:spPr bwMode="auto">
              <a:xfrm flipH="1">
                <a:off x="3654426" y="3074989"/>
                <a:ext cx="38100" cy="38100"/>
              </a:xfrm>
              <a:prstGeom prst="line">
                <a:avLst/>
              </a:prstGeom>
              <a:noFill/>
              <a:ln w="14288" cap="rnd">
                <a:solidFill>
                  <a:srgbClr val="00206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grpSp>
        <p:sp>
          <p:nvSpPr>
            <p:cNvPr id="175" name="Rectángulo 174">
              <a:extLst>
                <a:ext uri="{FF2B5EF4-FFF2-40B4-BE49-F238E27FC236}">
                  <a16:creationId xmlns:a16="http://schemas.microsoft.com/office/drawing/2014/main" id="{E522F3F9-ECF0-4D2A-9244-1942DCB20E98}"/>
                </a:ext>
              </a:extLst>
            </p:cNvPr>
            <p:cNvSpPr/>
            <p:nvPr/>
          </p:nvSpPr>
          <p:spPr>
            <a:xfrm>
              <a:off x="8578718" y="4554108"/>
              <a:ext cx="2488295" cy="3939540"/>
            </a:xfrm>
            <a:prstGeom prst="rect">
              <a:avLst/>
            </a:prstGeom>
          </p:spPr>
          <p:txBody>
            <a:bodyPr wrap="square" lIns="0" tIns="0" rIns="0" bIns="0" rtlCol="0">
              <a:spAutoFit/>
            </a:bodyPr>
            <a:lstStyle/>
            <a:p>
              <a:pPr algn="just"/>
              <a:r>
                <a:rPr lang="es-MX" sz="1600" i="1" dirty="0">
                  <a:solidFill>
                    <a:srgbClr val="002060"/>
                  </a:solidFill>
                  <a:latin typeface="+mj-lt"/>
                  <a:cs typeface="Segoe UI" panose="020B0502040204020203" pitchFamily="34" charset="0"/>
                </a:rPr>
                <a:t>Una red en estrella es una red de computadoras donde las estaciones están conectadas directamente a un punto central y todas las comunicaciones se hacen necesariamente a través de ese punto (conmutador, repetidor o concentrador). </a:t>
              </a:r>
            </a:p>
            <a:p>
              <a:pPr algn="just"/>
              <a:endParaRPr lang="es-MX" sz="1600" i="1" dirty="0">
                <a:solidFill>
                  <a:srgbClr val="002060"/>
                </a:solidFill>
                <a:latin typeface="+mj-lt"/>
                <a:cs typeface="Segoe UI" panose="020B0502040204020203" pitchFamily="34" charset="0"/>
              </a:endParaRPr>
            </a:p>
            <a:p>
              <a:pPr algn="just"/>
              <a:r>
                <a:rPr lang="es-MX" sz="1600" i="1" dirty="0">
                  <a:solidFill>
                    <a:srgbClr val="002060"/>
                  </a:solidFill>
                  <a:latin typeface="+mj-lt"/>
                  <a:cs typeface="Segoe UI" panose="020B0502040204020203" pitchFamily="34" charset="0"/>
                </a:rPr>
                <a:t>Los dispositivos no están directamente conectados entre sí, además de que no se permite tanto tráfico de información. Dada su transmisión, una red en estrella activa tiene un nodo central “activo” que normalmente tiene los medios para prevenir problemas relacionados con el eco.</a:t>
              </a:r>
            </a:p>
          </p:txBody>
        </p:sp>
      </p:grpSp>
      <p:sp>
        <p:nvSpPr>
          <p:cNvPr id="4" name="Título 3" hidden="1">
            <a:extLst>
              <a:ext uri="{FF2B5EF4-FFF2-40B4-BE49-F238E27FC236}">
                <a16:creationId xmlns:a16="http://schemas.microsoft.com/office/drawing/2014/main" id="{2784E464-B64A-4614-9350-2C88DBD46AB5}"/>
              </a:ext>
            </a:extLst>
          </p:cNvPr>
          <p:cNvSpPr>
            <a:spLocks noGrp="1"/>
          </p:cNvSpPr>
          <p:nvPr>
            <p:ph type="title"/>
          </p:nvPr>
        </p:nvSpPr>
        <p:spPr/>
        <p:txBody>
          <a:bodyPr rtlCol="0"/>
          <a:lstStyle/>
          <a:p>
            <a:r>
              <a:rPr lang="es-ES" dirty="0"/>
              <a:t>Diapositiva de recursos humanos 5</a:t>
            </a:r>
          </a:p>
        </p:txBody>
      </p:sp>
      <p:pic>
        <p:nvPicPr>
          <p:cNvPr id="2" name="Imagen 1"/>
          <p:cNvPicPr>
            <a:picLocks noChangeAspect="1"/>
          </p:cNvPicPr>
          <p:nvPr/>
        </p:nvPicPr>
        <p:blipFill>
          <a:blip r:embed="rId3"/>
          <a:stretch>
            <a:fillRect/>
          </a:stretch>
        </p:blipFill>
        <p:spPr>
          <a:xfrm>
            <a:off x="1222810" y="1358787"/>
            <a:ext cx="4467192" cy="383957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6" name="Rectángulo 25">
            <a:extLst>
              <a:ext uri="{FF2B5EF4-FFF2-40B4-BE49-F238E27FC236}">
                <a16:creationId xmlns:a16="http://schemas.microsoft.com/office/drawing/2014/main" id="{6BBBCB2E-F413-4381-8378-02FDC20EA4F6}"/>
              </a:ext>
            </a:extLst>
          </p:cNvPr>
          <p:cNvSpPr/>
          <p:nvPr/>
        </p:nvSpPr>
        <p:spPr>
          <a:xfrm>
            <a:off x="9187543" y="6481983"/>
            <a:ext cx="3045401" cy="307777"/>
          </a:xfrm>
          <a:prstGeom prst="rect">
            <a:avLst/>
          </a:prstGeom>
        </p:spPr>
        <p:txBody>
          <a:bodyPr wrap="square" lIns="0" tIns="0" rIns="0" bIns="0" rtlCol="0">
            <a:spAutoFit/>
          </a:bodyPr>
          <a:lstStyle/>
          <a:p>
            <a:pPr rtl="0"/>
            <a:r>
              <a:rPr lang="es-ES" sz="2000" b="1" i="1" dirty="0">
                <a:latin typeface="+mj-lt"/>
                <a:cs typeface="Segoe UI" panose="020B0502040204020203" pitchFamily="34" charset="0"/>
              </a:rPr>
              <a:t>FUNDAMENTOS DE REDES</a:t>
            </a:r>
          </a:p>
        </p:txBody>
      </p:sp>
      <p:pic>
        <p:nvPicPr>
          <p:cNvPr id="3" name="Imagen 2" descr="Imagen que contiene Interfaz de usuario gráfica&#10;&#10;Descripción generada automáticamente">
            <a:extLst>
              <a:ext uri="{FF2B5EF4-FFF2-40B4-BE49-F238E27FC236}">
                <a16:creationId xmlns:a16="http://schemas.microsoft.com/office/drawing/2014/main" id="{C1B641E2-B487-FBCE-51D1-0E44A23EB837}"/>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2048737896"/>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Cuadro de texto 106">
            <a:extLst>
              <a:ext uri="{FF2B5EF4-FFF2-40B4-BE49-F238E27FC236}">
                <a16:creationId xmlns:a16="http://schemas.microsoft.com/office/drawing/2014/main" id="{54EA7ED5-6E34-4D47-91B6-F78F5F8B4C6E}"/>
              </a:ext>
            </a:extLst>
          </p:cNvPr>
          <p:cNvSpPr txBox="1"/>
          <p:nvPr/>
        </p:nvSpPr>
        <p:spPr>
          <a:xfrm>
            <a:off x="6467951" y="469343"/>
            <a:ext cx="6199622" cy="1025922"/>
          </a:xfrm>
          <a:prstGeom prst="rect">
            <a:avLst/>
          </a:prstGeom>
          <a:noFill/>
        </p:spPr>
        <p:txBody>
          <a:bodyPr wrap="square" lIns="0" tIns="0" rIns="0" bIns="0" rtlCol="0">
            <a:spAutoFit/>
          </a:bodyPr>
          <a:lstStyle/>
          <a:p>
            <a:pPr algn="ctr" rtl="0">
              <a:lnSpc>
                <a:spcPts val="4000"/>
              </a:lnSpc>
            </a:pPr>
            <a:r>
              <a:rPr lang="es-ES" sz="3600" b="1" dirty="0">
                <a:solidFill>
                  <a:srgbClr val="002060"/>
                </a:solidFill>
                <a:latin typeface="Segoe UI" panose="020B0502040204020203" pitchFamily="34" charset="0"/>
                <a:cs typeface="Segoe UI" panose="020B0502040204020203" pitchFamily="34" charset="0"/>
              </a:rPr>
              <a:t>CONCEPTOS BÁSICOS</a:t>
            </a:r>
          </a:p>
          <a:p>
            <a:pPr algn="ctr" rtl="0">
              <a:lnSpc>
                <a:spcPts val="4000"/>
              </a:lnSpc>
            </a:pPr>
            <a:r>
              <a:rPr lang="es-ES" sz="3600" b="1" dirty="0">
                <a:solidFill>
                  <a:srgbClr val="00B050"/>
                </a:solidFill>
                <a:latin typeface="Segoe UI" panose="020B0502040204020203" pitchFamily="34" charset="0"/>
                <a:cs typeface="Segoe UI" panose="020B0502040204020203" pitchFamily="34" charset="0"/>
              </a:rPr>
              <a:t>TIPO ANILLO</a:t>
            </a:r>
          </a:p>
        </p:txBody>
      </p:sp>
      <p:cxnSp>
        <p:nvCxnSpPr>
          <p:cNvPr id="110" name="Conector recto 109">
            <a:extLst>
              <a:ext uri="{FF2B5EF4-FFF2-40B4-BE49-F238E27FC236}">
                <a16:creationId xmlns:a16="http://schemas.microsoft.com/office/drawing/2014/main" id="{6D08E99A-0644-4757-9F3A-BBA1A4F39081}"/>
              </a:ext>
              <a:ext uri="{C183D7F6-B498-43B3-948B-1728B52AA6E4}">
                <adec:decorative xmlns:adec="http://schemas.microsoft.com/office/drawing/2017/decorative" val="1"/>
              </a:ext>
            </a:extLst>
          </p:cNvPr>
          <p:cNvCxnSpPr/>
          <p:nvPr/>
        </p:nvCxnSpPr>
        <p:spPr>
          <a:xfrm>
            <a:off x="6751014" y="0"/>
            <a:ext cx="0" cy="6357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4" name="Elipse 123">
            <a:extLst>
              <a:ext uri="{FF2B5EF4-FFF2-40B4-BE49-F238E27FC236}">
                <a16:creationId xmlns:a16="http://schemas.microsoft.com/office/drawing/2014/main" id="{0B8C9A86-3574-4A2E-BC62-481A2BE7FBED}"/>
              </a:ext>
              <a:ext uri="{C183D7F6-B498-43B3-948B-1728B52AA6E4}">
                <adec:decorative xmlns:adec="http://schemas.microsoft.com/office/drawing/2017/decorative" val="1"/>
              </a:ext>
            </a:extLst>
          </p:cNvPr>
          <p:cNvSpPr/>
          <p:nvPr/>
        </p:nvSpPr>
        <p:spPr>
          <a:xfrm>
            <a:off x="6724637" y="567838"/>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grpSp>
        <p:nvGrpSpPr>
          <p:cNvPr id="205" name="Grupo 204" descr="Esta imagen es un icono de tres personas interactuando. ">
            <a:extLst>
              <a:ext uri="{FF2B5EF4-FFF2-40B4-BE49-F238E27FC236}">
                <a16:creationId xmlns:a16="http://schemas.microsoft.com/office/drawing/2014/main" id="{45696519-F308-4262-9DC5-C541B866A807}"/>
              </a:ext>
            </a:extLst>
          </p:cNvPr>
          <p:cNvGrpSpPr/>
          <p:nvPr/>
        </p:nvGrpSpPr>
        <p:grpSpPr>
          <a:xfrm>
            <a:off x="7452613" y="2666175"/>
            <a:ext cx="4230298" cy="1969770"/>
            <a:chOff x="7991679" y="4554108"/>
            <a:chExt cx="2669106" cy="1969770"/>
          </a:xfrm>
        </p:grpSpPr>
        <p:grpSp>
          <p:nvGrpSpPr>
            <p:cNvPr id="174" name="Grupo 173">
              <a:extLst>
                <a:ext uri="{FF2B5EF4-FFF2-40B4-BE49-F238E27FC236}">
                  <a16:creationId xmlns:a16="http://schemas.microsoft.com/office/drawing/2014/main" id="{292DC2AF-B08E-43EC-A60D-B71EFEF8E4D1}"/>
                </a:ext>
              </a:extLst>
            </p:cNvPr>
            <p:cNvGrpSpPr/>
            <p:nvPr/>
          </p:nvGrpSpPr>
          <p:grpSpPr>
            <a:xfrm>
              <a:off x="7991679" y="4627292"/>
              <a:ext cx="346075" cy="346075"/>
              <a:chOff x="3398838" y="2895601"/>
              <a:chExt cx="346075" cy="346075"/>
            </a:xfrm>
          </p:grpSpPr>
          <p:sp>
            <p:nvSpPr>
              <p:cNvPr id="176" name="Forma libre 49">
                <a:extLst>
                  <a:ext uri="{FF2B5EF4-FFF2-40B4-BE49-F238E27FC236}">
                    <a16:creationId xmlns:a16="http://schemas.microsoft.com/office/drawing/2014/main" id="{17CD577B-CBE6-4837-A90F-4F36762E5332}"/>
                  </a:ext>
                </a:extLst>
              </p:cNvPr>
              <p:cNvSpPr>
                <a:spLocks/>
              </p:cNvSpPr>
              <p:nvPr/>
            </p:nvSpPr>
            <p:spPr bwMode="auto">
              <a:xfrm>
                <a:off x="3398838" y="2986089"/>
                <a:ext cx="82550" cy="58738"/>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77" name="Forma libre 50">
                <a:extLst>
                  <a:ext uri="{FF2B5EF4-FFF2-40B4-BE49-F238E27FC236}">
                    <a16:creationId xmlns:a16="http://schemas.microsoft.com/office/drawing/2014/main" id="{8BB81587-7777-4AE5-985D-5B14D33AD60C}"/>
                  </a:ext>
                </a:extLst>
              </p:cNvPr>
              <p:cNvSpPr>
                <a:spLocks/>
              </p:cNvSpPr>
              <p:nvPr/>
            </p:nvSpPr>
            <p:spPr bwMode="auto">
              <a:xfrm>
                <a:off x="3467101" y="2986089"/>
                <a:ext cx="82550" cy="58738"/>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78" name="Elipse 51">
                <a:extLst>
                  <a:ext uri="{FF2B5EF4-FFF2-40B4-BE49-F238E27FC236}">
                    <a16:creationId xmlns:a16="http://schemas.microsoft.com/office/drawing/2014/main" id="{49EA0197-339C-4417-A18C-DC15037A9717}"/>
                  </a:ext>
                </a:extLst>
              </p:cNvPr>
              <p:cNvSpPr>
                <a:spLocks noChangeArrowheads="1"/>
              </p:cNvSpPr>
              <p:nvPr/>
            </p:nvSpPr>
            <p:spPr bwMode="auto">
              <a:xfrm>
                <a:off x="3429001" y="2895601"/>
                <a:ext cx="90488" cy="96838"/>
              </a:xfrm>
              <a:prstGeom prst="ellipse">
                <a:avLst/>
              </a:pr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79" name="Forma libre 52">
                <a:extLst>
                  <a:ext uri="{FF2B5EF4-FFF2-40B4-BE49-F238E27FC236}">
                    <a16:creationId xmlns:a16="http://schemas.microsoft.com/office/drawing/2014/main" id="{203C108E-5283-4E7B-B970-0E4DF3AF3AEC}"/>
                  </a:ext>
                </a:extLst>
              </p:cNvPr>
              <p:cNvSpPr>
                <a:spLocks/>
              </p:cNvSpPr>
              <p:nvPr/>
            </p:nvSpPr>
            <p:spPr bwMode="auto">
              <a:xfrm>
                <a:off x="3429001" y="2928939"/>
                <a:ext cx="90488" cy="14288"/>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0" name="Forma libre 53">
                <a:extLst>
                  <a:ext uri="{FF2B5EF4-FFF2-40B4-BE49-F238E27FC236}">
                    <a16:creationId xmlns:a16="http://schemas.microsoft.com/office/drawing/2014/main" id="{4A82F405-C833-4408-A2F0-752E2D6C80A8}"/>
                  </a:ext>
                </a:extLst>
              </p:cNvPr>
              <p:cNvSpPr>
                <a:spLocks/>
              </p:cNvSpPr>
              <p:nvPr/>
            </p:nvSpPr>
            <p:spPr bwMode="auto">
              <a:xfrm>
                <a:off x="3594101" y="2986089"/>
                <a:ext cx="82550" cy="58738"/>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1" name="Forma libre 54">
                <a:extLst>
                  <a:ext uri="{FF2B5EF4-FFF2-40B4-BE49-F238E27FC236}">
                    <a16:creationId xmlns:a16="http://schemas.microsoft.com/office/drawing/2014/main" id="{895EA8D0-BBA4-4370-A965-F96A9EDD4249}"/>
                  </a:ext>
                </a:extLst>
              </p:cNvPr>
              <p:cNvSpPr>
                <a:spLocks/>
              </p:cNvSpPr>
              <p:nvPr/>
            </p:nvSpPr>
            <p:spPr bwMode="auto">
              <a:xfrm>
                <a:off x="3662363" y="2986089"/>
                <a:ext cx="82550" cy="58738"/>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2" name="Elipse 55">
                <a:extLst>
                  <a:ext uri="{FF2B5EF4-FFF2-40B4-BE49-F238E27FC236}">
                    <a16:creationId xmlns:a16="http://schemas.microsoft.com/office/drawing/2014/main" id="{94D90E4F-09C7-44B0-9D11-E32A4A0208BC}"/>
                  </a:ext>
                </a:extLst>
              </p:cNvPr>
              <p:cNvSpPr>
                <a:spLocks noChangeArrowheads="1"/>
              </p:cNvSpPr>
              <p:nvPr/>
            </p:nvSpPr>
            <p:spPr bwMode="auto">
              <a:xfrm>
                <a:off x="3624263" y="2895601"/>
                <a:ext cx="90488" cy="96838"/>
              </a:xfrm>
              <a:prstGeom prst="ellipse">
                <a:avLst/>
              </a:pr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3" name="Forma libre 56">
                <a:extLst>
                  <a:ext uri="{FF2B5EF4-FFF2-40B4-BE49-F238E27FC236}">
                    <a16:creationId xmlns:a16="http://schemas.microsoft.com/office/drawing/2014/main" id="{0D6D6DA1-3425-44CA-B1CB-B326D2C50D5D}"/>
                  </a:ext>
                </a:extLst>
              </p:cNvPr>
              <p:cNvSpPr>
                <a:spLocks/>
              </p:cNvSpPr>
              <p:nvPr/>
            </p:nvSpPr>
            <p:spPr bwMode="auto">
              <a:xfrm>
                <a:off x="3624263" y="2928939"/>
                <a:ext cx="90488" cy="14288"/>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4" name="Forma libre 57">
                <a:extLst>
                  <a:ext uri="{FF2B5EF4-FFF2-40B4-BE49-F238E27FC236}">
                    <a16:creationId xmlns:a16="http://schemas.microsoft.com/office/drawing/2014/main" id="{A25CE64B-B92A-4562-B048-0FA2A21CB7F4}"/>
                  </a:ext>
                </a:extLst>
              </p:cNvPr>
              <p:cNvSpPr>
                <a:spLocks/>
              </p:cNvSpPr>
              <p:nvPr/>
            </p:nvSpPr>
            <p:spPr bwMode="auto">
              <a:xfrm>
                <a:off x="3497263" y="3181351"/>
                <a:ext cx="82550" cy="60325"/>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5" name="Forma libre 58">
                <a:extLst>
                  <a:ext uri="{FF2B5EF4-FFF2-40B4-BE49-F238E27FC236}">
                    <a16:creationId xmlns:a16="http://schemas.microsoft.com/office/drawing/2014/main" id="{80861AE6-B038-4B8C-9EF0-109DEB591A97}"/>
                  </a:ext>
                </a:extLst>
              </p:cNvPr>
              <p:cNvSpPr>
                <a:spLocks/>
              </p:cNvSpPr>
              <p:nvPr/>
            </p:nvSpPr>
            <p:spPr bwMode="auto">
              <a:xfrm>
                <a:off x="3563938" y="3181351"/>
                <a:ext cx="82550" cy="60325"/>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6" name="Elipse 59">
                <a:extLst>
                  <a:ext uri="{FF2B5EF4-FFF2-40B4-BE49-F238E27FC236}">
                    <a16:creationId xmlns:a16="http://schemas.microsoft.com/office/drawing/2014/main" id="{2505D730-7819-4CDD-9F00-8E9CEC3DF49F}"/>
                  </a:ext>
                </a:extLst>
              </p:cNvPr>
              <p:cNvSpPr>
                <a:spLocks noChangeArrowheads="1"/>
              </p:cNvSpPr>
              <p:nvPr/>
            </p:nvSpPr>
            <p:spPr bwMode="auto">
              <a:xfrm>
                <a:off x="3527426" y="3090864"/>
                <a:ext cx="88900" cy="96838"/>
              </a:xfrm>
              <a:prstGeom prst="ellipse">
                <a:avLst/>
              </a:pr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7" name="Forma libre 60">
                <a:extLst>
                  <a:ext uri="{FF2B5EF4-FFF2-40B4-BE49-F238E27FC236}">
                    <a16:creationId xmlns:a16="http://schemas.microsoft.com/office/drawing/2014/main" id="{88FBFC84-B4E6-4DDD-9DD0-1BB91EA0E022}"/>
                  </a:ext>
                </a:extLst>
              </p:cNvPr>
              <p:cNvSpPr>
                <a:spLocks/>
              </p:cNvSpPr>
              <p:nvPr/>
            </p:nvSpPr>
            <p:spPr bwMode="auto">
              <a:xfrm>
                <a:off x="3527426" y="3124201"/>
                <a:ext cx="88900" cy="15875"/>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8" name="Línea 61">
                <a:extLst>
                  <a:ext uri="{FF2B5EF4-FFF2-40B4-BE49-F238E27FC236}">
                    <a16:creationId xmlns:a16="http://schemas.microsoft.com/office/drawing/2014/main" id="{9689C86A-B365-433F-B326-C60DC116B48F}"/>
                  </a:ext>
                </a:extLst>
              </p:cNvPr>
              <p:cNvSpPr>
                <a:spLocks noChangeShapeType="1"/>
              </p:cNvSpPr>
              <p:nvPr/>
            </p:nvSpPr>
            <p:spPr bwMode="auto">
              <a:xfrm>
                <a:off x="3451226" y="3074989"/>
                <a:ext cx="38100" cy="38100"/>
              </a:xfrm>
              <a:prstGeom prst="line">
                <a:avLst/>
              </a:prstGeom>
              <a:noFill/>
              <a:ln w="14288" cap="rnd">
                <a:solidFill>
                  <a:srgbClr val="00206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9" name="Línea 62">
                <a:extLst>
                  <a:ext uri="{FF2B5EF4-FFF2-40B4-BE49-F238E27FC236}">
                    <a16:creationId xmlns:a16="http://schemas.microsoft.com/office/drawing/2014/main" id="{ED368EF9-22A8-4990-9D2E-549C76157C0F}"/>
                  </a:ext>
                </a:extLst>
              </p:cNvPr>
              <p:cNvSpPr>
                <a:spLocks noChangeShapeType="1"/>
              </p:cNvSpPr>
              <p:nvPr/>
            </p:nvSpPr>
            <p:spPr bwMode="auto">
              <a:xfrm flipH="1">
                <a:off x="3654426" y="3074989"/>
                <a:ext cx="38100" cy="38100"/>
              </a:xfrm>
              <a:prstGeom prst="line">
                <a:avLst/>
              </a:prstGeom>
              <a:noFill/>
              <a:ln w="14288" cap="rnd">
                <a:solidFill>
                  <a:srgbClr val="00206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grpSp>
        <p:sp>
          <p:nvSpPr>
            <p:cNvPr id="175" name="Rectángulo 174">
              <a:extLst>
                <a:ext uri="{FF2B5EF4-FFF2-40B4-BE49-F238E27FC236}">
                  <a16:creationId xmlns:a16="http://schemas.microsoft.com/office/drawing/2014/main" id="{E522F3F9-ECF0-4D2A-9244-1942DCB20E98}"/>
                </a:ext>
              </a:extLst>
            </p:cNvPr>
            <p:cNvSpPr/>
            <p:nvPr/>
          </p:nvSpPr>
          <p:spPr>
            <a:xfrm>
              <a:off x="8578719" y="4554108"/>
              <a:ext cx="2082066" cy="1969770"/>
            </a:xfrm>
            <a:prstGeom prst="rect">
              <a:avLst/>
            </a:prstGeom>
          </p:spPr>
          <p:txBody>
            <a:bodyPr wrap="square" lIns="0" tIns="0" rIns="0" bIns="0" rtlCol="0">
              <a:spAutoFit/>
            </a:bodyPr>
            <a:lstStyle/>
            <a:p>
              <a:pPr algn="just"/>
              <a:r>
                <a:rPr lang="es-MX" sz="1600" i="1" dirty="0">
                  <a:solidFill>
                    <a:srgbClr val="002060"/>
                  </a:solidFill>
                  <a:latin typeface="+mj-lt"/>
                  <a:cs typeface="Segoe UI" panose="020B0502040204020203" pitchFamily="34" charset="0"/>
                </a:rPr>
                <a:t>Una red en anillo es una topología de red en la que cada nodo se conecta exactamente a otros dos nodos, formando una única ruta continua, para las señales a través de cada nodo: un anillo. Los datos viajan de un nodo a otro, y cada nodo maneja cada paquete.</a:t>
              </a:r>
            </a:p>
            <a:p>
              <a:pPr algn="just"/>
              <a:endParaRPr lang="es-MX" sz="1600" i="1" dirty="0">
                <a:solidFill>
                  <a:srgbClr val="002060"/>
                </a:solidFill>
                <a:latin typeface="+mj-lt"/>
                <a:cs typeface="Segoe UI" panose="020B0502040204020203" pitchFamily="34" charset="0"/>
              </a:endParaRPr>
            </a:p>
          </p:txBody>
        </p:sp>
      </p:grpSp>
      <p:sp>
        <p:nvSpPr>
          <p:cNvPr id="4" name="Título 3" hidden="1">
            <a:extLst>
              <a:ext uri="{FF2B5EF4-FFF2-40B4-BE49-F238E27FC236}">
                <a16:creationId xmlns:a16="http://schemas.microsoft.com/office/drawing/2014/main" id="{2784E464-B64A-4614-9350-2C88DBD46AB5}"/>
              </a:ext>
            </a:extLst>
          </p:cNvPr>
          <p:cNvSpPr>
            <a:spLocks noGrp="1"/>
          </p:cNvSpPr>
          <p:nvPr>
            <p:ph type="title"/>
          </p:nvPr>
        </p:nvSpPr>
        <p:spPr/>
        <p:txBody>
          <a:bodyPr rtlCol="0"/>
          <a:lstStyle/>
          <a:p>
            <a:r>
              <a:rPr lang="es-ES" dirty="0"/>
              <a:t>Diapositiva de recursos humanos 5</a:t>
            </a:r>
          </a:p>
        </p:txBody>
      </p:sp>
      <p:pic>
        <p:nvPicPr>
          <p:cNvPr id="3" name="Imagen 2"/>
          <p:cNvPicPr>
            <a:picLocks noChangeAspect="1"/>
          </p:cNvPicPr>
          <p:nvPr/>
        </p:nvPicPr>
        <p:blipFill>
          <a:blip r:embed="rId3"/>
          <a:stretch>
            <a:fillRect/>
          </a:stretch>
        </p:blipFill>
        <p:spPr>
          <a:xfrm>
            <a:off x="1630756" y="1513871"/>
            <a:ext cx="3614714" cy="332951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6" name="Rectángulo 25">
            <a:extLst>
              <a:ext uri="{FF2B5EF4-FFF2-40B4-BE49-F238E27FC236}">
                <a16:creationId xmlns:a16="http://schemas.microsoft.com/office/drawing/2014/main" id="{6BBBCB2E-F413-4381-8378-02FDC20EA4F6}"/>
              </a:ext>
            </a:extLst>
          </p:cNvPr>
          <p:cNvSpPr/>
          <p:nvPr/>
        </p:nvSpPr>
        <p:spPr>
          <a:xfrm>
            <a:off x="9187543" y="6481983"/>
            <a:ext cx="3045401" cy="307777"/>
          </a:xfrm>
          <a:prstGeom prst="rect">
            <a:avLst/>
          </a:prstGeom>
        </p:spPr>
        <p:txBody>
          <a:bodyPr wrap="square" lIns="0" tIns="0" rIns="0" bIns="0" rtlCol="0">
            <a:spAutoFit/>
          </a:bodyPr>
          <a:lstStyle/>
          <a:p>
            <a:pPr rtl="0"/>
            <a:r>
              <a:rPr lang="es-ES" sz="2000" b="1" i="1" dirty="0">
                <a:latin typeface="+mj-lt"/>
                <a:cs typeface="Segoe UI" panose="020B0502040204020203" pitchFamily="34" charset="0"/>
              </a:rPr>
              <a:t>FUNDAMENTOS DE REDES</a:t>
            </a:r>
          </a:p>
        </p:txBody>
      </p:sp>
      <p:pic>
        <p:nvPicPr>
          <p:cNvPr id="2" name="Imagen 1" descr="Imagen que contiene Interfaz de usuario gráfica&#10;&#10;Descripción generada automáticamente">
            <a:extLst>
              <a:ext uri="{FF2B5EF4-FFF2-40B4-BE49-F238E27FC236}">
                <a16:creationId xmlns:a16="http://schemas.microsoft.com/office/drawing/2014/main" id="{E84989E9-86D4-E4DB-892E-1ED3BE8390C4}"/>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3851971307"/>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Cuadro de texto 106">
            <a:extLst>
              <a:ext uri="{FF2B5EF4-FFF2-40B4-BE49-F238E27FC236}">
                <a16:creationId xmlns:a16="http://schemas.microsoft.com/office/drawing/2014/main" id="{54EA7ED5-6E34-4D47-91B6-F78F5F8B4C6E}"/>
              </a:ext>
            </a:extLst>
          </p:cNvPr>
          <p:cNvSpPr txBox="1"/>
          <p:nvPr/>
        </p:nvSpPr>
        <p:spPr>
          <a:xfrm>
            <a:off x="336535" y="1053679"/>
            <a:ext cx="6199622" cy="1025922"/>
          </a:xfrm>
          <a:prstGeom prst="rect">
            <a:avLst/>
          </a:prstGeom>
          <a:noFill/>
        </p:spPr>
        <p:txBody>
          <a:bodyPr wrap="square" lIns="0" tIns="0" rIns="0" bIns="0" rtlCol="0">
            <a:spAutoFit/>
          </a:bodyPr>
          <a:lstStyle/>
          <a:p>
            <a:pPr algn="ctr" rtl="0">
              <a:lnSpc>
                <a:spcPts val="4000"/>
              </a:lnSpc>
            </a:pPr>
            <a:r>
              <a:rPr lang="es-ES" sz="3600" b="1" dirty="0">
                <a:solidFill>
                  <a:srgbClr val="002060"/>
                </a:solidFill>
                <a:latin typeface="Segoe UI" panose="020B0502040204020203" pitchFamily="34" charset="0"/>
                <a:cs typeface="Segoe UI" panose="020B0502040204020203" pitchFamily="34" charset="0"/>
              </a:rPr>
              <a:t>CONCEPTOS BÁSICOS</a:t>
            </a:r>
          </a:p>
          <a:p>
            <a:pPr algn="ctr" rtl="0">
              <a:lnSpc>
                <a:spcPts val="4000"/>
              </a:lnSpc>
            </a:pPr>
            <a:r>
              <a:rPr lang="es-ES" sz="3600" b="1" dirty="0">
                <a:solidFill>
                  <a:srgbClr val="00B050"/>
                </a:solidFill>
                <a:latin typeface="Segoe UI" panose="020B0502040204020203" pitchFamily="34" charset="0"/>
                <a:cs typeface="Segoe UI" panose="020B0502040204020203" pitchFamily="34" charset="0"/>
              </a:rPr>
              <a:t>TIPO ARBOL</a:t>
            </a:r>
          </a:p>
        </p:txBody>
      </p:sp>
      <p:cxnSp>
        <p:nvCxnSpPr>
          <p:cNvPr id="110" name="Conector recto 109">
            <a:extLst>
              <a:ext uri="{FF2B5EF4-FFF2-40B4-BE49-F238E27FC236}">
                <a16:creationId xmlns:a16="http://schemas.microsoft.com/office/drawing/2014/main" id="{6D08E99A-0644-4757-9F3A-BBA1A4F39081}"/>
              </a:ext>
              <a:ext uri="{C183D7F6-B498-43B3-948B-1728B52AA6E4}">
                <adec:decorative xmlns:adec="http://schemas.microsoft.com/office/drawing/2017/decorative" val="1"/>
              </a:ext>
            </a:extLst>
          </p:cNvPr>
          <p:cNvCxnSpPr/>
          <p:nvPr/>
        </p:nvCxnSpPr>
        <p:spPr>
          <a:xfrm>
            <a:off x="6751014" y="0"/>
            <a:ext cx="0" cy="6357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4" name="Elipse 123">
            <a:extLst>
              <a:ext uri="{FF2B5EF4-FFF2-40B4-BE49-F238E27FC236}">
                <a16:creationId xmlns:a16="http://schemas.microsoft.com/office/drawing/2014/main" id="{0B8C9A86-3574-4A2E-BC62-481A2BE7FBED}"/>
              </a:ext>
              <a:ext uri="{C183D7F6-B498-43B3-948B-1728B52AA6E4}">
                <adec:decorative xmlns:adec="http://schemas.microsoft.com/office/drawing/2017/decorative" val="1"/>
              </a:ext>
            </a:extLst>
          </p:cNvPr>
          <p:cNvSpPr/>
          <p:nvPr/>
        </p:nvSpPr>
        <p:spPr>
          <a:xfrm>
            <a:off x="6724637" y="567838"/>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grpSp>
        <p:nvGrpSpPr>
          <p:cNvPr id="205" name="Grupo 204" descr="Esta imagen es un icono de tres personas interactuando. ">
            <a:extLst>
              <a:ext uri="{FF2B5EF4-FFF2-40B4-BE49-F238E27FC236}">
                <a16:creationId xmlns:a16="http://schemas.microsoft.com/office/drawing/2014/main" id="{45696519-F308-4262-9DC5-C541B866A807}"/>
              </a:ext>
            </a:extLst>
          </p:cNvPr>
          <p:cNvGrpSpPr/>
          <p:nvPr/>
        </p:nvGrpSpPr>
        <p:grpSpPr>
          <a:xfrm>
            <a:off x="7097771" y="1151553"/>
            <a:ext cx="4766683" cy="4431983"/>
            <a:chOff x="7991679" y="4554108"/>
            <a:chExt cx="2669107" cy="4431983"/>
          </a:xfrm>
        </p:grpSpPr>
        <p:grpSp>
          <p:nvGrpSpPr>
            <p:cNvPr id="174" name="Grupo 173">
              <a:extLst>
                <a:ext uri="{FF2B5EF4-FFF2-40B4-BE49-F238E27FC236}">
                  <a16:creationId xmlns:a16="http://schemas.microsoft.com/office/drawing/2014/main" id="{292DC2AF-B08E-43EC-A60D-B71EFEF8E4D1}"/>
                </a:ext>
              </a:extLst>
            </p:cNvPr>
            <p:cNvGrpSpPr/>
            <p:nvPr/>
          </p:nvGrpSpPr>
          <p:grpSpPr>
            <a:xfrm>
              <a:off x="7991679" y="4627292"/>
              <a:ext cx="346075" cy="346075"/>
              <a:chOff x="3398838" y="2895601"/>
              <a:chExt cx="346075" cy="346075"/>
            </a:xfrm>
          </p:grpSpPr>
          <p:sp>
            <p:nvSpPr>
              <p:cNvPr id="176" name="Forma libre 49">
                <a:extLst>
                  <a:ext uri="{FF2B5EF4-FFF2-40B4-BE49-F238E27FC236}">
                    <a16:creationId xmlns:a16="http://schemas.microsoft.com/office/drawing/2014/main" id="{17CD577B-CBE6-4837-A90F-4F36762E5332}"/>
                  </a:ext>
                </a:extLst>
              </p:cNvPr>
              <p:cNvSpPr>
                <a:spLocks/>
              </p:cNvSpPr>
              <p:nvPr/>
            </p:nvSpPr>
            <p:spPr bwMode="auto">
              <a:xfrm>
                <a:off x="3398838" y="2986089"/>
                <a:ext cx="82550" cy="58738"/>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77" name="Forma libre 50">
                <a:extLst>
                  <a:ext uri="{FF2B5EF4-FFF2-40B4-BE49-F238E27FC236}">
                    <a16:creationId xmlns:a16="http://schemas.microsoft.com/office/drawing/2014/main" id="{8BB81587-7777-4AE5-985D-5B14D33AD60C}"/>
                  </a:ext>
                </a:extLst>
              </p:cNvPr>
              <p:cNvSpPr>
                <a:spLocks/>
              </p:cNvSpPr>
              <p:nvPr/>
            </p:nvSpPr>
            <p:spPr bwMode="auto">
              <a:xfrm>
                <a:off x="3467101" y="2986089"/>
                <a:ext cx="82550" cy="58738"/>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78" name="Elipse 51">
                <a:extLst>
                  <a:ext uri="{FF2B5EF4-FFF2-40B4-BE49-F238E27FC236}">
                    <a16:creationId xmlns:a16="http://schemas.microsoft.com/office/drawing/2014/main" id="{49EA0197-339C-4417-A18C-DC15037A9717}"/>
                  </a:ext>
                </a:extLst>
              </p:cNvPr>
              <p:cNvSpPr>
                <a:spLocks noChangeArrowheads="1"/>
              </p:cNvSpPr>
              <p:nvPr/>
            </p:nvSpPr>
            <p:spPr bwMode="auto">
              <a:xfrm>
                <a:off x="3429001" y="2895601"/>
                <a:ext cx="90488" cy="96838"/>
              </a:xfrm>
              <a:prstGeom prst="ellipse">
                <a:avLst/>
              </a:pr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79" name="Forma libre 52">
                <a:extLst>
                  <a:ext uri="{FF2B5EF4-FFF2-40B4-BE49-F238E27FC236}">
                    <a16:creationId xmlns:a16="http://schemas.microsoft.com/office/drawing/2014/main" id="{203C108E-5283-4E7B-B970-0E4DF3AF3AEC}"/>
                  </a:ext>
                </a:extLst>
              </p:cNvPr>
              <p:cNvSpPr>
                <a:spLocks/>
              </p:cNvSpPr>
              <p:nvPr/>
            </p:nvSpPr>
            <p:spPr bwMode="auto">
              <a:xfrm>
                <a:off x="3429001" y="2928939"/>
                <a:ext cx="90488" cy="14288"/>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0" name="Forma libre 53">
                <a:extLst>
                  <a:ext uri="{FF2B5EF4-FFF2-40B4-BE49-F238E27FC236}">
                    <a16:creationId xmlns:a16="http://schemas.microsoft.com/office/drawing/2014/main" id="{4A82F405-C833-4408-A2F0-752E2D6C80A8}"/>
                  </a:ext>
                </a:extLst>
              </p:cNvPr>
              <p:cNvSpPr>
                <a:spLocks/>
              </p:cNvSpPr>
              <p:nvPr/>
            </p:nvSpPr>
            <p:spPr bwMode="auto">
              <a:xfrm>
                <a:off x="3594101" y="2986089"/>
                <a:ext cx="82550" cy="58738"/>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1" name="Forma libre 54">
                <a:extLst>
                  <a:ext uri="{FF2B5EF4-FFF2-40B4-BE49-F238E27FC236}">
                    <a16:creationId xmlns:a16="http://schemas.microsoft.com/office/drawing/2014/main" id="{895EA8D0-BBA4-4370-A965-F96A9EDD4249}"/>
                  </a:ext>
                </a:extLst>
              </p:cNvPr>
              <p:cNvSpPr>
                <a:spLocks/>
              </p:cNvSpPr>
              <p:nvPr/>
            </p:nvSpPr>
            <p:spPr bwMode="auto">
              <a:xfrm>
                <a:off x="3662363" y="2986089"/>
                <a:ext cx="82550" cy="58738"/>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2" name="Elipse 55">
                <a:extLst>
                  <a:ext uri="{FF2B5EF4-FFF2-40B4-BE49-F238E27FC236}">
                    <a16:creationId xmlns:a16="http://schemas.microsoft.com/office/drawing/2014/main" id="{94D90E4F-09C7-44B0-9D11-E32A4A0208BC}"/>
                  </a:ext>
                </a:extLst>
              </p:cNvPr>
              <p:cNvSpPr>
                <a:spLocks noChangeArrowheads="1"/>
              </p:cNvSpPr>
              <p:nvPr/>
            </p:nvSpPr>
            <p:spPr bwMode="auto">
              <a:xfrm>
                <a:off x="3624263" y="2895601"/>
                <a:ext cx="90488" cy="96838"/>
              </a:xfrm>
              <a:prstGeom prst="ellipse">
                <a:avLst/>
              </a:pr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3" name="Forma libre 56">
                <a:extLst>
                  <a:ext uri="{FF2B5EF4-FFF2-40B4-BE49-F238E27FC236}">
                    <a16:creationId xmlns:a16="http://schemas.microsoft.com/office/drawing/2014/main" id="{0D6D6DA1-3425-44CA-B1CB-B326D2C50D5D}"/>
                  </a:ext>
                </a:extLst>
              </p:cNvPr>
              <p:cNvSpPr>
                <a:spLocks/>
              </p:cNvSpPr>
              <p:nvPr/>
            </p:nvSpPr>
            <p:spPr bwMode="auto">
              <a:xfrm>
                <a:off x="3624263" y="2928939"/>
                <a:ext cx="90488" cy="14288"/>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4" name="Forma libre 57">
                <a:extLst>
                  <a:ext uri="{FF2B5EF4-FFF2-40B4-BE49-F238E27FC236}">
                    <a16:creationId xmlns:a16="http://schemas.microsoft.com/office/drawing/2014/main" id="{A25CE64B-B92A-4562-B048-0FA2A21CB7F4}"/>
                  </a:ext>
                </a:extLst>
              </p:cNvPr>
              <p:cNvSpPr>
                <a:spLocks/>
              </p:cNvSpPr>
              <p:nvPr/>
            </p:nvSpPr>
            <p:spPr bwMode="auto">
              <a:xfrm>
                <a:off x="3497263" y="3181351"/>
                <a:ext cx="82550" cy="60325"/>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5" name="Forma libre 58">
                <a:extLst>
                  <a:ext uri="{FF2B5EF4-FFF2-40B4-BE49-F238E27FC236}">
                    <a16:creationId xmlns:a16="http://schemas.microsoft.com/office/drawing/2014/main" id="{80861AE6-B038-4B8C-9EF0-109DEB591A97}"/>
                  </a:ext>
                </a:extLst>
              </p:cNvPr>
              <p:cNvSpPr>
                <a:spLocks/>
              </p:cNvSpPr>
              <p:nvPr/>
            </p:nvSpPr>
            <p:spPr bwMode="auto">
              <a:xfrm>
                <a:off x="3563938" y="3181351"/>
                <a:ext cx="82550" cy="60325"/>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6" name="Elipse 59">
                <a:extLst>
                  <a:ext uri="{FF2B5EF4-FFF2-40B4-BE49-F238E27FC236}">
                    <a16:creationId xmlns:a16="http://schemas.microsoft.com/office/drawing/2014/main" id="{2505D730-7819-4CDD-9F00-8E9CEC3DF49F}"/>
                  </a:ext>
                </a:extLst>
              </p:cNvPr>
              <p:cNvSpPr>
                <a:spLocks noChangeArrowheads="1"/>
              </p:cNvSpPr>
              <p:nvPr/>
            </p:nvSpPr>
            <p:spPr bwMode="auto">
              <a:xfrm>
                <a:off x="3527426" y="3090864"/>
                <a:ext cx="88900" cy="96838"/>
              </a:xfrm>
              <a:prstGeom prst="ellipse">
                <a:avLst/>
              </a:pr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7" name="Forma libre 60">
                <a:extLst>
                  <a:ext uri="{FF2B5EF4-FFF2-40B4-BE49-F238E27FC236}">
                    <a16:creationId xmlns:a16="http://schemas.microsoft.com/office/drawing/2014/main" id="{88FBFC84-B4E6-4DDD-9DD0-1BB91EA0E022}"/>
                  </a:ext>
                </a:extLst>
              </p:cNvPr>
              <p:cNvSpPr>
                <a:spLocks/>
              </p:cNvSpPr>
              <p:nvPr/>
            </p:nvSpPr>
            <p:spPr bwMode="auto">
              <a:xfrm>
                <a:off x="3527426" y="3124201"/>
                <a:ext cx="88900" cy="15875"/>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8" name="Línea 61">
                <a:extLst>
                  <a:ext uri="{FF2B5EF4-FFF2-40B4-BE49-F238E27FC236}">
                    <a16:creationId xmlns:a16="http://schemas.microsoft.com/office/drawing/2014/main" id="{9689C86A-B365-433F-B326-C60DC116B48F}"/>
                  </a:ext>
                </a:extLst>
              </p:cNvPr>
              <p:cNvSpPr>
                <a:spLocks noChangeShapeType="1"/>
              </p:cNvSpPr>
              <p:nvPr/>
            </p:nvSpPr>
            <p:spPr bwMode="auto">
              <a:xfrm>
                <a:off x="3451226" y="3074989"/>
                <a:ext cx="38100" cy="38100"/>
              </a:xfrm>
              <a:prstGeom prst="line">
                <a:avLst/>
              </a:prstGeom>
              <a:noFill/>
              <a:ln w="14288" cap="rnd">
                <a:solidFill>
                  <a:srgbClr val="00206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9" name="Línea 62">
                <a:extLst>
                  <a:ext uri="{FF2B5EF4-FFF2-40B4-BE49-F238E27FC236}">
                    <a16:creationId xmlns:a16="http://schemas.microsoft.com/office/drawing/2014/main" id="{ED368EF9-22A8-4990-9D2E-549C76157C0F}"/>
                  </a:ext>
                </a:extLst>
              </p:cNvPr>
              <p:cNvSpPr>
                <a:spLocks noChangeShapeType="1"/>
              </p:cNvSpPr>
              <p:nvPr/>
            </p:nvSpPr>
            <p:spPr bwMode="auto">
              <a:xfrm flipH="1">
                <a:off x="3654426" y="3074989"/>
                <a:ext cx="38100" cy="38100"/>
              </a:xfrm>
              <a:prstGeom prst="line">
                <a:avLst/>
              </a:prstGeom>
              <a:noFill/>
              <a:ln w="14288" cap="rnd">
                <a:solidFill>
                  <a:srgbClr val="00206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grpSp>
        <p:sp>
          <p:nvSpPr>
            <p:cNvPr id="175" name="Rectángulo 174">
              <a:extLst>
                <a:ext uri="{FF2B5EF4-FFF2-40B4-BE49-F238E27FC236}">
                  <a16:creationId xmlns:a16="http://schemas.microsoft.com/office/drawing/2014/main" id="{E522F3F9-ECF0-4D2A-9244-1942DCB20E98}"/>
                </a:ext>
              </a:extLst>
            </p:cNvPr>
            <p:cNvSpPr/>
            <p:nvPr/>
          </p:nvSpPr>
          <p:spPr>
            <a:xfrm>
              <a:off x="8578720" y="4554108"/>
              <a:ext cx="2082066" cy="4431983"/>
            </a:xfrm>
            <a:prstGeom prst="rect">
              <a:avLst/>
            </a:prstGeom>
          </p:spPr>
          <p:txBody>
            <a:bodyPr wrap="square" lIns="0" tIns="0" rIns="0" bIns="0" rtlCol="0">
              <a:spAutoFit/>
            </a:bodyPr>
            <a:lstStyle/>
            <a:p>
              <a:pPr algn="just"/>
              <a:r>
                <a:rPr lang="es-MX" sz="1600" i="1" dirty="0">
                  <a:solidFill>
                    <a:srgbClr val="002060"/>
                  </a:solidFill>
                  <a:latin typeface="+mj-lt"/>
                  <a:cs typeface="Segoe UI" panose="020B0502040204020203" pitchFamily="34" charset="0"/>
                </a:rPr>
                <a:t>La red en árbol es una topología de red en la que los nodos están colocados en forma de árbol. Desde una visión topológica, es parecida a una serie de redes en estrella interconectadas salvo en que no tiene un concentrador central. </a:t>
              </a:r>
            </a:p>
            <a:p>
              <a:pPr algn="just"/>
              <a:endParaRPr lang="es-MX" sz="1600" i="1" dirty="0">
                <a:solidFill>
                  <a:srgbClr val="002060"/>
                </a:solidFill>
                <a:latin typeface="+mj-lt"/>
                <a:cs typeface="Segoe UI" panose="020B0502040204020203" pitchFamily="34" charset="0"/>
              </a:endParaRPr>
            </a:p>
            <a:p>
              <a:pPr algn="just"/>
              <a:r>
                <a:rPr lang="es-MX" sz="1600" i="1" dirty="0">
                  <a:solidFill>
                    <a:srgbClr val="002060"/>
                  </a:solidFill>
                  <a:latin typeface="+mj-lt"/>
                  <a:cs typeface="Segoe UI" panose="020B0502040204020203" pitchFamily="34" charset="0"/>
                </a:rPr>
                <a:t>En cambio, tiene un nodo de enlace troncal, generalmente ocupado por un </a:t>
              </a:r>
              <a:r>
                <a:rPr lang="es-MX" sz="1600" i="1" dirty="0" err="1">
                  <a:solidFill>
                    <a:srgbClr val="002060"/>
                  </a:solidFill>
                  <a:latin typeface="+mj-lt"/>
                  <a:cs typeface="Segoe UI" panose="020B0502040204020203" pitchFamily="34" charset="0"/>
                </a:rPr>
                <a:t>hub</a:t>
              </a:r>
              <a:r>
                <a:rPr lang="es-MX" sz="1600" i="1" dirty="0">
                  <a:solidFill>
                    <a:srgbClr val="002060"/>
                  </a:solidFill>
                  <a:latin typeface="+mj-lt"/>
                  <a:cs typeface="Segoe UI" panose="020B0502040204020203" pitchFamily="34" charset="0"/>
                </a:rPr>
                <a:t> o </a:t>
              </a:r>
              <a:r>
                <a:rPr lang="es-MX" sz="1600" i="1" dirty="0" err="1">
                  <a:solidFill>
                    <a:srgbClr val="002060"/>
                  </a:solidFill>
                  <a:latin typeface="+mj-lt"/>
                  <a:cs typeface="Segoe UI" panose="020B0502040204020203" pitchFamily="34" charset="0"/>
                </a:rPr>
                <a:t>switch</a:t>
              </a:r>
              <a:r>
                <a:rPr lang="es-MX" sz="1600" i="1" dirty="0">
                  <a:solidFill>
                    <a:srgbClr val="002060"/>
                  </a:solidFill>
                  <a:latin typeface="+mj-lt"/>
                  <a:cs typeface="Segoe UI" panose="020B0502040204020203" pitchFamily="34" charset="0"/>
                </a:rPr>
                <a:t>, desde el que se ramifican los demás nodos.</a:t>
              </a:r>
            </a:p>
            <a:p>
              <a:pPr algn="just"/>
              <a:endParaRPr lang="es-MX" sz="1600" i="1" dirty="0">
                <a:solidFill>
                  <a:srgbClr val="002060"/>
                </a:solidFill>
                <a:latin typeface="+mj-lt"/>
                <a:cs typeface="Segoe UI" panose="020B0502040204020203" pitchFamily="34" charset="0"/>
              </a:endParaRPr>
            </a:p>
            <a:p>
              <a:pPr algn="just"/>
              <a:r>
                <a:rPr lang="es-MX" sz="1600" i="1" dirty="0">
                  <a:solidFill>
                    <a:srgbClr val="002060"/>
                  </a:solidFill>
                  <a:latin typeface="+mj-lt"/>
                  <a:cs typeface="Segoe UI" panose="020B0502040204020203" pitchFamily="34" charset="0"/>
                </a:rPr>
                <a:t> Es una variación de la red en bus, el fallo de un nodo no implica una interrupción en las comunicaciones. Se comparte el mismo canal de comunicaciones</a:t>
              </a:r>
            </a:p>
          </p:txBody>
        </p:sp>
      </p:grpSp>
      <p:sp>
        <p:nvSpPr>
          <p:cNvPr id="4" name="Título 3" hidden="1">
            <a:extLst>
              <a:ext uri="{FF2B5EF4-FFF2-40B4-BE49-F238E27FC236}">
                <a16:creationId xmlns:a16="http://schemas.microsoft.com/office/drawing/2014/main" id="{2784E464-B64A-4614-9350-2C88DBD46AB5}"/>
              </a:ext>
            </a:extLst>
          </p:cNvPr>
          <p:cNvSpPr>
            <a:spLocks noGrp="1"/>
          </p:cNvSpPr>
          <p:nvPr>
            <p:ph type="title"/>
          </p:nvPr>
        </p:nvSpPr>
        <p:spPr/>
        <p:txBody>
          <a:bodyPr rtlCol="0"/>
          <a:lstStyle/>
          <a:p>
            <a:r>
              <a:rPr lang="es-ES" dirty="0"/>
              <a:t>Diapositiva de recursos humanos 5</a:t>
            </a:r>
          </a:p>
        </p:txBody>
      </p:sp>
      <p:pic>
        <p:nvPicPr>
          <p:cNvPr id="2" name="Imagen 1"/>
          <p:cNvPicPr>
            <a:picLocks noChangeAspect="1"/>
          </p:cNvPicPr>
          <p:nvPr/>
        </p:nvPicPr>
        <p:blipFill>
          <a:blip r:embed="rId3"/>
          <a:stretch>
            <a:fillRect/>
          </a:stretch>
        </p:blipFill>
        <p:spPr>
          <a:xfrm>
            <a:off x="1058641" y="2396467"/>
            <a:ext cx="4942970" cy="337698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6" name="Rectángulo 25">
            <a:extLst>
              <a:ext uri="{FF2B5EF4-FFF2-40B4-BE49-F238E27FC236}">
                <a16:creationId xmlns:a16="http://schemas.microsoft.com/office/drawing/2014/main" id="{6BBBCB2E-F413-4381-8378-02FDC20EA4F6}"/>
              </a:ext>
            </a:extLst>
          </p:cNvPr>
          <p:cNvSpPr/>
          <p:nvPr/>
        </p:nvSpPr>
        <p:spPr>
          <a:xfrm>
            <a:off x="9187543" y="6481983"/>
            <a:ext cx="3045401" cy="307777"/>
          </a:xfrm>
          <a:prstGeom prst="rect">
            <a:avLst/>
          </a:prstGeom>
        </p:spPr>
        <p:txBody>
          <a:bodyPr wrap="square" lIns="0" tIns="0" rIns="0" bIns="0" rtlCol="0">
            <a:spAutoFit/>
          </a:bodyPr>
          <a:lstStyle/>
          <a:p>
            <a:pPr rtl="0"/>
            <a:r>
              <a:rPr lang="es-ES" sz="2000" b="1" i="1" dirty="0">
                <a:latin typeface="+mj-lt"/>
                <a:cs typeface="Segoe UI" panose="020B0502040204020203" pitchFamily="34" charset="0"/>
              </a:rPr>
              <a:t>FUNDAMENTOS DE REDES</a:t>
            </a:r>
          </a:p>
        </p:txBody>
      </p:sp>
      <p:pic>
        <p:nvPicPr>
          <p:cNvPr id="3" name="Imagen 2" descr="Imagen que contiene Interfaz de usuario gráfica&#10;&#10;Descripción generada automáticamente">
            <a:extLst>
              <a:ext uri="{FF2B5EF4-FFF2-40B4-BE49-F238E27FC236}">
                <a16:creationId xmlns:a16="http://schemas.microsoft.com/office/drawing/2014/main" id="{B1420319-1E18-311C-F4C9-FEC4993D5766}"/>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1820188321"/>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Cuadro de texto 106">
            <a:extLst>
              <a:ext uri="{FF2B5EF4-FFF2-40B4-BE49-F238E27FC236}">
                <a16:creationId xmlns:a16="http://schemas.microsoft.com/office/drawing/2014/main" id="{54EA7ED5-6E34-4D47-91B6-F78F5F8B4C6E}"/>
              </a:ext>
            </a:extLst>
          </p:cNvPr>
          <p:cNvSpPr txBox="1"/>
          <p:nvPr/>
        </p:nvSpPr>
        <p:spPr>
          <a:xfrm>
            <a:off x="6327902" y="629824"/>
            <a:ext cx="6199622" cy="1025922"/>
          </a:xfrm>
          <a:prstGeom prst="rect">
            <a:avLst/>
          </a:prstGeom>
          <a:noFill/>
        </p:spPr>
        <p:txBody>
          <a:bodyPr wrap="square" lIns="0" tIns="0" rIns="0" bIns="0" rtlCol="0">
            <a:spAutoFit/>
          </a:bodyPr>
          <a:lstStyle/>
          <a:p>
            <a:pPr algn="ctr" rtl="0">
              <a:lnSpc>
                <a:spcPts val="4000"/>
              </a:lnSpc>
            </a:pPr>
            <a:r>
              <a:rPr lang="es-ES" sz="3600" b="1" dirty="0">
                <a:solidFill>
                  <a:srgbClr val="002060"/>
                </a:solidFill>
                <a:latin typeface="Segoe UI" panose="020B0502040204020203" pitchFamily="34" charset="0"/>
                <a:cs typeface="Segoe UI" panose="020B0502040204020203" pitchFamily="34" charset="0"/>
              </a:rPr>
              <a:t>CONCEPTOS BÁSICOS</a:t>
            </a:r>
          </a:p>
          <a:p>
            <a:pPr algn="ctr" rtl="0">
              <a:lnSpc>
                <a:spcPts val="4000"/>
              </a:lnSpc>
            </a:pPr>
            <a:r>
              <a:rPr lang="es-ES" sz="3600" b="1" dirty="0">
                <a:solidFill>
                  <a:srgbClr val="00B050"/>
                </a:solidFill>
                <a:latin typeface="Segoe UI" panose="020B0502040204020203" pitchFamily="34" charset="0"/>
                <a:cs typeface="Segoe UI" panose="020B0502040204020203" pitchFamily="34" charset="0"/>
              </a:rPr>
              <a:t>TIPO DOBLE ANILLO</a:t>
            </a:r>
          </a:p>
        </p:txBody>
      </p:sp>
      <p:cxnSp>
        <p:nvCxnSpPr>
          <p:cNvPr id="110" name="Conector recto 109">
            <a:extLst>
              <a:ext uri="{FF2B5EF4-FFF2-40B4-BE49-F238E27FC236}">
                <a16:creationId xmlns:a16="http://schemas.microsoft.com/office/drawing/2014/main" id="{6D08E99A-0644-4757-9F3A-BBA1A4F39081}"/>
              </a:ext>
              <a:ext uri="{C183D7F6-B498-43B3-948B-1728B52AA6E4}">
                <adec:decorative xmlns:adec="http://schemas.microsoft.com/office/drawing/2017/decorative" val="1"/>
              </a:ext>
            </a:extLst>
          </p:cNvPr>
          <p:cNvCxnSpPr/>
          <p:nvPr/>
        </p:nvCxnSpPr>
        <p:spPr>
          <a:xfrm>
            <a:off x="6751014" y="0"/>
            <a:ext cx="0" cy="6357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4" name="Elipse 123">
            <a:extLst>
              <a:ext uri="{FF2B5EF4-FFF2-40B4-BE49-F238E27FC236}">
                <a16:creationId xmlns:a16="http://schemas.microsoft.com/office/drawing/2014/main" id="{0B8C9A86-3574-4A2E-BC62-481A2BE7FBED}"/>
              </a:ext>
              <a:ext uri="{C183D7F6-B498-43B3-948B-1728B52AA6E4}">
                <adec:decorative xmlns:adec="http://schemas.microsoft.com/office/drawing/2017/decorative" val="1"/>
              </a:ext>
            </a:extLst>
          </p:cNvPr>
          <p:cNvSpPr/>
          <p:nvPr/>
        </p:nvSpPr>
        <p:spPr>
          <a:xfrm>
            <a:off x="6724637" y="567838"/>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grpSp>
        <p:nvGrpSpPr>
          <p:cNvPr id="205" name="Grupo 204" descr="Esta imagen es un icono de tres personas interactuando. ">
            <a:extLst>
              <a:ext uri="{FF2B5EF4-FFF2-40B4-BE49-F238E27FC236}">
                <a16:creationId xmlns:a16="http://schemas.microsoft.com/office/drawing/2014/main" id="{45696519-F308-4262-9DC5-C541B866A807}"/>
              </a:ext>
            </a:extLst>
          </p:cNvPr>
          <p:cNvGrpSpPr/>
          <p:nvPr/>
        </p:nvGrpSpPr>
        <p:grpSpPr>
          <a:xfrm>
            <a:off x="7197615" y="2681871"/>
            <a:ext cx="4511792" cy="1969770"/>
            <a:chOff x="7991679" y="4554108"/>
            <a:chExt cx="2669107" cy="1969770"/>
          </a:xfrm>
        </p:grpSpPr>
        <p:grpSp>
          <p:nvGrpSpPr>
            <p:cNvPr id="174" name="Grupo 173">
              <a:extLst>
                <a:ext uri="{FF2B5EF4-FFF2-40B4-BE49-F238E27FC236}">
                  <a16:creationId xmlns:a16="http://schemas.microsoft.com/office/drawing/2014/main" id="{292DC2AF-B08E-43EC-A60D-B71EFEF8E4D1}"/>
                </a:ext>
              </a:extLst>
            </p:cNvPr>
            <p:cNvGrpSpPr/>
            <p:nvPr/>
          </p:nvGrpSpPr>
          <p:grpSpPr>
            <a:xfrm>
              <a:off x="7991679" y="4627292"/>
              <a:ext cx="346075" cy="346075"/>
              <a:chOff x="3398838" y="2895601"/>
              <a:chExt cx="346075" cy="346075"/>
            </a:xfrm>
          </p:grpSpPr>
          <p:sp>
            <p:nvSpPr>
              <p:cNvPr id="176" name="Forma libre 49">
                <a:extLst>
                  <a:ext uri="{FF2B5EF4-FFF2-40B4-BE49-F238E27FC236}">
                    <a16:creationId xmlns:a16="http://schemas.microsoft.com/office/drawing/2014/main" id="{17CD577B-CBE6-4837-A90F-4F36762E5332}"/>
                  </a:ext>
                </a:extLst>
              </p:cNvPr>
              <p:cNvSpPr>
                <a:spLocks/>
              </p:cNvSpPr>
              <p:nvPr/>
            </p:nvSpPr>
            <p:spPr bwMode="auto">
              <a:xfrm>
                <a:off x="3398838" y="2986089"/>
                <a:ext cx="82550" cy="58738"/>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77" name="Forma libre 50">
                <a:extLst>
                  <a:ext uri="{FF2B5EF4-FFF2-40B4-BE49-F238E27FC236}">
                    <a16:creationId xmlns:a16="http://schemas.microsoft.com/office/drawing/2014/main" id="{8BB81587-7777-4AE5-985D-5B14D33AD60C}"/>
                  </a:ext>
                </a:extLst>
              </p:cNvPr>
              <p:cNvSpPr>
                <a:spLocks/>
              </p:cNvSpPr>
              <p:nvPr/>
            </p:nvSpPr>
            <p:spPr bwMode="auto">
              <a:xfrm>
                <a:off x="3467101" y="2986089"/>
                <a:ext cx="82550" cy="58738"/>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78" name="Elipse 51">
                <a:extLst>
                  <a:ext uri="{FF2B5EF4-FFF2-40B4-BE49-F238E27FC236}">
                    <a16:creationId xmlns:a16="http://schemas.microsoft.com/office/drawing/2014/main" id="{49EA0197-339C-4417-A18C-DC15037A9717}"/>
                  </a:ext>
                </a:extLst>
              </p:cNvPr>
              <p:cNvSpPr>
                <a:spLocks noChangeArrowheads="1"/>
              </p:cNvSpPr>
              <p:nvPr/>
            </p:nvSpPr>
            <p:spPr bwMode="auto">
              <a:xfrm>
                <a:off x="3429001" y="2895601"/>
                <a:ext cx="90488" cy="96838"/>
              </a:xfrm>
              <a:prstGeom prst="ellipse">
                <a:avLst/>
              </a:pr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79" name="Forma libre 52">
                <a:extLst>
                  <a:ext uri="{FF2B5EF4-FFF2-40B4-BE49-F238E27FC236}">
                    <a16:creationId xmlns:a16="http://schemas.microsoft.com/office/drawing/2014/main" id="{203C108E-5283-4E7B-B970-0E4DF3AF3AEC}"/>
                  </a:ext>
                </a:extLst>
              </p:cNvPr>
              <p:cNvSpPr>
                <a:spLocks/>
              </p:cNvSpPr>
              <p:nvPr/>
            </p:nvSpPr>
            <p:spPr bwMode="auto">
              <a:xfrm>
                <a:off x="3429001" y="2928939"/>
                <a:ext cx="90488" cy="14288"/>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0" name="Forma libre 53">
                <a:extLst>
                  <a:ext uri="{FF2B5EF4-FFF2-40B4-BE49-F238E27FC236}">
                    <a16:creationId xmlns:a16="http://schemas.microsoft.com/office/drawing/2014/main" id="{4A82F405-C833-4408-A2F0-752E2D6C80A8}"/>
                  </a:ext>
                </a:extLst>
              </p:cNvPr>
              <p:cNvSpPr>
                <a:spLocks/>
              </p:cNvSpPr>
              <p:nvPr/>
            </p:nvSpPr>
            <p:spPr bwMode="auto">
              <a:xfrm>
                <a:off x="3594101" y="2986089"/>
                <a:ext cx="82550" cy="58738"/>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1" name="Forma libre 54">
                <a:extLst>
                  <a:ext uri="{FF2B5EF4-FFF2-40B4-BE49-F238E27FC236}">
                    <a16:creationId xmlns:a16="http://schemas.microsoft.com/office/drawing/2014/main" id="{895EA8D0-BBA4-4370-A965-F96A9EDD4249}"/>
                  </a:ext>
                </a:extLst>
              </p:cNvPr>
              <p:cNvSpPr>
                <a:spLocks/>
              </p:cNvSpPr>
              <p:nvPr/>
            </p:nvSpPr>
            <p:spPr bwMode="auto">
              <a:xfrm>
                <a:off x="3662363" y="2986089"/>
                <a:ext cx="82550" cy="58738"/>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2" name="Elipse 55">
                <a:extLst>
                  <a:ext uri="{FF2B5EF4-FFF2-40B4-BE49-F238E27FC236}">
                    <a16:creationId xmlns:a16="http://schemas.microsoft.com/office/drawing/2014/main" id="{94D90E4F-09C7-44B0-9D11-E32A4A0208BC}"/>
                  </a:ext>
                </a:extLst>
              </p:cNvPr>
              <p:cNvSpPr>
                <a:spLocks noChangeArrowheads="1"/>
              </p:cNvSpPr>
              <p:nvPr/>
            </p:nvSpPr>
            <p:spPr bwMode="auto">
              <a:xfrm>
                <a:off x="3624263" y="2895601"/>
                <a:ext cx="90488" cy="96838"/>
              </a:xfrm>
              <a:prstGeom prst="ellipse">
                <a:avLst/>
              </a:pr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3" name="Forma libre 56">
                <a:extLst>
                  <a:ext uri="{FF2B5EF4-FFF2-40B4-BE49-F238E27FC236}">
                    <a16:creationId xmlns:a16="http://schemas.microsoft.com/office/drawing/2014/main" id="{0D6D6DA1-3425-44CA-B1CB-B326D2C50D5D}"/>
                  </a:ext>
                </a:extLst>
              </p:cNvPr>
              <p:cNvSpPr>
                <a:spLocks/>
              </p:cNvSpPr>
              <p:nvPr/>
            </p:nvSpPr>
            <p:spPr bwMode="auto">
              <a:xfrm>
                <a:off x="3624263" y="2928939"/>
                <a:ext cx="90488" cy="14288"/>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4" name="Forma libre 57">
                <a:extLst>
                  <a:ext uri="{FF2B5EF4-FFF2-40B4-BE49-F238E27FC236}">
                    <a16:creationId xmlns:a16="http://schemas.microsoft.com/office/drawing/2014/main" id="{A25CE64B-B92A-4562-B048-0FA2A21CB7F4}"/>
                  </a:ext>
                </a:extLst>
              </p:cNvPr>
              <p:cNvSpPr>
                <a:spLocks/>
              </p:cNvSpPr>
              <p:nvPr/>
            </p:nvSpPr>
            <p:spPr bwMode="auto">
              <a:xfrm>
                <a:off x="3497263" y="3181351"/>
                <a:ext cx="82550" cy="60325"/>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5" name="Forma libre 58">
                <a:extLst>
                  <a:ext uri="{FF2B5EF4-FFF2-40B4-BE49-F238E27FC236}">
                    <a16:creationId xmlns:a16="http://schemas.microsoft.com/office/drawing/2014/main" id="{80861AE6-B038-4B8C-9EF0-109DEB591A97}"/>
                  </a:ext>
                </a:extLst>
              </p:cNvPr>
              <p:cNvSpPr>
                <a:spLocks/>
              </p:cNvSpPr>
              <p:nvPr/>
            </p:nvSpPr>
            <p:spPr bwMode="auto">
              <a:xfrm>
                <a:off x="3563938" y="3181351"/>
                <a:ext cx="82550" cy="60325"/>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6" name="Elipse 59">
                <a:extLst>
                  <a:ext uri="{FF2B5EF4-FFF2-40B4-BE49-F238E27FC236}">
                    <a16:creationId xmlns:a16="http://schemas.microsoft.com/office/drawing/2014/main" id="{2505D730-7819-4CDD-9F00-8E9CEC3DF49F}"/>
                  </a:ext>
                </a:extLst>
              </p:cNvPr>
              <p:cNvSpPr>
                <a:spLocks noChangeArrowheads="1"/>
              </p:cNvSpPr>
              <p:nvPr/>
            </p:nvSpPr>
            <p:spPr bwMode="auto">
              <a:xfrm>
                <a:off x="3527426" y="3090864"/>
                <a:ext cx="88900" cy="96838"/>
              </a:xfrm>
              <a:prstGeom prst="ellipse">
                <a:avLst/>
              </a:pr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7" name="Forma libre 60">
                <a:extLst>
                  <a:ext uri="{FF2B5EF4-FFF2-40B4-BE49-F238E27FC236}">
                    <a16:creationId xmlns:a16="http://schemas.microsoft.com/office/drawing/2014/main" id="{88FBFC84-B4E6-4DDD-9DD0-1BB91EA0E022}"/>
                  </a:ext>
                </a:extLst>
              </p:cNvPr>
              <p:cNvSpPr>
                <a:spLocks/>
              </p:cNvSpPr>
              <p:nvPr/>
            </p:nvSpPr>
            <p:spPr bwMode="auto">
              <a:xfrm>
                <a:off x="3527426" y="3124201"/>
                <a:ext cx="88900" cy="15875"/>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8" name="Línea 61">
                <a:extLst>
                  <a:ext uri="{FF2B5EF4-FFF2-40B4-BE49-F238E27FC236}">
                    <a16:creationId xmlns:a16="http://schemas.microsoft.com/office/drawing/2014/main" id="{9689C86A-B365-433F-B326-C60DC116B48F}"/>
                  </a:ext>
                </a:extLst>
              </p:cNvPr>
              <p:cNvSpPr>
                <a:spLocks noChangeShapeType="1"/>
              </p:cNvSpPr>
              <p:nvPr/>
            </p:nvSpPr>
            <p:spPr bwMode="auto">
              <a:xfrm>
                <a:off x="3451226" y="3074989"/>
                <a:ext cx="38100" cy="38100"/>
              </a:xfrm>
              <a:prstGeom prst="line">
                <a:avLst/>
              </a:prstGeom>
              <a:noFill/>
              <a:ln w="14288" cap="rnd">
                <a:solidFill>
                  <a:srgbClr val="00206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9" name="Línea 62">
                <a:extLst>
                  <a:ext uri="{FF2B5EF4-FFF2-40B4-BE49-F238E27FC236}">
                    <a16:creationId xmlns:a16="http://schemas.microsoft.com/office/drawing/2014/main" id="{ED368EF9-22A8-4990-9D2E-549C76157C0F}"/>
                  </a:ext>
                </a:extLst>
              </p:cNvPr>
              <p:cNvSpPr>
                <a:spLocks noChangeShapeType="1"/>
              </p:cNvSpPr>
              <p:nvPr/>
            </p:nvSpPr>
            <p:spPr bwMode="auto">
              <a:xfrm flipH="1">
                <a:off x="3654426" y="3074989"/>
                <a:ext cx="38100" cy="38100"/>
              </a:xfrm>
              <a:prstGeom prst="line">
                <a:avLst/>
              </a:prstGeom>
              <a:noFill/>
              <a:ln w="14288" cap="rnd">
                <a:solidFill>
                  <a:srgbClr val="00206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grpSp>
        <p:sp>
          <p:nvSpPr>
            <p:cNvPr id="175" name="Rectángulo 174">
              <a:extLst>
                <a:ext uri="{FF2B5EF4-FFF2-40B4-BE49-F238E27FC236}">
                  <a16:creationId xmlns:a16="http://schemas.microsoft.com/office/drawing/2014/main" id="{E522F3F9-ECF0-4D2A-9244-1942DCB20E98}"/>
                </a:ext>
              </a:extLst>
            </p:cNvPr>
            <p:cNvSpPr/>
            <p:nvPr/>
          </p:nvSpPr>
          <p:spPr>
            <a:xfrm>
              <a:off x="8578720" y="4554108"/>
              <a:ext cx="2082066" cy="1969770"/>
            </a:xfrm>
            <a:prstGeom prst="rect">
              <a:avLst/>
            </a:prstGeom>
          </p:spPr>
          <p:txBody>
            <a:bodyPr wrap="square" lIns="0" tIns="0" rIns="0" bIns="0" rtlCol="0">
              <a:spAutoFit/>
            </a:bodyPr>
            <a:lstStyle/>
            <a:p>
              <a:pPr algn="just"/>
              <a:endParaRPr lang="es-MX" sz="1600" i="1" dirty="0">
                <a:solidFill>
                  <a:srgbClr val="002060"/>
                </a:solidFill>
                <a:latin typeface="+mj-lt"/>
                <a:cs typeface="Segoe UI" panose="020B0502040204020203" pitchFamily="34" charset="0"/>
              </a:endParaRPr>
            </a:p>
            <a:p>
              <a:pPr algn="just"/>
              <a:r>
                <a:rPr lang="es-MX" sz="1600" i="1" dirty="0">
                  <a:solidFill>
                    <a:srgbClr val="002060"/>
                  </a:solidFill>
                  <a:latin typeface="+mj-lt"/>
                  <a:cs typeface="Segoe UI" panose="020B0502040204020203" pitchFamily="34" charset="0"/>
                </a:rPr>
                <a:t>topología en anillo doble como su nombre lo indica en vez de solo tener un anillo tiene dos do anillos concéntricos para transmitir la información, donde cada host de la red esta conectado a ambos anillos, aunque los dos anillos no están conectados directamente entre si.</a:t>
              </a:r>
            </a:p>
          </p:txBody>
        </p:sp>
      </p:grpSp>
      <p:sp>
        <p:nvSpPr>
          <p:cNvPr id="4" name="Título 3" hidden="1">
            <a:extLst>
              <a:ext uri="{FF2B5EF4-FFF2-40B4-BE49-F238E27FC236}">
                <a16:creationId xmlns:a16="http://schemas.microsoft.com/office/drawing/2014/main" id="{2784E464-B64A-4614-9350-2C88DBD46AB5}"/>
              </a:ext>
            </a:extLst>
          </p:cNvPr>
          <p:cNvSpPr>
            <a:spLocks noGrp="1"/>
          </p:cNvSpPr>
          <p:nvPr>
            <p:ph type="title"/>
          </p:nvPr>
        </p:nvSpPr>
        <p:spPr/>
        <p:txBody>
          <a:bodyPr rtlCol="0"/>
          <a:lstStyle/>
          <a:p>
            <a:r>
              <a:rPr lang="es-ES" dirty="0"/>
              <a:t>Diapositiva de recursos humanos 5</a:t>
            </a:r>
          </a:p>
        </p:txBody>
      </p:sp>
      <p:pic>
        <p:nvPicPr>
          <p:cNvPr id="3" name="Imagen 2"/>
          <p:cNvPicPr>
            <a:picLocks noChangeAspect="1"/>
          </p:cNvPicPr>
          <p:nvPr/>
        </p:nvPicPr>
        <p:blipFill>
          <a:blip r:embed="rId3"/>
          <a:stretch>
            <a:fillRect/>
          </a:stretch>
        </p:blipFill>
        <p:spPr>
          <a:xfrm>
            <a:off x="1059524" y="1655746"/>
            <a:ext cx="4192335" cy="4022021"/>
          </a:xfrm>
          <a:prstGeom prst="rect">
            <a:avLst/>
          </a:prstGeom>
        </p:spPr>
      </p:pic>
      <p:sp>
        <p:nvSpPr>
          <p:cNvPr id="26" name="Rectángulo 25">
            <a:extLst>
              <a:ext uri="{FF2B5EF4-FFF2-40B4-BE49-F238E27FC236}">
                <a16:creationId xmlns:a16="http://schemas.microsoft.com/office/drawing/2014/main" id="{6BBBCB2E-F413-4381-8378-02FDC20EA4F6}"/>
              </a:ext>
            </a:extLst>
          </p:cNvPr>
          <p:cNvSpPr/>
          <p:nvPr/>
        </p:nvSpPr>
        <p:spPr>
          <a:xfrm>
            <a:off x="9187543" y="6481983"/>
            <a:ext cx="3045401" cy="307777"/>
          </a:xfrm>
          <a:prstGeom prst="rect">
            <a:avLst/>
          </a:prstGeom>
        </p:spPr>
        <p:txBody>
          <a:bodyPr wrap="square" lIns="0" tIns="0" rIns="0" bIns="0" rtlCol="0">
            <a:spAutoFit/>
          </a:bodyPr>
          <a:lstStyle/>
          <a:p>
            <a:pPr rtl="0"/>
            <a:r>
              <a:rPr lang="es-ES" sz="2000" b="1" i="1" dirty="0">
                <a:latin typeface="+mj-lt"/>
                <a:cs typeface="Segoe UI" panose="020B0502040204020203" pitchFamily="34" charset="0"/>
              </a:rPr>
              <a:t>FUNDAMENTOS DE REDES</a:t>
            </a:r>
          </a:p>
        </p:txBody>
      </p:sp>
      <p:pic>
        <p:nvPicPr>
          <p:cNvPr id="2" name="Imagen 1" descr="Imagen que contiene Interfaz de usuario gráfica&#10;&#10;Descripción generada automáticamente">
            <a:extLst>
              <a:ext uri="{FF2B5EF4-FFF2-40B4-BE49-F238E27FC236}">
                <a16:creationId xmlns:a16="http://schemas.microsoft.com/office/drawing/2014/main" id="{4C4D9ADD-94A7-CA3F-2133-20DD5B34852F}"/>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2299914779"/>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Cuadro de texto 106">
            <a:extLst>
              <a:ext uri="{FF2B5EF4-FFF2-40B4-BE49-F238E27FC236}">
                <a16:creationId xmlns:a16="http://schemas.microsoft.com/office/drawing/2014/main" id="{54EA7ED5-6E34-4D47-91B6-F78F5F8B4C6E}"/>
              </a:ext>
            </a:extLst>
          </p:cNvPr>
          <p:cNvSpPr txBox="1"/>
          <p:nvPr/>
        </p:nvSpPr>
        <p:spPr>
          <a:xfrm>
            <a:off x="6327902" y="629824"/>
            <a:ext cx="6199622" cy="1025922"/>
          </a:xfrm>
          <a:prstGeom prst="rect">
            <a:avLst/>
          </a:prstGeom>
          <a:noFill/>
        </p:spPr>
        <p:txBody>
          <a:bodyPr wrap="square" lIns="0" tIns="0" rIns="0" bIns="0" rtlCol="0">
            <a:spAutoFit/>
          </a:bodyPr>
          <a:lstStyle/>
          <a:p>
            <a:pPr algn="ctr" rtl="0">
              <a:lnSpc>
                <a:spcPts val="4000"/>
              </a:lnSpc>
            </a:pPr>
            <a:r>
              <a:rPr lang="es-ES" sz="3600" b="1" dirty="0">
                <a:solidFill>
                  <a:srgbClr val="002060"/>
                </a:solidFill>
                <a:latin typeface="Segoe UI" panose="020B0502040204020203" pitchFamily="34" charset="0"/>
                <a:cs typeface="Segoe UI" panose="020B0502040204020203" pitchFamily="34" charset="0"/>
              </a:rPr>
              <a:t>CONCEPTOS BÁSICOS</a:t>
            </a:r>
          </a:p>
          <a:p>
            <a:pPr algn="ctr" rtl="0">
              <a:lnSpc>
                <a:spcPts val="4000"/>
              </a:lnSpc>
            </a:pPr>
            <a:r>
              <a:rPr lang="es-ES" sz="3600" b="1" dirty="0">
                <a:solidFill>
                  <a:srgbClr val="00B050"/>
                </a:solidFill>
                <a:latin typeface="Segoe UI" panose="020B0502040204020203" pitchFamily="34" charset="0"/>
                <a:cs typeface="Segoe UI" panose="020B0502040204020203" pitchFamily="34" charset="0"/>
              </a:rPr>
              <a:t>CLASIFICACION RED</a:t>
            </a:r>
          </a:p>
        </p:txBody>
      </p:sp>
      <p:cxnSp>
        <p:nvCxnSpPr>
          <p:cNvPr id="110" name="Conector recto 109">
            <a:extLst>
              <a:ext uri="{FF2B5EF4-FFF2-40B4-BE49-F238E27FC236}">
                <a16:creationId xmlns:a16="http://schemas.microsoft.com/office/drawing/2014/main" id="{6D08E99A-0644-4757-9F3A-BBA1A4F39081}"/>
              </a:ext>
              <a:ext uri="{C183D7F6-B498-43B3-948B-1728B52AA6E4}">
                <adec:decorative xmlns:adec="http://schemas.microsoft.com/office/drawing/2017/decorative" val="1"/>
              </a:ext>
            </a:extLst>
          </p:cNvPr>
          <p:cNvCxnSpPr/>
          <p:nvPr/>
        </p:nvCxnSpPr>
        <p:spPr>
          <a:xfrm>
            <a:off x="6751014" y="0"/>
            <a:ext cx="0" cy="6357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4" name="Elipse 123">
            <a:extLst>
              <a:ext uri="{FF2B5EF4-FFF2-40B4-BE49-F238E27FC236}">
                <a16:creationId xmlns:a16="http://schemas.microsoft.com/office/drawing/2014/main" id="{0B8C9A86-3574-4A2E-BC62-481A2BE7FBED}"/>
              </a:ext>
              <a:ext uri="{C183D7F6-B498-43B3-948B-1728B52AA6E4}">
                <adec:decorative xmlns:adec="http://schemas.microsoft.com/office/drawing/2017/decorative" val="1"/>
              </a:ext>
            </a:extLst>
          </p:cNvPr>
          <p:cNvSpPr/>
          <p:nvPr/>
        </p:nvSpPr>
        <p:spPr>
          <a:xfrm>
            <a:off x="6724637" y="567838"/>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grpSp>
        <p:nvGrpSpPr>
          <p:cNvPr id="205" name="Grupo 204" descr="Esta imagen es un icono de tres personas interactuando. ">
            <a:extLst>
              <a:ext uri="{FF2B5EF4-FFF2-40B4-BE49-F238E27FC236}">
                <a16:creationId xmlns:a16="http://schemas.microsoft.com/office/drawing/2014/main" id="{45696519-F308-4262-9DC5-C541B866A807}"/>
              </a:ext>
            </a:extLst>
          </p:cNvPr>
          <p:cNvGrpSpPr/>
          <p:nvPr/>
        </p:nvGrpSpPr>
        <p:grpSpPr>
          <a:xfrm>
            <a:off x="7197615" y="2681871"/>
            <a:ext cx="4511792" cy="2708434"/>
            <a:chOff x="7991679" y="4554108"/>
            <a:chExt cx="2669107" cy="2708434"/>
          </a:xfrm>
        </p:grpSpPr>
        <p:grpSp>
          <p:nvGrpSpPr>
            <p:cNvPr id="174" name="Grupo 173">
              <a:extLst>
                <a:ext uri="{FF2B5EF4-FFF2-40B4-BE49-F238E27FC236}">
                  <a16:creationId xmlns:a16="http://schemas.microsoft.com/office/drawing/2014/main" id="{292DC2AF-B08E-43EC-A60D-B71EFEF8E4D1}"/>
                </a:ext>
              </a:extLst>
            </p:cNvPr>
            <p:cNvGrpSpPr/>
            <p:nvPr/>
          </p:nvGrpSpPr>
          <p:grpSpPr>
            <a:xfrm>
              <a:off x="7991679" y="4627292"/>
              <a:ext cx="346075" cy="346075"/>
              <a:chOff x="3398838" y="2895601"/>
              <a:chExt cx="346075" cy="346075"/>
            </a:xfrm>
          </p:grpSpPr>
          <p:sp>
            <p:nvSpPr>
              <p:cNvPr id="176" name="Forma libre 49">
                <a:extLst>
                  <a:ext uri="{FF2B5EF4-FFF2-40B4-BE49-F238E27FC236}">
                    <a16:creationId xmlns:a16="http://schemas.microsoft.com/office/drawing/2014/main" id="{17CD577B-CBE6-4837-A90F-4F36762E5332}"/>
                  </a:ext>
                </a:extLst>
              </p:cNvPr>
              <p:cNvSpPr>
                <a:spLocks/>
              </p:cNvSpPr>
              <p:nvPr/>
            </p:nvSpPr>
            <p:spPr bwMode="auto">
              <a:xfrm>
                <a:off x="3398838" y="2986089"/>
                <a:ext cx="82550" cy="58738"/>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77" name="Forma libre 50">
                <a:extLst>
                  <a:ext uri="{FF2B5EF4-FFF2-40B4-BE49-F238E27FC236}">
                    <a16:creationId xmlns:a16="http://schemas.microsoft.com/office/drawing/2014/main" id="{8BB81587-7777-4AE5-985D-5B14D33AD60C}"/>
                  </a:ext>
                </a:extLst>
              </p:cNvPr>
              <p:cNvSpPr>
                <a:spLocks/>
              </p:cNvSpPr>
              <p:nvPr/>
            </p:nvSpPr>
            <p:spPr bwMode="auto">
              <a:xfrm>
                <a:off x="3467101" y="2986089"/>
                <a:ext cx="82550" cy="58738"/>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78" name="Elipse 51">
                <a:extLst>
                  <a:ext uri="{FF2B5EF4-FFF2-40B4-BE49-F238E27FC236}">
                    <a16:creationId xmlns:a16="http://schemas.microsoft.com/office/drawing/2014/main" id="{49EA0197-339C-4417-A18C-DC15037A9717}"/>
                  </a:ext>
                </a:extLst>
              </p:cNvPr>
              <p:cNvSpPr>
                <a:spLocks noChangeArrowheads="1"/>
              </p:cNvSpPr>
              <p:nvPr/>
            </p:nvSpPr>
            <p:spPr bwMode="auto">
              <a:xfrm>
                <a:off x="3429001" y="2895601"/>
                <a:ext cx="90488" cy="96838"/>
              </a:xfrm>
              <a:prstGeom prst="ellipse">
                <a:avLst/>
              </a:pr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79" name="Forma libre 52">
                <a:extLst>
                  <a:ext uri="{FF2B5EF4-FFF2-40B4-BE49-F238E27FC236}">
                    <a16:creationId xmlns:a16="http://schemas.microsoft.com/office/drawing/2014/main" id="{203C108E-5283-4E7B-B970-0E4DF3AF3AEC}"/>
                  </a:ext>
                </a:extLst>
              </p:cNvPr>
              <p:cNvSpPr>
                <a:spLocks/>
              </p:cNvSpPr>
              <p:nvPr/>
            </p:nvSpPr>
            <p:spPr bwMode="auto">
              <a:xfrm>
                <a:off x="3429001" y="2928939"/>
                <a:ext cx="90488" cy="14288"/>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0" name="Forma libre 53">
                <a:extLst>
                  <a:ext uri="{FF2B5EF4-FFF2-40B4-BE49-F238E27FC236}">
                    <a16:creationId xmlns:a16="http://schemas.microsoft.com/office/drawing/2014/main" id="{4A82F405-C833-4408-A2F0-752E2D6C80A8}"/>
                  </a:ext>
                </a:extLst>
              </p:cNvPr>
              <p:cNvSpPr>
                <a:spLocks/>
              </p:cNvSpPr>
              <p:nvPr/>
            </p:nvSpPr>
            <p:spPr bwMode="auto">
              <a:xfrm>
                <a:off x="3594101" y="2986089"/>
                <a:ext cx="82550" cy="58738"/>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1" name="Forma libre 54">
                <a:extLst>
                  <a:ext uri="{FF2B5EF4-FFF2-40B4-BE49-F238E27FC236}">
                    <a16:creationId xmlns:a16="http://schemas.microsoft.com/office/drawing/2014/main" id="{895EA8D0-BBA4-4370-A965-F96A9EDD4249}"/>
                  </a:ext>
                </a:extLst>
              </p:cNvPr>
              <p:cNvSpPr>
                <a:spLocks/>
              </p:cNvSpPr>
              <p:nvPr/>
            </p:nvSpPr>
            <p:spPr bwMode="auto">
              <a:xfrm>
                <a:off x="3662363" y="2986089"/>
                <a:ext cx="82550" cy="58738"/>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2" name="Elipse 55">
                <a:extLst>
                  <a:ext uri="{FF2B5EF4-FFF2-40B4-BE49-F238E27FC236}">
                    <a16:creationId xmlns:a16="http://schemas.microsoft.com/office/drawing/2014/main" id="{94D90E4F-09C7-44B0-9D11-E32A4A0208BC}"/>
                  </a:ext>
                </a:extLst>
              </p:cNvPr>
              <p:cNvSpPr>
                <a:spLocks noChangeArrowheads="1"/>
              </p:cNvSpPr>
              <p:nvPr/>
            </p:nvSpPr>
            <p:spPr bwMode="auto">
              <a:xfrm>
                <a:off x="3624263" y="2895601"/>
                <a:ext cx="90488" cy="96838"/>
              </a:xfrm>
              <a:prstGeom prst="ellipse">
                <a:avLst/>
              </a:pr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3" name="Forma libre 56">
                <a:extLst>
                  <a:ext uri="{FF2B5EF4-FFF2-40B4-BE49-F238E27FC236}">
                    <a16:creationId xmlns:a16="http://schemas.microsoft.com/office/drawing/2014/main" id="{0D6D6DA1-3425-44CA-B1CB-B326D2C50D5D}"/>
                  </a:ext>
                </a:extLst>
              </p:cNvPr>
              <p:cNvSpPr>
                <a:spLocks/>
              </p:cNvSpPr>
              <p:nvPr/>
            </p:nvSpPr>
            <p:spPr bwMode="auto">
              <a:xfrm>
                <a:off x="3624263" y="2928939"/>
                <a:ext cx="90488" cy="14288"/>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4" name="Forma libre 57">
                <a:extLst>
                  <a:ext uri="{FF2B5EF4-FFF2-40B4-BE49-F238E27FC236}">
                    <a16:creationId xmlns:a16="http://schemas.microsoft.com/office/drawing/2014/main" id="{A25CE64B-B92A-4562-B048-0FA2A21CB7F4}"/>
                  </a:ext>
                </a:extLst>
              </p:cNvPr>
              <p:cNvSpPr>
                <a:spLocks/>
              </p:cNvSpPr>
              <p:nvPr/>
            </p:nvSpPr>
            <p:spPr bwMode="auto">
              <a:xfrm>
                <a:off x="3497263" y="3181351"/>
                <a:ext cx="82550" cy="60325"/>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5" name="Forma libre 58">
                <a:extLst>
                  <a:ext uri="{FF2B5EF4-FFF2-40B4-BE49-F238E27FC236}">
                    <a16:creationId xmlns:a16="http://schemas.microsoft.com/office/drawing/2014/main" id="{80861AE6-B038-4B8C-9EF0-109DEB591A97}"/>
                  </a:ext>
                </a:extLst>
              </p:cNvPr>
              <p:cNvSpPr>
                <a:spLocks/>
              </p:cNvSpPr>
              <p:nvPr/>
            </p:nvSpPr>
            <p:spPr bwMode="auto">
              <a:xfrm>
                <a:off x="3563938" y="3181351"/>
                <a:ext cx="82550" cy="60325"/>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6" name="Elipse 59">
                <a:extLst>
                  <a:ext uri="{FF2B5EF4-FFF2-40B4-BE49-F238E27FC236}">
                    <a16:creationId xmlns:a16="http://schemas.microsoft.com/office/drawing/2014/main" id="{2505D730-7819-4CDD-9F00-8E9CEC3DF49F}"/>
                  </a:ext>
                </a:extLst>
              </p:cNvPr>
              <p:cNvSpPr>
                <a:spLocks noChangeArrowheads="1"/>
              </p:cNvSpPr>
              <p:nvPr/>
            </p:nvSpPr>
            <p:spPr bwMode="auto">
              <a:xfrm>
                <a:off x="3527426" y="3090864"/>
                <a:ext cx="88900" cy="96838"/>
              </a:xfrm>
              <a:prstGeom prst="ellipse">
                <a:avLst/>
              </a:pr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7" name="Forma libre 60">
                <a:extLst>
                  <a:ext uri="{FF2B5EF4-FFF2-40B4-BE49-F238E27FC236}">
                    <a16:creationId xmlns:a16="http://schemas.microsoft.com/office/drawing/2014/main" id="{88FBFC84-B4E6-4DDD-9DD0-1BB91EA0E022}"/>
                  </a:ext>
                </a:extLst>
              </p:cNvPr>
              <p:cNvSpPr>
                <a:spLocks/>
              </p:cNvSpPr>
              <p:nvPr/>
            </p:nvSpPr>
            <p:spPr bwMode="auto">
              <a:xfrm>
                <a:off x="3527426" y="3124201"/>
                <a:ext cx="88900" cy="15875"/>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8" name="Línea 61">
                <a:extLst>
                  <a:ext uri="{FF2B5EF4-FFF2-40B4-BE49-F238E27FC236}">
                    <a16:creationId xmlns:a16="http://schemas.microsoft.com/office/drawing/2014/main" id="{9689C86A-B365-433F-B326-C60DC116B48F}"/>
                  </a:ext>
                </a:extLst>
              </p:cNvPr>
              <p:cNvSpPr>
                <a:spLocks noChangeShapeType="1"/>
              </p:cNvSpPr>
              <p:nvPr/>
            </p:nvSpPr>
            <p:spPr bwMode="auto">
              <a:xfrm>
                <a:off x="3451226" y="3074989"/>
                <a:ext cx="38100" cy="38100"/>
              </a:xfrm>
              <a:prstGeom prst="line">
                <a:avLst/>
              </a:prstGeom>
              <a:noFill/>
              <a:ln w="14288" cap="rnd">
                <a:solidFill>
                  <a:srgbClr val="00206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9" name="Línea 62">
                <a:extLst>
                  <a:ext uri="{FF2B5EF4-FFF2-40B4-BE49-F238E27FC236}">
                    <a16:creationId xmlns:a16="http://schemas.microsoft.com/office/drawing/2014/main" id="{ED368EF9-22A8-4990-9D2E-549C76157C0F}"/>
                  </a:ext>
                </a:extLst>
              </p:cNvPr>
              <p:cNvSpPr>
                <a:spLocks noChangeShapeType="1"/>
              </p:cNvSpPr>
              <p:nvPr/>
            </p:nvSpPr>
            <p:spPr bwMode="auto">
              <a:xfrm flipH="1">
                <a:off x="3654426" y="3074989"/>
                <a:ext cx="38100" cy="38100"/>
              </a:xfrm>
              <a:prstGeom prst="line">
                <a:avLst/>
              </a:prstGeom>
              <a:noFill/>
              <a:ln w="14288" cap="rnd">
                <a:solidFill>
                  <a:srgbClr val="00206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grpSp>
        <p:sp>
          <p:nvSpPr>
            <p:cNvPr id="175" name="Rectángulo 174">
              <a:extLst>
                <a:ext uri="{FF2B5EF4-FFF2-40B4-BE49-F238E27FC236}">
                  <a16:creationId xmlns:a16="http://schemas.microsoft.com/office/drawing/2014/main" id="{E522F3F9-ECF0-4D2A-9244-1942DCB20E98}"/>
                </a:ext>
              </a:extLst>
            </p:cNvPr>
            <p:cNvSpPr/>
            <p:nvPr/>
          </p:nvSpPr>
          <p:spPr>
            <a:xfrm>
              <a:off x="8578720" y="4554108"/>
              <a:ext cx="2082066" cy="2708434"/>
            </a:xfrm>
            <a:prstGeom prst="rect">
              <a:avLst/>
            </a:prstGeom>
          </p:spPr>
          <p:txBody>
            <a:bodyPr wrap="square" lIns="0" tIns="0" rIns="0" bIns="0" rtlCol="0">
              <a:spAutoFit/>
            </a:bodyPr>
            <a:lstStyle/>
            <a:p>
              <a:pPr algn="just"/>
              <a:endParaRPr lang="es-MX" sz="1600" i="1" dirty="0">
                <a:solidFill>
                  <a:srgbClr val="002060"/>
                </a:solidFill>
                <a:latin typeface="+mj-lt"/>
                <a:cs typeface="Segoe UI" panose="020B0502040204020203" pitchFamily="34" charset="0"/>
              </a:endParaRPr>
            </a:p>
            <a:p>
              <a:pPr algn="just"/>
              <a:r>
                <a:rPr lang="es-MX" sz="1600" b="1" i="1" dirty="0">
                  <a:solidFill>
                    <a:srgbClr val="002060"/>
                  </a:solidFill>
                  <a:latin typeface="+mj-lt"/>
                  <a:cs typeface="Segoe UI" panose="020B0502040204020203" pitchFamily="34" charset="0"/>
                </a:rPr>
                <a:t>LAN: </a:t>
              </a:r>
              <a:r>
                <a:rPr lang="es-MX" sz="1600" i="1" dirty="0">
                  <a:solidFill>
                    <a:srgbClr val="002060"/>
                  </a:solidFill>
                  <a:latin typeface="+mj-lt"/>
                  <a:cs typeface="Segoe UI" panose="020B0502040204020203" pitchFamily="34" charset="0"/>
                </a:rPr>
                <a:t>Una red de área local o LAN es una red de computadoras que abarca un área reducida a una casa, un departamento o un edificio.​La topología de red define la estructura de una red. Una parte de la definición topológica es la topología física, que es la disposición real de los cables o medios</a:t>
              </a:r>
            </a:p>
            <a:p>
              <a:pPr algn="just"/>
              <a:endParaRPr lang="es-MX" sz="1600" i="1" dirty="0">
                <a:solidFill>
                  <a:srgbClr val="002060"/>
                </a:solidFill>
                <a:latin typeface="+mj-lt"/>
                <a:cs typeface="Segoe UI" panose="020B0502040204020203" pitchFamily="34" charset="0"/>
              </a:endParaRPr>
            </a:p>
            <a:p>
              <a:pPr algn="just"/>
              <a:r>
                <a:rPr lang="es-MX" sz="1600" i="1" dirty="0">
                  <a:solidFill>
                    <a:srgbClr val="002060"/>
                  </a:solidFill>
                  <a:latin typeface="+mj-lt"/>
                  <a:cs typeface="Segoe UI" panose="020B0502040204020203" pitchFamily="34" charset="0"/>
                </a:rPr>
                <a:t> </a:t>
              </a:r>
            </a:p>
          </p:txBody>
        </p:sp>
      </p:grpSp>
      <p:sp>
        <p:nvSpPr>
          <p:cNvPr id="4" name="Título 3" hidden="1">
            <a:extLst>
              <a:ext uri="{FF2B5EF4-FFF2-40B4-BE49-F238E27FC236}">
                <a16:creationId xmlns:a16="http://schemas.microsoft.com/office/drawing/2014/main" id="{2784E464-B64A-4614-9350-2C88DBD46AB5}"/>
              </a:ext>
            </a:extLst>
          </p:cNvPr>
          <p:cNvSpPr>
            <a:spLocks noGrp="1"/>
          </p:cNvSpPr>
          <p:nvPr>
            <p:ph type="title"/>
          </p:nvPr>
        </p:nvSpPr>
        <p:spPr/>
        <p:txBody>
          <a:bodyPr rtlCol="0"/>
          <a:lstStyle/>
          <a:p>
            <a:r>
              <a:rPr lang="es-ES" dirty="0"/>
              <a:t>Diapositiva de recursos humanos 5</a:t>
            </a:r>
          </a:p>
        </p:txBody>
      </p:sp>
      <p:pic>
        <p:nvPicPr>
          <p:cNvPr id="2050" name="Picture 2" descr="Pin de Nathalycruzpazos en Redes informáticas I .T . I 2019 | Redes  informaticas, Redes de comunicacion, Comunicación de dato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6402" y="1988594"/>
            <a:ext cx="5046959" cy="359334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6" name="Rectángulo 25">
            <a:extLst>
              <a:ext uri="{FF2B5EF4-FFF2-40B4-BE49-F238E27FC236}">
                <a16:creationId xmlns:a16="http://schemas.microsoft.com/office/drawing/2014/main" id="{6BBBCB2E-F413-4381-8378-02FDC20EA4F6}"/>
              </a:ext>
            </a:extLst>
          </p:cNvPr>
          <p:cNvSpPr/>
          <p:nvPr/>
        </p:nvSpPr>
        <p:spPr>
          <a:xfrm>
            <a:off x="9187543" y="6481983"/>
            <a:ext cx="3045401" cy="307777"/>
          </a:xfrm>
          <a:prstGeom prst="rect">
            <a:avLst/>
          </a:prstGeom>
        </p:spPr>
        <p:txBody>
          <a:bodyPr wrap="square" lIns="0" tIns="0" rIns="0" bIns="0" rtlCol="0">
            <a:spAutoFit/>
          </a:bodyPr>
          <a:lstStyle/>
          <a:p>
            <a:pPr rtl="0"/>
            <a:r>
              <a:rPr lang="es-ES" sz="2000" b="1" i="1" dirty="0">
                <a:latin typeface="+mj-lt"/>
                <a:cs typeface="Segoe UI" panose="020B0502040204020203" pitchFamily="34" charset="0"/>
              </a:rPr>
              <a:t>FUNDAMENTOS DE REDES</a:t>
            </a:r>
          </a:p>
        </p:txBody>
      </p:sp>
      <p:pic>
        <p:nvPicPr>
          <p:cNvPr id="2" name="Imagen 1" descr="Imagen que contiene Interfaz de usuario gráfica&#10;&#10;Descripción generada automáticamente">
            <a:extLst>
              <a:ext uri="{FF2B5EF4-FFF2-40B4-BE49-F238E27FC236}">
                <a16:creationId xmlns:a16="http://schemas.microsoft.com/office/drawing/2014/main" id="{227D2DF8-872C-F7E1-73FC-DB48947AA4DC}"/>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4219116317"/>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Cuadro de texto 106">
            <a:extLst>
              <a:ext uri="{FF2B5EF4-FFF2-40B4-BE49-F238E27FC236}">
                <a16:creationId xmlns:a16="http://schemas.microsoft.com/office/drawing/2014/main" id="{54EA7ED5-6E34-4D47-91B6-F78F5F8B4C6E}"/>
              </a:ext>
            </a:extLst>
          </p:cNvPr>
          <p:cNvSpPr txBox="1"/>
          <p:nvPr/>
        </p:nvSpPr>
        <p:spPr>
          <a:xfrm>
            <a:off x="6327902" y="629824"/>
            <a:ext cx="6199622" cy="1025922"/>
          </a:xfrm>
          <a:prstGeom prst="rect">
            <a:avLst/>
          </a:prstGeom>
          <a:noFill/>
        </p:spPr>
        <p:txBody>
          <a:bodyPr wrap="square" lIns="0" tIns="0" rIns="0" bIns="0" rtlCol="0">
            <a:spAutoFit/>
          </a:bodyPr>
          <a:lstStyle/>
          <a:p>
            <a:pPr algn="ctr" rtl="0">
              <a:lnSpc>
                <a:spcPts val="4000"/>
              </a:lnSpc>
            </a:pPr>
            <a:r>
              <a:rPr lang="es-ES" sz="3600" b="1" dirty="0">
                <a:solidFill>
                  <a:srgbClr val="002060"/>
                </a:solidFill>
                <a:latin typeface="Segoe UI" panose="020B0502040204020203" pitchFamily="34" charset="0"/>
                <a:cs typeface="Segoe UI" panose="020B0502040204020203" pitchFamily="34" charset="0"/>
              </a:rPr>
              <a:t>CONCEPTOS BÁSICOS</a:t>
            </a:r>
          </a:p>
          <a:p>
            <a:pPr algn="ctr" rtl="0">
              <a:lnSpc>
                <a:spcPts val="4000"/>
              </a:lnSpc>
            </a:pPr>
            <a:r>
              <a:rPr lang="es-ES" sz="3600" b="1" dirty="0">
                <a:solidFill>
                  <a:srgbClr val="00B050"/>
                </a:solidFill>
                <a:latin typeface="Segoe UI" panose="020B0502040204020203" pitchFamily="34" charset="0"/>
                <a:cs typeface="Segoe UI" panose="020B0502040204020203" pitchFamily="34" charset="0"/>
              </a:rPr>
              <a:t>CLASIFICACION RED</a:t>
            </a:r>
          </a:p>
        </p:txBody>
      </p:sp>
      <p:cxnSp>
        <p:nvCxnSpPr>
          <p:cNvPr id="110" name="Conector recto 109">
            <a:extLst>
              <a:ext uri="{FF2B5EF4-FFF2-40B4-BE49-F238E27FC236}">
                <a16:creationId xmlns:a16="http://schemas.microsoft.com/office/drawing/2014/main" id="{6D08E99A-0644-4757-9F3A-BBA1A4F39081}"/>
              </a:ext>
              <a:ext uri="{C183D7F6-B498-43B3-948B-1728B52AA6E4}">
                <adec:decorative xmlns:adec="http://schemas.microsoft.com/office/drawing/2017/decorative" val="1"/>
              </a:ext>
            </a:extLst>
          </p:cNvPr>
          <p:cNvCxnSpPr/>
          <p:nvPr/>
        </p:nvCxnSpPr>
        <p:spPr>
          <a:xfrm>
            <a:off x="6751014" y="0"/>
            <a:ext cx="0" cy="6357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4" name="Elipse 123">
            <a:extLst>
              <a:ext uri="{FF2B5EF4-FFF2-40B4-BE49-F238E27FC236}">
                <a16:creationId xmlns:a16="http://schemas.microsoft.com/office/drawing/2014/main" id="{0B8C9A86-3574-4A2E-BC62-481A2BE7FBED}"/>
              </a:ext>
              <a:ext uri="{C183D7F6-B498-43B3-948B-1728B52AA6E4}">
                <adec:decorative xmlns:adec="http://schemas.microsoft.com/office/drawing/2017/decorative" val="1"/>
              </a:ext>
            </a:extLst>
          </p:cNvPr>
          <p:cNvSpPr/>
          <p:nvPr/>
        </p:nvSpPr>
        <p:spPr>
          <a:xfrm>
            <a:off x="6724637" y="567838"/>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grpSp>
        <p:nvGrpSpPr>
          <p:cNvPr id="205" name="Grupo 204" descr="Esta imagen es un icono de tres personas interactuando. ">
            <a:extLst>
              <a:ext uri="{FF2B5EF4-FFF2-40B4-BE49-F238E27FC236}">
                <a16:creationId xmlns:a16="http://schemas.microsoft.com/office/drawing/2014/main" id="{45696519-F308-4262-9DC5-C541B866A807}"/>
              </a:ext>
            </a:extLst>
          </p:cNvPr>
          <p:cNvGrpSpPr/>
          <p:nvPr/>
        </p:nvGrpSpPr>
        <p:grpSpPr>
          <a:xfrm>
            <a:off x="7197615" y="2681871"/>
            <a:ext cx="4511792" cy="2462213"/>
            <a:chOff x="7991679" y="4554108"/>
            <a:chExt cx="2669107" cy="2462213"/>
          </a:xfrm>
        </p:grpSpPr>
        <p:grpSp>
          <p:nvGrpSpPr>
            <p:cNvPr id="174" name="Grupo 173">
              <a:extLst>
                <a:ext uri="{FF2B5EF4-FFF2-40B4-BE49-F238E27FC236}">
                  <a16:creationId xmlns:a16="http://schemas.microsoft.com/office/drawing/2014/main" id="{292DC2AF-B08E-43EC-A60D-B71EFEF8E4D1}"/>
                </a:ext>
              </a:extLst>
            </p:cNvPr>
            <p:cNvGrpSpPr/>
            <p:nvPr/>
          </p:nvGrpSpPr>
          <p:grpSpPr>
            <a:xfrm>
              <a:off x="7991679" y="4627292"/>
              <a:ext cx="346075" cy="346075"/>
              <a:chOff x="3398838" y="2895601"/>
              <a:chExt cx="346075" cy="346075"/>
            </a:xfrm>
          </p:grpSpPr>
          <p:sp>
            <p:nvSpPr>
              <p:cNvPr id="176" name="Forma libre 49">
                <a:extLst>
                  <a:ext uri="{FF2B5EF4-FFF2-40B4-BE49-F238E27FC236}">
                    <a16:creationId xmlns:a16="http://schemas.microsoft.com/office/drawing/2014/main" id="{17CD577B-CBE6-4837-A90F-4F36762E5332}"/>
                  </a:ext>
                </a:extLst>
              </p:cNvPr>
              <p:cNvSpPr>
                <a:spLocks/>
              </p:cNvSpPr>
              <p:nvPr/>
            </p:nvSpPr>
            <p:spPr bwMode="auto">
              <a:xfrm>
                <a:off x="3398838" y="2986089"/>
                <a:ext cx="82550" cy="58738"/>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77" name="Forma libre 50">
                <a:extLst>
                  <a:ext uri="{FF2B5EF4-FFF2-40B4-BE49-F238E27FC236}">
                    <a16:creationId xmlns:a16="http://schemas.microsoft.com/office/drawing/2014/main" id="{8BB81587-7777-4AE5-985D-5B14D33AD60C}"/>
                  </a:ext>
                </a:extLst>
              </p:cNvPr>
              <p:cNvSpPr>
                <a:spLocks/>
              </p:cNvSpPr>
              <p:nvPr/>
            </p:nvSpPr>
            <p:spPr bwMode="auto">
              <a:xfrm>
                <a:off x="3467101" y="2986089"/>
                <a:ext cx="82550" cy="58738"/>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78" name="Elipse 51">
                <a:extLst>
                  <a:ext uri="{FF2B5EF4-FFF2-40B4-BE49-F238E27FC236}">
                    <a16:creationId xmlns:a16="http://schemas.microsoft.com/office/drawing/2014/main" id="{49EA0197-339C-4417-A18C-DC15037A9717}"/>
                  </a:ext>
                </a:extLst>
              </p:cNvPr>
              <p:cNvSpPr>
                <a:spLocks noChangeArrowheads="1"/>
              </p:cNvSpPr>
              <p:nvPr/>
            </p:nvSpPr>
            <p:spPr bwMode="auto">
              <a:xfrm>
                <a:off x="3429001" y="2895601"/>
                <a:ext cx="90488" cy="96838"/>
              </a:xfrm>
              <a:prstGeom prst="ellipse">
                <a:avLst/>
              </a:pr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79" name="Forma libre 52">
                <a:extLst>
                  <a:ext uri="{FF2B5EF4-FFF2-40B4-BE49-F238E27FC236}">
                    <a16:creationId xmlns:a16="http://schemas.microsoft.com/office/drawing/2014/main" id="{203C108E-5283-4E7B-B970-0E4DF3AF3AEC}"/>
                  </a:ext>
                </a:extLst>
              </p:cNvPr>
              <p:cNvSpPr>
                <a:spLocks/>
              </p:cNvSpPr>
              <p:nvPr/>
            </p:nvSpPr>
            <p:spPr bwMode="auto">
              <a:xfrm>
                <a:off x="3429001" y="2928939"/>
                <a:ext cx="90488" cy="14288"/>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0" name="Forma libre 53">
                <a:extLst>
                  <a:ext uri="{FF2B5EF4-FFF2-40B4-BE49-F238E27FC236}">
                    <a16:creationId xmlns:a16="http://schemas.microsoft.com/office/drawing/2014/main" id="{4A82F405-C833-4408-A2F0-752E2D6C80A8}"/>
                  </a:ext>
                </a:extLst>
              </p:cNvPr>
              <p:cNvSpPr>
                <a:spLocks/>
              </p:cNvSpPr>
              <p:nvPr/>
            </p:nvSpPr>
            <p:spPr bwMode="auto">
              <a:xfrm>
                <a:off x="3594101" y="2986089"/>
                <a:ext cx="82550" cy="58738"/>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1" name="Forma libre 54">
                <a:extLst>
                  <a:ext uri="{FF2B5EF4-FFF2-40B4-BE49-F238E27FC236}">
                    <a16:creationId xmlns:a16="http://schemas.microsoft.com/office/drawing/2014/main" id="{895EA8D0-BBA4-4370-A965-F96A9EDD4249}"/>
                  </a:ext>
                </a:extLst>
              </p:cNvPr>
              <p:cNvSpPr>
                <a:spLocks/>
              </p:cNvSpPr>
              <p:nvPr/>
            </p:nvSpPr>
            <p:spPr bwMode="auto">
              <a:xfrm>
                <a:off x="3662363" y="2986089"/>
                <a:ext cx="82550" cy="58738"/>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2" name="Elipse 55">
                <a:extLst>
                  <a:ext uri="{FF2B5EF4-FFF2-40B4-BE49-F238E27FC236}">
                    <a16:creationId xmlns:a16="http://schemas.microsoft.com/office/drawing/2014/main" id="{94D90E4F-09C7-44B0-9D11-E32A4A0208BC}"/>
                  </a:ext>
                </a:extLst>
              </p:cNvPr>
              <p:cNvSpPr>
                <a:spLocks noChangeArrowheads="1"/>
              </p:cNvSpPr>
              <p:nvPr/>
            </p:nvSpPr>
            <p:spPr bwMode="auto">
              <a:xfrm>
                <a:off x="3624263" y="2895601"/>
                <a:ext cx="90488" cy="96838"/>
              </a:xfrm>
              <a:prstGeom prst="ellipse">
                <a:avLst/>
              </a:pr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3" name="Forma libre 56">
                <a:extLst>
                  <a:ext uri="{FF2B5EF4-FFF2-40B4-BE49-F238E27FC236}">
                    <a16:creationId xmlns:a16="http://schemas.microsoft.com/office/drawing/2014/main" id="{0D6D6DA1-3425-44CA-B1CB-B326D2C50D5D}"/>
                  </a:ext>
                </a:extLst>
              </p:cNvPr>
              <p:cNvSpPr>
                <a:spLocks/>
              </p:cNvSpPr>
              <p:nvPr/>
            </p:nvSpPr>
            <p:spPr bwMode="auto">
              <a:xfrm>
                <a:off x="3624263" y="2928939"/>
                <a:ext cx="90488" cy="14288"/>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4" name="Forma libre 57">
                <a:extLst>
                  <a:ext uri="{FF2B5EF4-FFF2-40B4-BE49-F238E27FC236}">
                    <a16:creationId xmlns:a16="http://schemas.microsoft.com/office/drawing/2014/main" id="{A25CE64B-B92A-4562-B048-0FA2A21CB7F4}"/>
                  </a:ext>
                </a:extLst>
              </p:cNvPr>
              <p:cNvSpPr>
                <a:spLocks/>
              </p:cNvSpPr>
              <p:nvPr/>
            </p:nvSpPr>
            <p:spPr bwMode="auto">
              <a:xfrm>
                <a:off x="3497263" y="3181351"/>
                <a:ext cx="82550" cy="60325"/>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5" name="Forma libre 58">
                <a:extLst>
                  <a:ext uri="{FF2B5EF4-FFF2-40B4-BE49-F238E27FC236}">
                    <a16:creationId xmlns:a16="http://schemas.microsoft.com/office/drawing/2014/main" id="{80861AE6-B038-4B8C-9EF0-109DEB591A97}"/>
                  </a:ext>
                </a:extLst>
              </p:cNvPr>
              <p:cNvSpPr>
                <a:spLocks/>
              </p:cNvSpPr>
              <p:nvPr/>
            </p:nvSpPr>
            <p:spPr bwMode="auto">
              <a:xfrm>
                <a:off x="3563938" y="3181351"/>
                <a:ext cx="82550" cy="60325"/>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6" name="Elipse 59">
                <a:extLst>
                  <a:ext uri="{FF2B5EF4-FFF2-40B4-BE49-F238E27FC236}">
                    <a16:creationId xmlns:a16="http://schemas.microsoft.com/office/drawing/2014/main" id="{2505D730-7819-4CDD-9F00-8E9CEC3DF49F}"/>
                  </a:ext>
                </a:extLst>
              </p:cNvPr>
              <p:cNvSpPr>
                <a:spLocks noChangeArrowheads="1"/>
              </p:cNvSpPr>
              <p:nvPr/>
            </p:nvSpPr>
            <p:spPr bwMode="auto">
              <a:xfrm>
                <a:off x="3527426" y="3090864"/>
                <a:ext cx="88900" cy="96838"/>
              </a:xfrm>
              <a:prstGeom prst="ellipse">
                <a:avLst/>
              </a:pr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7" name="Forma libre 60">
                <a:extLst>
                  <a:ext uri="{FF2B5EF4-FFF2-40B4-BE49-F238E27FC236}">
                    <a16:creationId xmlns:a16="http://schemas.microsoft.com/office/drawing/2014/main" id="{88FBFC84-B4E6-4DDD-9DD0-1BB91EA0E022}"/>
                  </a:ext>
                </a:extLst>
              </p:cNvPr>
              <p:cNvSpPr>
                <a:spLocks/>
              </p:cNvSpPr>
              <p:nvPr/>
            </p:nvSpPr>
            <p:spPr bwMode="auto">
              <a:xfrm>
                <a:off x="3527426" y="3124201"/>
                <a:ext cx="88900" cy="15875"/>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8" name="Línea 61">
                <a:extLst>
                  <a:ext uri="{FF2B5EF4-FFF2-40B4-BE49-F238E27FC236}">
                    <a16:creationId xmlns:a16="http://schemas.microsoft.com/office/drawing/2014/main" id="{9689C86A-B365-433F-B326-C60DC116B48F}"/>
                  </a:ext>
                </a:extLst>
              </p:cNvPr>
              <p:cNvSpPr>
                <a:spLocks noChangeShapeType="1"/>
              </p:cNvSpPr>
              <p:nvPr/>
            </p:nvSpPr>
            <p:spPr bwMode="auto">
              <a:xfrm>
                <a:off x="3451226" y="3074989"/>
                <a:ext cx="38100" cy="38100"/>
              </a:xfrm>
              <a:prstGeom prst="line">
                <a:avLst/>
              </a:prstGeom>
              <a:noFill/>
              <a:ln w="14288" cap="rnd">
                <a:solidFill>
                  <a:srgbClr val="00206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9" name="Línea 62">
                <a:extLst>
                  <a:ext uri="{FF2B5EF4-FFF2-40B4-BE49-F238E27FC236}">
                    <a16:creationId xmlns:a16="http://schemas.microsoft.com/office/drawing/2014/main" id="{ED368EF9-22A8-4990-9D2E-549C76157C0F}"/>
                  </a:ext>
                </a:extLst>
              </p:cNvPr>
              <p:cNvSpPr>
                <a:spLocks noChangeShapeType="1"/>
              </p:cNvSpPr>
              <p:nvPr/>
            </p:nvSpPr>
            <p:spPr bwMode="auto">
              <a:xfrm flipH="1">
                <a:off x="3654426" y="3074989"/>
                <a:ext cx="38100" cy="38100"/>
              </a:xfrm>
              <a:prstGeom prst="line">
                <a:avLst/>
              </a:prstGeom>
              <a:noFill/>
              <a:ln w="14288" cap="rnd">
                <a:solidFill>
                  <a:srgbClr val="00206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grpSp>
        <p:sp>
          <p:nvSpPr>
            <p:cNvPr id="175" name="Rectángulo 174">
              <a:extLst>
                <a:ext uri="{FF2B5EF4-FFF2-40B4-BE49-F238E27FC236}">
                  <a16:creationId xmlns:a16="http://schemas.microsoft.com/office/drawing/2014/main" id="{E522F3F9-ECF0-4D2A-9244-1942DCB20E98}"/>
                </a:ext>
              </a:extLst>
            </p:cNvPr>
            <p:cNvSpPr/>
            <p:nvPr/>
          </p:nvSpPr>
          <p:spPr>
            <a:xfrm>
              <a:off x="8578720" y="4554108"/>
              <a:ext cx="2082066" cy="2462213"/>
            </a:xfrm>
            <a:prstGeom prst="rect">
              <a:avLst/>
            </a:prstGeom>
          </p:spPr>
          <p:txBody>
            <a:bodyPr wrap="square" lIns="0" tIns="0" rIns="0" bIns="0" rtlCol="0">
              <a:spAutoFit/>
            </a:bodyPr>
            <a:lstStyle/>
            <a:p>
              <a:pPr algn="just"/>
              <a:endParaRPr lang="es-MX" sz="1600" i="1" dirty="0">
                <a:solidFill>
                  <a:srgbClr val="002060"/>
                </a:solidFill>
                <a:latin typeface="+mj-lt"/>
                <a:cs typeface="Segoe UI" panose="020B0502040204020203" pitchFamily="34" charset="0"/>
              </a:endParaRPr>
            </a:p>
            <a:p>
              <a:pPr algn="just"/>
              <a:r>
                <a:rPr lang="es-MX" sz="1600" b="1" i="1" dirty="0">
                  <a:solidFill>
                    <a:srgbClr val="002060"/>
                  </a:solidFill>
                  <a:latin typeface="+mj-lt"/>
                  <a:cs typeface="Segoe UI" panose="020B0502040204020203" pitchFamily="34" charset="0"/>
                </a:rPr>
                <a:t>MAN: </a:t>
              </a:r>
              <a:r>
                <a:rPr lang="es-MX" sz="1600" i="1" dirty="0">
                  <a:solidFill>
                    <a:srgbClr val="002060"/>
                  </a:solidFill>
                  <a:latin typeface="+mj-lt"/>
                  <a:cs typeface="Segoe UI" panose="020B0502040204020203" pitchFamily="34" charset="0"/>
                </a:rPr>
                <a:t>Una red de área metropolitana es una red de alta velocidad que da cobertura en un área geográfica extensa, proporcionando capacidad de integración de múltiples servicios mediante la transmisión de datos, voz y vídeo, sobre medios de transmisión tales como fibra óptica y par trenzado</a:t>
              </a:r>
            </a:p>
            <a:p>
              <a:pPr algn="just"/>
              <a:r>
                <a:rPr lang="es-MX" sz="1600" i="1" dirty="0">
                  <a:solidFill>
                    <a:srgbClr val="002060"/>
                  </a:solidFill>
                  <a:latin typeface="+mj-lt"/>
                  <a:cs typeface="Segoe UI" panose="020B0502040204020203" pitchFamily="34" charset="0"/>
                </a:rPr>
                <a:t> </a:t>
              </a:r>
            </a:p>
          </p:txBody>
        </p:sp>
      </p:grpSp>
      <p:sp>
        <p:nvSpPr>
          <p:cNvPr id="4" name="Título 3" hidden="1">
            <a:extLst>
              <a:ext uri="{FF2B5EF4-FFF2-40B4-BE49-F238E27FC236}">
                <a16:creationId xmlns:a16="http://schemas.microsoft.com/office/drawing/2014/main" id="{2784E464-B64A-4614-9350-2C88DBD46AB5}"/>
              </a:ext>
            </a:extLst>
          </p:cNvPr>
          <p:cNvSpPr>
            <a:spLocks noGrp="1"/>
          </p:cNvSpPr>
          <p:nvPr>
            <p:ph type="title"/>
          </p:nvPr>
        </p:nvSpPr>
        <p:spPr/>
        <p:txBody>
          <a:bodyPr rtlCol="0"/>
          <a:lstStyle/>
          <a:p>
            <a:r>
              <a:rPr lang="es-ES" dirty="0"/>
              <a:t>Diapositiva de recursos humanos 5</a:t>
            </a:r>
          </a:p>
        </p:txBody>
      </p:sp>
      <p:pic>
        <p:nvPicPr>
          <p:cNvPr id="3" name="Imagen 2"/>
          <p:cNvPicPr>
            <a:picLocks noChangeAspect="1"/>
          </p:cNvPicPr>
          <p:nvPr/>
        </p:nvPicPr>
        <p:blipFill>
          <a:blip r:embed="rId3"/>
          <a:stretch>
            <a:fillRect/>
          </a:stretch>
        </p:blipFill>
        <p:spPr>
          <a:xfrm>
            <a:off x="685702" y="1930216"/>
            <a:ext cx="5491615" cy="320710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6" name="Rectángulo 25">
            <a:extLst>
              <a:ext uri="{FF2B5EF4-FFF2-40B4-BE49-F238E27FC236}">
                <a16:creationId xmlns:a16="http://schemas.microsoft.com/office/drawing/2014/main" id="{6BBBCB2E-F413-4381-8378-02FDC20EA4F6}"/>
              </a:ext>
            </a:extLst>
          </p:cNvPr>
          <p:cNvSpPr/>
          <p:nvPr/>
        </p:nvSpPr>
        <p:spPr>
          <a:xfrm>
            <a:off x="9187543" y="6481983"/>
            <a:ext cx="3045401" cy="307777"/>
          </a:xfrm>
          <a:prstGeom prst="rect">
            <a:avLst/>
          </a:prstGeom>
        </p:spPr>
        <p:txBody>
          <a:bodyPr wrap="square" lIns="0" tIns="0" rIns="0" bIns="0" rtlCol="0">
            <a:spAutoFit/>
          </a:bodyPr>
          <a:lstStyle/>
          <a:p>
            <a:pPr rtl="0"/>
            <a:r>
              <a:rPr lang="es-ES" sz="2000" b="1" i="1" dirty="0">
                <a:latin typeface="+mj-lt"/>
                <a:cs typeface="Segoe UI" panose="020B0502040204020203" pitchFamily="34" charset="0"/>
              </a:rPr>
              <a:t>FUNDAMENTOS DE REDES</a:t>
            </a:r>
          </a:p>
        </p:txBody>
      </p:sp>
      <p:pic>
        <p:nvPicPr>
          <p:cNvPr id="2" name="Imagen 1" descr="Imagen que contiene Interfaz de usuario gráfica&#10;&#10;Descripción generada automáticamente">
            <a:extLst>
              <a:ext uri="{FF2B5EF4-FFF2-40B4-BE49-F238E27FC236}">
                <a16:creationId xmlns:a16="http://schemas.microsoft.com/office/drawing/2014/main" id="{A5848150-86FC-4991-764D-792DF1CB8B9E}"/>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3726971316"/>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Cuadro de texto 106">
            <a:extLst>
              <a:ext uri="{FF2B5EF4-FFF2-40B4-BE49-F238E27FC236}">
                <a16:creationId xmlns:a16="http://schemas.microsoft.com/office/drawing/2014/main" id="{54EA7ED5-6E34-4D47-91B6-F78F5F8B4C6E}"/>
              </a:ext>
            </a:extLst>
          </p:cNvPr>
          <p:cNvSpPr txBox="1"/>
          <p:nvPr/>
        </p:nvSpPr>
        <p:spPr>
          <a:xfrm>
            <a:off x="6327902" y="629824"/>
            <a:ext cx="6199622" cy="1025922"/>
          </a:xfrm>
          <a:prstGeom prst="rect">
            <a:avLst/>
          </a:prstGeom>
          <a:noFill/>
        </p:spPr>
        <p:txBody>
          <a:bodyPr wrap="square" lIns="0" tIns="0" rIns="0" bIns="0" rtlCol="0">
            <a:spAutoFit/>
          </a:bodyPr>
          <a:lstStyle/>
          <a:p>
            <a:pPr algn="ctr" rtl="0">
              <a:lnSpc>
                <a:spcPts val="4000"/>
              </a:lnSpc>
            </a:pPr>
            <a:r>
              <a:rPr lang="es-ES" sz="3600" b="1" dirty="0">
                <a:solidFill>
                  <a:srgbClr val="002060"/>
                </a:solidFill>
                <a:latin typeface="Segoe UI" panose="020B0502040204020203" pitchFamily="34" charset="0"/>
                <a:cs typeface="Segoe UI" panose="020B0502040204020203" pitchFamily="34" charset="0"/>
              </a:rPr>
              <a:t>CONCEPTOS BÁSICOS</a:t>
            </a:r>
          </a:p>
          <a:p>
            <a:pPr algn="ctr" rtl="0">
              <a:lnSpc>
                <a:spcPts val="4000"/>
              </a:lnSpc>
            </a:pPr>
            <a:r>
              <a:rPr lang="es-ES" sz="3600" b="1" dirty="0">
                <a:solidFill>
                  <a:srgbClr val="00B050"/>
                </a:solidFill>
                <a:latin typeface="Segoe UI" panose="020B0502040204020203" pitchFamily="34" charset="0"/>
                <a:cs typeface="Segoe UI" panose="020B0502040204020203" pitchFamily="34" charset="0"/>
              </a:rPr>
              <a:t>CLASIFICACION RED</a:t>
            </a:r>
          </a:p>
        </p:txBody>
      </p:sp>
      <p:cxnSp>
        <p:nvCxnSpPr>
          <p:cNvPr id="110" name="Conector recto 109">
            <a:extLst>
              <a:ext uri="{FF2B5EF4-FFF2-40B4-BE49-F238E27FC236}">
                <a16:creationId xmlns:a16="http://schemas.microsoft.com/office/drawing/2014/main" id="{6D08E99A-0644-4757-9F3A-BBA1A4F39081}"/>
              </a:ext>
              <a:ext uri="{C183D7F6-B498-43B3-948B-1728B52AA6E4}">
                <adec:decorative xmlns:adec="http://schemas.microsoft.com/office/drawing/2017/decorative" val="1"/>
              </a:ext>
            </a:extLst>
          </p:cNvPr>
          <p:cNvCxnSpPr/>
          <p:nvPr/>
        </p:nvCxnSpPr>
        <p:spPr>
          <a:xfrm>
            <a:off x="6751014" y="0"/>
            <a:ext cx="0" cy="6357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4" name="Elipse 123">
            <a:extLst>
              <a:ext uri="{FF2B5EF4-FFF2-40B4-BE49-F238E27FC236}">
                <a16:creationId xmlns:a16="http://schemas.microsoft.com/office/drawing/2014/main" id="{0B8C9A86-3574-4A2E-BC62-481A2BE7FBED}"/>
              </a:ext>
              <a:ext uri="{C183D7F6-B498-43B3-948B-1728B52AA6E4}">
                <adec:decorative xmlns:adec="http://schemas.microsoft.com/office/drawing/2017/decorative" val="1"/>
              </a:ext>
            </a:extLst>
          </p:cNvPr>
          <p:cNvSpPr/>
          <p:nvPr/>
        </p:nvSpPr>
        <p:spPr>
          <a:xfrm>
            <a:off x="6724637" y="567838"/>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grpSp>
        <p:nvGrpSpPr>
          <p:cNvPr id="205" name="Grupo 204" descr="Esta imagen es un icono de tres personas interactuando. ">
            <a:extLst>
              <a:ext uri="{FF2B5EF4-FFF2-40B4-BE49-F238E27FC236}">
                <a16:creationId xmlns:a16="http://schemas.microsoft.com/office/drawing/2014/main" id="{45696519-F308-4262-9DC5-C541B866A807}"/>
              </a:ext>
            </a:extLst>
          </p:cNvPr>
          <p:cNvGrpSpPr/>
          <p:nvPr/>
        </p:nvGrpSpPr>
        <p:grpSpPr>
          <a:xfrm>
            <a:off x="7197617" y="2681871"/>
            <a:ext cx="4511791" cy="1723549"/>
            <a:chOff x="7991679" y="4554108"/>
            <a:chExt cx="2669106" cy="1723549"/>
          </a:xfrm>
        </p:grpSpPr>
        <p:grpSp>
          <p:nvGrpSpPr>
            <p:cNvPr id="174" name="Grupo 173">
              <a:extLst>
                <a:ext uri="{FF2B5EF4-FFF2-40B4-BE49-F238E27FC236}">
                  <a16:creationId xmlns:a16="http://schemas.microsoft.com/office/drawing/2014/main" id="{292DC2AF-B08E-43EC-A60D-B71EFEF8E4D1}"/>
                </a:ext>
              </a:extLst>
            </p:cNvPr>
            <p:cNvGrpSpPr/>
            <p:nvPr/>
          </p:nvGrpSpPr>
          <p:grpSpPr>
            <a:xfrm>
              <a:off x="7991679" y="4627292"/>
              <a:ext cx="346075" cy="346075"/>
              <a:chOff x="3398838" y="2895601"/>
              <a:chExt cx="346075" cy="346075"/>
            </a:xfrm>
          </p:grpSpPr>
          <p:sp>
            <p:nvSpPr>
              <p:cNvPr id="176" name="Forma libre 49">
                <a:extLst>
                  <a:ext uri="{FF2B5EF4-FFF2-40B4-BE49-F238E27FC236}">
                    <a16:creationId xmlns:a16="http://schemas.microsoft.com/office/drawing/2014/main" id="{17CD577B-CBE6-4837-A90F-4F36762E5332}"/>
                  </a:ext>
                </a:extLst>
              </p:cNvPr>
              <p:cNvSpPr>
                <a:spLocks/>
              </p:cNvSpPr>
              <p:nvPr/>
            </p:nvSpPr>
            <p:spPr bwMode="auto">
              <a:xfrm>
                <a:off x="3398838" y="2986089"/>
                <a:ext cx="82550" cy="58738"/>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77" name="Forma libre 50">
                <a:extLst>
                  <a:ext uri="{FF2B5EF4-FFF2-40B4-BE49-F238E27FC236}">
                    <a16:creationId xmlns:a16="http://schemas.microsoft.com/office/drawing/2014/main" id="{8BB81587-7777-4AE5-985D-5B14D33AD60C}"/>
                  </a:ext>
                </a:extLst>
              </p:cNvPr>
              <p:cNvSpPr>
                <a:spLocks/>
              </p:cNvSpPr>
              <p:nvPr/>
            </p:nvSpPr>
            <p:spPr bwMode="auto">
              <a:xfrm>
                <a:off x="3467101" y="2986089"/>
                <a:ext cx="82550" cy="58738"/>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78" name="Elipse 51">
                <a:extLst>
                  <a:ext uri="{FF2B5EF4-FFF2-40B4-BE49-F238E27FC236}">
                    <a16:creationId xmlns:a16="http://schemas.microsoft.com/office/drawing/2014/main" id="{49EA0197-339C-4417-A18C-DC15037A9717}"/>
                  </a:ext>
                </a:extLst>
              </p:cNvPr>
              <p:cNvSpPr>
                <a:spLocks noChangeArrowheads="1"/>
              </p:cNvSpPr>
              <p:nvPr/>
            </p:nvSpPr>
            <p:spPr bwMode="auto">
              <a:xfrm>
                <a:off x="3429001" y="2895601"/>
                <a:ext cx="90488" cy="96838"/>
              </a:xfrm>
              <a:prstGeom prst="ellipse">
                <a:avLst/>
              </a:pr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79" name="Forma libre 52">
                <a:extLst>
                  <a:ext uri="{FF2B5EF4-FFF2-40B4-BE49-F238E27FC236}">
                    <a16:creationId xmlns:a16="http://schemas.microsoft.com/office/drawing/2014/main" id="{203C108E-5283-4E7B-B970-0E4DF3AF3AEC}"/>
                  </a:ext>
                </a:extLst>
              </p:cNvPr>
              <p:cNvSpPr>
                <a:spLocks/>
              </p:cNvSpPr>
              <p:nvPr/>
            </p:nvSpPr>
            <p:spPr bwMode="auto">
              <a:xfrm>
                <a:off x="3429001" y="2928939"/>
                <a:ext cx="90488" cy="14288"/>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0" name="Forma libre 53">
                <a:extLst>
                  <a:ext uri="{FF2B5EF4-FFF2-40B4-BE49-F238E27FC236}">
                    <a16:creationId xmlns:a16="http://schemas.microsoft.com/office/drawing/2014/main" id="{4A82F405-C833-4408-A2F0-752E2D6C80A8}"/>
                  </a:ext>
                </a:extLst>
              </p:cNvPr>
              <p:cNvSpPr>
                <a:spLocks/>
              </p:cNvSpPr>
              <p:nvPr/>
            </p:nvSpPr>
            <p:spPr bwMode="auto">
              <a:xfrm>
                <a:off x="3594101" y="2986089"/>
                <a:ext cx="82550" cy="58738"/>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1" name="Forma libre 54">
                <a:extLst>
                  <a:ext uri="{FF2B5EF4-FFF2-40B4-BE49-F238E27FC236}">
                    <a16:creationId xmlns:a16="http://schemas.microsoft.com/office/drawing/2014/main" id="{895EA8D0-BBA4-4370-A965-F96A9EDD4249}"/>
                  </a:ext>
                </a:extLst>
              </p:cNvPr>
              <p:cNvSpPr>
                <a:spLocks/>
              </p:cNvSpPr>
              <p:nvPr/>
            </p:nvSpPr>
            <p:spPr bwMode="auto">
              <a:xfrm>
                <a:off x="3662363" y="2986089"/>
                <a:ext cx="82550" cy="58738"/>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2" name="Elipse 55">
                <a:extLst>
                  <a:ext uri="{FF2B5EF4-FFF2-40B4-BE49-F238E27FC236}">
                    <a16:creationId xmlns:a16="http://schemas.microsoft.com/office/drawing/2014/main" id="{94D90E4F-09C7-44B0-9D11-E32A4A0208BC}"/>
                  </a:ext>
                </a:extLst>
              </p:cNvPr>
              <p:cNvSpPr>
                <a:spLocks noChangeArrowheads="1"/>
              </p:cNvSpPr>
              <p:nvPr/>
            </p:nvSpPr>
            <p:spPr bwMode="auto">
              <a:xfrm>
                <a:off x="3624263" y="2895601"/>
                <a:ext cx="90488" cy="96838"/>
              </a:xfrm>
              <a:prstGeom prst="ellipse">
                <a:avLst/>
              </a:pr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3" name="Forma libre 56">
                <a:extLst>
                  <a:ext uri="{FF2B5EF4-FFF2-40B4-BE49-F238E27FC236}">
                    <a16:creationId xmlns:a16="http://schemas.microsoft.com/office/drawing/2014/main" id="{0D6D6DA1-3425-44CA-B1CB-B326D2C50D5D}"/>
                  </a:ext>
                </a:extLst>
              </p:cNvPr>
              <p:cNvSpPr>
                <a:spLocks/>
              </p:cNvSpPr>
              <p:nvPr/>
            </p:nvSpPr>
            <p:spPr bwMode="auto">
              <a:xfrm>
                <a:off x="3624263" y="2928939"/>
                <a:ext cx="90488" cy="14288"/>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4" name="Forma libre 57">
                <a:extLst>
                  <a:ext uri="{FF2B5EF4-FFF2-40B4-BE49-F238E27FC236}">
                    <a16:creationId xmlns:a16="http://schemas.microsoft.com/office/drawing/2014/main" id="{A25CE64B-B92A-4562-B048-0FA2A21CB7F4}"/>
                  </a:ext>
                </a:extLst>
              </p:cNvPr>
              <p:cNvSpPr>
                <a:spLocks/>
              </p:cNvSpPr>
              <p:nvPr/>
            </p:nvSpPr>
            <p:spPr bwMode="auto">
              <a:xfrm>
                <a:off x="3497263" y="3181351"/>
                <a:ext cx="82550" cy="60325"/>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5" name="Forma libre 58">
                <a:extLst>
                  <a:ext uri="{FF2B5EF4-FFF2-40B4-BE49-F238E27FC236}">
                    <a16:creationId xmlns:a16="http://schemas.microsoft.com/office/drawing/2014/main" id="{80861AE6-B038-4B8C-9EF0-109DEB591A97}"/>
                  </a:ext>
                </a:extLst>
              </p:cNvPr>
              <p:cNvSpPr>
                <a:spLocks/>
              </p:cNvSpPr>
              <p:nvPr/>
            </p:nvSpPr>
            <p:spPr bwMode="auto">
              <a:xfrm>
                <a:off x="3563938" y="3181351"/>
                <a:ext cx="82550" cy="60325"/>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6" name="Elipse 59">
                <a:extLst>
                  <a:ext uri="{FF2B5EF4-FFF2-40B4-BE49-F238E27FC236}">
                    <a16:creationId xmlns:a16="http://schemas.microsoft.com/office/drawing/2014/main" id="{2505D730-7819-4CDD-9F00-8E9CEC3DF49F}"/>
                  </a:ext>
                </a:extLst>
              </p:cNvPr>
              <p:cNvSpPr>
                <a:spLocks noChangeArrowheads="1"/>
              </p:cNvSpPr>
              <p:nvPr/>
            </p:nvSpPr>
            <p:spPr bwMode="auto">
              <a:xfrm>
                <a:off x="3527426" y="3090864"/>
                <a:ext cx="88900" cy="96838"/>
              </a:xfrm>
              <a:prstGeom prst="ellipse">
                <a:avLst/>
              </a:pr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7" name="Forma libre 60">
                <a:extLst>
                  <a:ext uri="{FF2B5EF4-FFF2-40B4-BE49-F238E27FC236}">
                    <a16:creationId xmlns:a16="http://schemas.microsoft.com/office/drawing/2014/main" id="{88FBFC84-B4E6-4DDD-9DD0-1BB91EA0E022}"/>
                  </a:ext>
                </a:extLst>
              </p:cNvPr>
              <p:cNvSpPr>
                <a:spLocks/>
              </p:cNvSpPr>
              <p:nvPr/>
            </p:nvSpPr>
            <p:spPr bwMode="auto">
              <a:xfrm>
                <a:off x="3527426" y="3124201"/>
                <a:ext cx="88900" cy="15875"/>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8" name="Línea 61">
                <a:extLst>
                  <a:ext uri="{FF2B5EF4-FFF2-40B4-BE49-F238E27FC236}">
                    <a16:creationId xmlns:a16="http://schemas.microsoft.com/office/drawing/2014/main" id="{9689C86A-B365-433F-B326-C60DC116B48F}"/>
                  </a:ext>
                </a:extLst>
              </p:cNvPr>
              <p:cNvSpPr>
                <a:spLocks noChangeShapeType="1"/>
              </p:cNvSpPr>
              <p:nvPr/>
            </p:nvSpPr>
            <p:spPr bwMode="auto">
              <a:xfrm>
                <a:off x="3451226" y="3074989"/>
                <a:ext cx="38100" cy="38100"/>
              </a:xfrm>
              <a:prstGeom prst="line">
                <a:avLst/>
              </a:prstGeom>
              <a:noFill/>
              <a:ln w="14288" cap="rnd">
                <a:solidFill>
                  <a:srgbClr val="00206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89" name="Línea 62">
                <a:extLst>
                  <a:ext uri="{FF2B5EF4-FFF2-40B4-BE49-F238E27FC236}">
                    <a16:creationId xmlns:a16="http://schemas.microsoft.com/office/drawing/2014/main" id="{ED368EF9-22A8-4990-9D2E-549C76157C0F}"/>
                  </a:ext>
                </a:extLst>
              </p:cNvPr>
              <p:cNvSpPr>
                <a:spLocks noChangeShapeType="1"/>
              </p:cNvSpPr>
              <p:nvPr/>
            </p:nvSpPr>
            <p:spPr bwMode="auto">
              <a:xfrm flipH="1">
                <a:off x="3654426" y="3074989"/>
                <a:ext cx="38100" cy="38100"/>
              </a:xfrm>
              <a:prstGeom prst="line">
                <a:avLst/>
              </a:prstGeom>
              <a:noFill/>
              <a:ln w="14288" cap="rnd">
                <a:solidFill>
                  <a:srgbClr val="00206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grpSp>
        <p:sp>
          <p:nvSpPr>
            <p:cNvPr id="175" name="Rectángulo 174">
              <a:extLst>
                <a:ext uri="{FF2B5EF4-FFF2-40B4-BE49-F238E27FC236}">
                  <a16:creationId xmlns:a16="http://schemas.microsoft.com/office/drawing/2014/main" id="{E522F3F9-ECF0-4D2A-9244-1942DCB20E98}"/>
                </a:ext>
              </a:extLst>
            </p:cNvPr>
            <p:cNvSpPr/>
            <p:nvPr/>
          </p:nvSpPr>
          <p:spPr>
            <a:xfrm>
              <a:off x="8578719" y="4554108"/>
              <a:ext cx="2082066" cy="1723549"/>
            </a:xfrm>
            <a:prstGeom prst="rect">
              <a:avLst/>
            </a:prstGeom>
          </p:spPr>
          <p:txBody>
            <a:bodyPr wrap="square" lIns="0" tIns="0" rIns="0" bIns="0" rtlCol="0">
              <a:spAutoFit/>
            </a:bodyPr>
            <a:lstStyle/>
            <a:p>
              <a:pPr algn="just"/>
              <a:endParaRPr lang="es-MX" sz="1600" i="1" dirty="0">
                <a:solidFill>
                  <a:srgbClr val="002060"/>
                </a:solidFill>
                <a:latin typeface="+mj-lt"/>
                <a:cs typeface="Segoe UI" panose="020B0502040204020203" pitchFamily="34" charset="0"/>
              </a:endParaRPr>
            </a:p>
            <a:p>
              <a:pPr algn="just"/>
              <a:r>
                <a:rPr lang="es-MX" sz="1600" b="1" i="1" dirty="0">
                  <a:solidFill>
                    <a:srgbClr val="002060"/>
                  </a:solidFill>
                  <a:latin typeface="+mj-lt"/>
                  <a:cs typeface="Segoe UI" panose="020B0502040204020203" pitchFamily="34" charset="0"/>
                </a:rPr>
                <a:t>WAN: </a:t>
              </a:r>
              <a:r>
                <a:rPr lang="es-MX" sz="1600" i="1" dirty="0">
                  <a:solidFill>
                    <a:srgbClr val="002060"/>
                  </a:solidFill>
                  <a:latin typeface="+mj-lt"/>
                  <a:cs typeface="Segoe UI" panose="020B0502040204020203" pitchFamily="34" charset="0"/>
                </a:rPr>
                <a:t>Una red de área amplia, o WAN, es una red de computadoras que une varias redes locales, aunque sus miembros no estén todos en una misma ubicación física</a:t>
              </a:r>
            </a:p>
            <a:p>
              <a:pPr algn="just"/>
              <a:endParaRPr lang="es-MX" sz="1600" b="1" i="1" dirty="0">
                <a:solidFill>
                  <a:srgbClr val="002060"/>
                </a:solidFill>
                <a:latin typeface="+mj-lt"/>
                <a:cs typeface="Segoe UI" panose="020B0502040204020203" pitchFamily="34" charset="0"/>
              </a:endParaRPr>
            </a:p>
            <a:p>
              <a:pPr algn="just"/>
              <a:r>
                <a:rPr lang="es-MX" sz="1600" b="1" i="1" dirty="0">
                  <a:solidFill>
                    <a:srgbClr val="002060"/>
                  </a:solidFill>
                  <a:latin typeface="+mj-lt"/>
                  <a:cs typeface="Segoe UI" panose="020B0502040204020203" pitchFamily="34" charset="0"/>
                </a:rPr>
                <a:t>   </a:t>
              </a:r>
              <a:endParaRPr lang="es-MX" sz="1600" i="1" dirty="0">
                <a:solidFill>
                  <a:srgbClr val="002060"/>
                </a:solidFill>
                <a:latin typeface="+mj-lt"/>
                <a:cs typeface="Segoe UI" panose="020B0502040204020203" pitchFamily="34" charset="0"/>
              </a:endParaRPr>
            </a:p>
          </p:txBody>
        </p:sp>
      </p:grpSp>
      <p:sp>
        <p:nvSpPr>
          <p:cNvPr id="4" name="Título 3" hidden="1">
            <a:extLst>
              <a:ext uri="{FF2B5EF4-FFF2-40B4-BE49-F238E27FC236}">
                <a16:creationId xmlns:a16="http://schemas.microsoft.com/office/drawing/2014/main" id="{2784E464-B64A-4614-9350-2C88DBD46AB5}"/>
              </a:ext>
            </a:extLst>
          </p:cNvPr>
          <p:cNvSpPr>
            <a:spLocks noGrp="1"/>
          </p:cNvSpPr>
          <p:nvPr>
            <p:ph type="title"/>
          </p:nvPr>
        </p:nvSpPr>
        <p:spPr/>
        <p:txBody>
          <a:bodyPr rtlCol="0"/>
          <a:lstStyle/>
          <a:p>
            <a:r>
              <a:rPr lang="es-ES" dirty="0"/>
              <a:t>Diapositiva de recursos humanos 5</a:t>
            </a:r>
          </a:p>
        </p:txBody>
      </p:sp>
      <p:pic>
        <p:nvPicPr>
          <p:cNvPr id="7" name="Imagen 6"/>
          <p:cNvPicPr>
            <a:picLocks noChangeAspect="1"/>
          </p:cNvPicPr>
          <p:nvPr/>
        </p:nvPicPr>
        <p:blipFill>
          <a:blip r:embed="rId3"/>
          <a:stretch>
            <a:fillRect/>
          </a:stretch>
        </p:blipFill>
        <p:spPr>
          <a:xfrm>
            <a:off x="817012" y="2216315"/>
            <a:ext cx="5309320" cy="265466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6" name="Rectángulo 25">
            <a:extLst>
              <a:ext uri="{FF2B5EF4-FFF2-40B4-BE49-F238E27FC236}">
                <a16:creationId xmlns:a16="http://schemas.microsoft.com/office/drawing/2014/main" id="{6BBBCB2E-F413-4381-8378-02FDC20EA4F6}"/>
              </a:ext>
            </a:extLst>
          </p:cNvPr>
          <p:cNvSpPr/>
          <p:nvPr/>
        </p:nvSpPr>
        <p:spPr>
          <a:xfrm>
            <a:off x="9187543" y="6481983"/>
            <a:ext cx="3045401" cy="307777"/>
          </a:xfrm>
          <a:prstGeom prst="rect">
            <a:avLst/>
          </a:prstGeom>
        </p:spPr>
        <p:txBody>
          <a:bodyPr wrap="square" lIns="0" tIns="0" rIns="0" bIns="0" rtlCol="0">
            <a:spAutoFit/>
          </a:bodyPr>
          <a:lstStyle/>
          <a:p>
            <a:pPr rtl="0"/>
            <a:r>
              <a:rPr lang="es-ES" sz="2000" b="1" i="1" dirty="0">
                <a:latin typeface="+mj-lt"/>
                <a:cs typeface="Segoe UI" panose="020B0502040204020203" pitchFamily="34" charset="0"/>
              </a:rPr>
              <a:t>FUNDAMENTOS DE REDES</a:t>
            </a:r>
          </a:p>
        </p:txBody>
      </p:sp>
      <p:pic>
        <p:nvPicPr>
          <p:cNvPr id="2" name="Imagen 1" descr="Imagen que contiene Interfaz de usuario gráfica&#10;&#10;Descripción generada automáticamente">
            <a:extLst>
              <a:ext uri="{FF2B5EF4-FFF2-40B4-BE49-F238E27FC236}">
                <a16:creationId xmlns:a16="http://schemas.microsoft.com/office/drawing/2014/main" id="{B78C6D7D-AD92-1353-614F-1A3C554D4CCB}"/>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1227041819"/>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hidden="1">
            <a:extLst>
              <a:ext uri="{FF2B5EF4-FFF2-40B4-BE49-F238E27FC236}">
                <a16:creationId xmlns:a16="http://schemas.microsoft.com/office/drawing/2014/main" id="{2784E464-B64A-4614-9350-2C88DBD46AB5}"/>
              </a:ext>
            </a:extLst>
          </p:cNvPr>
          <p:cNvSpPr>
            <a:spLocks noGrp="1"/>
          </p:cNvSpPr>
          <p:nvPr>
            <p:ph type="title"/>
          </p:nvPr>
        </p:nvSpPr>
        <p:spPr/>
        <p:txBody>
          <a:bodyPr rtlCol="0"/>
          <a:lstStyle/>
          <a:p>
            <a:r>
              <a:rPr lang="es-ES" dirty="0"/>
              <a:t>Diapositiva de recursos humanos 5</a:t>
            </a:r>
          </a:p>
        </p:txBody>
      </p:sp>
      <p:sp>
        <p:nvSpPr>
          <p:cNvPr id="27" name="Cuadro de texto 106">
            <a:extLst>
              <a:ext uri="{FF2B5EF4-FFF2-40B4-BE49-F238E27FC236}">
                <a16:creationId xmlns:a16="http://schemas.microsoft.com/office/drawing/2014/main" id="{54EA7ED5-6E34-4D47-91B6-F78F5F8B4C6E}"/>
              </a:ext>
            </a:extLst>
          </p:cNvPr>
          <p:cNvSpPr txBox="1"/>
          <p:nvPr/>
        </p:nvSpPr>
        <p:spPr>
          <a:xfrm>
            <a:off x="1580488" y="1153786"/>
            <a:ext cx="3513136" cy="512961"/>
          </a:xfrm>
          <a:prstGeom prst="rect">
            <a:avLst/>
          </a:prstGeom>
          <a:noFill/>
        </p:spPr>
        <p:txBody>
          <a:bodyPr wrap="square" lIns="0" tIns="0" rIns="0" bIns="0" rtlCol="0">
            <a:spAutoFit/>
          </a:bodyPr>
          <a:lstStyle/>
          <a:p>
            <a:pPr rtl="0">
              <a:lnSpc>
                <a:spcPts val="4000"/>
              </a:lnSpc>
            </a:pPr>
            <a:r>
              <a:rPr lang="es-ES" sz="4400" b="1" dirty="0">
                <a:solidFill>
                  <a:srgbClr val="002060"/>
                </a:solidFill>
                <a:latin typeface="Segoe UI" panose="020B0502040204020203" pitchFamily="34" charset="0"/>
                <a:cs typeface="Segoe UI" panose="020B0502040204020203" pitchFamily="34" charset="0"/>
              </a:rPr>
              <a:t>RETO</a:t>
            </a:r>
          </a:p>
        </p:txBody>
      </p:sp>
      <p:sp>
        <p:nvSpPr>
          <p:cNvPr id="2" name="AutoShape 2" descr="https://cdn.exceltotal.com/wp-content/uploads/2014/02/filtros-en-excel-03.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3" name="CuadroTexto 2"/>
          <p:cNvSpPr txBox="1"/>
          <p:nvPr/>
        </p:nvSpPr>
        <p:spPr>
          <a:xfrm>
            <a:off x="2101758" y="2878378"/>
            <a:ext cx="7820166" cy="2308324"/>
          </a:xfrm>
          <a:prstGeom prst="rect">
            <a:avLst/>
          </a:prstGeom>
          <a:noFill/>
        </p:spPr>
        <p:txBody>
          <a:bodyPr wrap="square" rtlCol="0">
            <a:spAutoFit/>
          </a:bodyPr>
          <a:lstStyle/>
          <a:p>
            <a:pPr marL="285750" indent="-285750" algn="just">
              <a:buFontTx/>
              <a:buChar char="-"/>
            </a:pPr>
            <a:r>
              <a:rPr lang="es-419" dirty="0"/>
              <a:t>Junto a 4 compañeros construye las topologías propuestas a nivel de red.</a:t>
            </a:r>
          </a:p>
          <a:p>
            <a:pPr marL="285750" indent="-285750" algn="just">
              <a:buFontTx/>
              <a:buChar char="-"/>
            </a:pPr>
            <a:r>
              <a:rPr lang="es-419" dirty="0"/>
              <a:t>Junto a 4 compañeros construye una LAN. (16 Host)</a:t>
            </a:r>
          </a:p>
          <a:p>
            <a:pPr marL="285750" indent="-285750" algn="just">
              <a:buFontTx/>
              <a:buChar char="-"/>
            </a:pPr>
            <a:r>
              <a:rPr lang="es-419" dirty="0"/>
              <a:t>Luego de construir las 4 topologías, se debe escoger una topología e indicar sus fortalezas y debilidades.</a:t>
            </a:r>
          </a:p>
          <a:p>
            <a:pPr marL="285750" indent="-285750" algn="just">
              <a:buFontTx/>
              <a:buChar char="-"/>
            </a:pPr>
            <a:r>
              <a:rPr lang="es-419" dirty="0"/>
              <a:t>Usa los medios de comunicación (WhastApp +  Redes Sociales +  Drive Documento en Google)</a:t>
            </a:r>
          </a:p>
          <a:p>
            <a:endParaRPr lang="es-419" dirty="0"/>
          </a:p>
          <a:p>
            <a:pPr marL="285750" indent="-285750">
              <a:buFontTx/>
              <a:buChar char="-"/>
            </a:pPr>
            <a:endParaRPr lang="es-CO" dirty="0"/>
          </a:p>
        </p:txBody>
      </p:sp>
      <p:sp>
        <p:nvSpPr>
          <p:cNvPr id="7" name="Rectángulo 6">
            <a:extLst>
              <a:ext uri="{FF2B5EF4-FFF2-40B4-BE49-F238E27FC236}">
                <a16:creationId xmlns:a16="http://schemas.microsoft.com/office/drawing/2014/main" id="{6BBBCB2E-F413-4381-8378-02FDC20EA4F6}"/>
              </a:ext>
            </a:extLst>
          </p:cNvPr>
          <p:cNvSpPr/>
          <p:nvPr/>
        </p:nvSpPr>
        <p:spPr>
          <a:xfrm>
            <a:off x="9187543" y="6481983"/>
            <a:ext cx="3045401" cy="307777"/>
          </a:xfrm>
          <a:prstGeom prst="rect">
            <a:avLst/>
          </a:prstGeom>
        </p:spPr>
        <p:txBody>
          <a:bodyPr wrap="square" lIns="0" tIns="0" rIns="0" bIns="0" rtlCol="0">
            <a:spAutoFit/>
          </a:bodyPr>
          <a:lstStyle/>
          <a:p>
            <a:pPr rtl="0"/>
            <a:r>
              <a:rPr lang="es-ES" sz="2000" b="1" i="1" dirty="0">
                <a:latin typeface="+mj-lt"/>
                <a:cs typeface="Segoe UI" panose="020B0502040204020203" pitchFamily="34" charset="0"/>
              </a:rPr>
              <a:t>FUNDAMENTOS DE REDES</a:t>
            </a:r>
          </a:p>
        </p:txBody>
      </p:sp>
      <p:pic>
        <p:nvPicPr>
          <p:cNvPr id="5" name="Imagen 4" descr="Imagen que contiene Interfaz de usuario gráfica&#10;&#10;Descripción generada automáticamente">
            <a:extLst>
              <a:ext uri="{FF2B5EF4-FFF2-40B4-BE49-F238E27FC236}">
                <a16:creationId xmlns:a16="http://schemas.microsoft.com/office/drawing/2014/main" id="{F25201E6-A7DE-7774-B976-F3616EB6B00A}"/>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1775424568"/>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hidden="1">
            <a:extLst>
              <a:ext uri="{FF2B5EF4-FFF2-40B4-BE49-F238E27FC236}">
                <a16:creationId xmlns:a16="http://schemas.microsoft.com/office/drawing/2014/main" id="{2784E464-B64A-4614-9350-2C88DBD46AB5}"/>
              </a:ext>
            </a:extLst>
          </p:cNvPr>
          <p:cNvSpPr>
            <a:spLocks noGrp="1"/>
          </p:cNvSpPr>
          <p:nvPr>
            <p:ph type="title"/>
          </p:nvPr>
        </p:nvSpPr>
        <p:spPr/>
        <p:txBody>
          <a:bodyPr rtlCol="0"/>
          <a:lstStyle/>
          <a:p>
            <a:r>
              <a:rPr lang="es-ES" dirty="0"/>
              <a:t>Diapositiva de recursos humanos 5</a:t>
            </a:r>
          </a:p>
        </p:txBody>
      </p:sp>
      <p:sp>
        <p:nvSpPr>
          <p:cNvPr id="27" name="Cuadro de texto 106">
            <a:extLst>
              <a:ext uri="{FF2B5EF4-FFF2-40B4-BE49-F238E27FC236}">
                <a16:creationId xmlns:a16="http://schemas.microsoft.com/office/drawing/2014/main" id="{54EA7ED5-6E34-4D47-91B6-F78F5F8B4C6E}"/>
              </a:ext>
            </a:extLst>
          </p:cNvPr>
          <p:cNvSpPr txBox="1"/>
          <p:nvPr/>
        </p:nvSpPr>
        <p:spPr>
          <a:xfrm>
            <a:off x="1580487" y="1153786"/>
            <a:ext cx="7877411" cy="512961"/>
          </a:xfrm>
          <a:prstGeom prst="rect">
            <a:avLst/>
          </a:prstGeom>
          <a:noFill/>
        </p:spPr>
        <p:txBody>
          <a:bodyPr wrap="square" lIns="0" tIns="0" rIns="0" bIns="0" rtlCol="0">
            <a:spAutoFit/>
          </a:bodyPr>
          <a:lstStyle/>
          <a:p>
            <a:pPr rtl="0">
              <a:lnSpc>
                <a:spcPts val="4000"/>
              </a:lnSpc>
            </a:pPr>
            <a:r>
              <a:rPr lang="es-ES" sz="4400" b="1" dirty="0">
                <a:solidFill>
                  <a:srgbClr val="002060"/>
                </a:solidFill>
                <a:latin typeface="Segoe UI" panose="020B0502040204020203" pitchFamily="34" charset="0"/>
                <a:cs typeface="Segoe UI" panose="020B0502040204020203" pitchFamily="34" charset="0"/>
              </a:rPr>
              <a:t>FORO + ACTIVIDAD</a:t>
            </a:r>
          </a:p>
        </p:txBody>
      </p:sp>
      <p:sp>
        <p:nvSpPr>
          <p:cNvPr id="2" name="AutoShape 2" descr="https://cdn.exceltotal.com/wp-content/uploads/2014/02/filtros-en-excel-03.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3" name="CuadroTexto 2"/>
          <p:cNvSpPr txBox="1"/>
          <p:nvPr/>
        </p:nvSpPr>
        <p:spPr>
          <a:xfrm>
            <a:off x="1897042" y="2468944"/>
            <a:ext cx="8966576" cy="2862322"/>
          </a:xfrm>
          <a:prstGeom prst="rect">
            <a:avLst/>
          </a:prstGeom>
          <a:noFill/>
        </p:spPr>
        <p:txBody>
          <a:bodyPr wrap="square" rtlCol="0">
            <a:spAutoFit/>
          </a:bodyPr>
          <a:lstStyle/>
          <a:p>
            <a:pPr algn="just"/>
            <a:r>
              <a:rPr lang="es-419" dirty="0"/>
              <a:t>En el trabajo propuesto por equipo genera retos en cuanto al desarrollo de nuevas habilidades.  Por favor indique según la experiencia realizada:</a:t>
            </a:r>
          </a:p>
          <a:p>
            <a:pPr algn="just"/>
            <a:endParaRPr lang="es-419" dirty="0"/>
          </a:p>
          <a:p>
            <a:pPr algn="just"/>
            <a:endParaRPr lang="es-419" dirty="0"/>
          </a:p>
          <a:p>
            <a:pPr marL="342900" indent="-342900" algn="just">
              <a:buAutoNum type="arabicPeriod"/>
            </a:pPr>
            <a:r>
              <a:rPr lang="es-419" dirty="0"/>
              <a:t>¿Cual es mayor reto al trabajar en equipo?.</a:t>
            </a:r>
          </a:p>
          <a:p>
            <a:pPr marL="342900" indent="-342900" algn="just">
              <a:buAutoNum type="arabicPeriod"/>
            </a:pPr>
            <a:r>
              <a:rPr lang="es-419" dirty="0"/>
              <a:t>Cual es la mayor ventaja de trabajar en equipo.</a:t>
            </a:r>
          </a:p>
          <a:p>
            <a:pPr marL="342900" indent="-342900" algn="just">
              <a:buAutoNum type="arabicPeriod"/>
            </a:pPr>
            <a:r>
              <a:rPr lang="es-419" dirty="0"/>
              <a:t>Cual fue la mayor desventaja de trabajar en equipo.</a:t>
            </a:r>
          </a:p>
          <a:p>
            <a:pPr marL="342900" indent="-342900" algn="just">
              <a:buAutoNum type="arabicPeriod"/>
            </a:pPr>
            <a:r>
              <a:rPr lang="es-419" dirty="0"/>
              <a:t>Asignaron responsabilidades claras en el equipo.</a:t>
            </a:r>
          </a:p>
          <a:p>
            <a:pPr algn="just"/>
            <a:r>
              <a:rPr lang="es-419" dirty="0"/>
              <a:t>5.   ¿Asumieron roles en el equipo?</a:t>
            </a:r>
          </a:p>
          <a:p>
            <a:pPr marL="285750" indent="-285750">
              <a:buFontTx/>
              <a:buChar char="-"/>
            </a:pPr>
            <a:endParaRPr lang="es-CO" dirty="0"/>
          </a:p>
        </p:txBody>
      </p:sp>
      <p:sp>
        <p:nvSpPr>
          <p:cNvPr id="7" name="Rectángulo 6">
            <a:extLst>
              <a:ext uri="{FF2B5EF4-FFF2-40B4-BE49-F238E27FC236}">
                <a16:creationId xmlns:a16="http://schemas.microsoft.com/office/drawing/2014/main" id="{6BBBCB2E-F413-4381-8378-02FDC20EA4F6}"/>
              </a:ext>
            </a:extLst>
          </p:cNvPr>
          <p:cNvSpPr/>
          <p:nvPr/>
        </p:nvSpPr>
        <p:spPr>
          <a:xfrm>
            <a:off x="9187543" y="6481983"/>
            <a:ext cx="3045401" cy="307777"/>
          </a:xfrm>
          <a:prstGeom prst="rect">
            <a:avLst/>
          </a:prstGeom>
        </p:spPr>
        <p:txBody>
          <a:bodyPr wrap="square" lIns="0" tIns="0" rIns="0" bIns="0" rtlCol="0">
            <a:spAutoFit/>
          </a:bodyPr>
          <a:lstStyle/>
          <a:p>
            <a:pPr rtl="0"/>
            <a:r>
              <a:rPr lang="es-ES" sz="2000" b="1" i="1" dirty="0">
                <a:latin typeface="+mj-lt"/>
                <a:cs typeface="Segoe UI" panose="020B0502040204020203" pitchFamily="34" charset="0"/>
              </a:rPr>
              <a:t>FUNDAMENTOS DE REDES</a:t>
            </a:r>
          </a:p>
        </p:txBody>
      </p:sp>
      <p:pic>
        <p:nvPicPr>
          <p:cNvPr id="5" name="Imagen 4" descr="Imagen que contiene Interfaz de usuario gráfica&#10;&#10;Descripción generada automáticamente">
            <a:extLst>
              <a:ext uri="{FF2B5EF4-FFF2-40B4-BE49-F238E27FC236}">
                <a16:creationId xmlns:a16="http://schemas.microsoft.com/office/drawing/2014/main" id="{BC58F791-CDF3-ADC2-467C-DF3590470BDB}"/>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3150906644"/>
      </p:ext>
    </p:ext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Cuadro de texto 106">
            <a:extLst>
              <a:ext uri="{FF2B5EF4-FFF2-40B4-BE49-F238E27FC236}">
                <a16:creationId xmlns:a16="http://schemas.microsoft.com/office/drawing/2014/main" id="{54EA7ED5-6E34-4D47-91B6-F78F5F8B4C6E}"/>
              </a:ext>
            </a:extLst>
          </p:cNvPr>
          <p:cNvSpPr txBox="1"/>
          <p:nvPr/>
        </p:nvSpPr>
        <p:spPr>
          <a:xfrm>
            <a:off x="831085" y="3344447"/>
            <a:ext cx="5513448" cy="512961"/>
          </a:xfrm>
          <a:prstGeom prst="rect">
            <a:avLst/>
          </a:prstGeom>
          <a:noFill/>
        </p:spPr>
        <p:txBody>
          <a:bodyPr wrap="square" lIns="0" tIns="0" rIns="0" bIns="0" rtlCol="0">
            <a:spAutoFit/>
          </a:bodyPr>
          <a:lstStyle/>
          <a:p>
            <a:pPr algn="ctr" rtl="0">
              <a:lnSpc>
                <a:spcPts val="4000"/>
              </a:lnSpc>
            </a:pPr>
            <a:r>
              <a:rPr lang="es-ES" sz="4400" b="1" dirty="0">
                <a:solidFill>
                  <a:srgbClr val="002060"/>
                </a:solidFill>
                <a:latin typeface="Segoe UI" panose="020B0502040204020203" pitchFamily="34" charset="0"/>
                <a:cs typeface="Segoe UI" panose="020B0502040204020203" pitchFamily="34" charset="0"/>
              </a:rPr>
              <a:t>CONCLUSIONES</a:t>
            </a:r>
          </a:p>
        </p:txBody>
      </p:sp>
      <p:cxnSp>
        <p:nvCxnSpPr>
          <p:cNvPr id="110" name="Conector recto 109">
            <a:extLst>
              <a:ext uri="{FF2B5EF4-FFF2-40B4-BE49-F238E27FC236}">
                <a16:creationId xmlns:a16="http://schemas.microsoft.com/office/drawing/2014/main" id="{6D08E99A-0644-4757-9F3A-BBA1A4F39081}"/>
              </a:ext>
              <a:ext uri="{C183D7F6-B498-43B3-948B-1728B52AA6E4}">
                <adec:decorative xmlns:adec="http://schemas.microsoft.com/office/drawing/2017/decorative" val="1"/>
              </a:ext>
            </a:extLst>
          </p:cNvPr>
          <p:cNvCxnSpPr/>
          <p:nvPr/>
        </p:nvCxnSpPr>
        <p:spPr>
          <a:xfrm>
            <a:off x="6751014" y="0"/>
            <a:ext cx="0" cy="6357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4" name="Elipse 123">
            <a:extLst>
              <a:ext uri="{FF2B5EF4-FFF2-40B4-BE49-F238E27FC236}">
                <a16:creationId xmlns:a16="http://schemas.microsoft.com/office/drawing/2014/main" id="{0B8C9A86-3574-4A2E-BC62-481A2BE7FBED}"/>
              </a:ext>
              <a:ext uri="{C183D7F6-B498-43B3-948B-1728B52AA6E4}">
                <adec:decorative xmlns:adec="http://schemas.microsoft.com/office/drawing/2017/decorative" val="1"/>
              </a:ext>
            </a:extLst>
          </p:cNvPr>
          <p:cNvSpPr/>
          <p:nvPr/>
        </p:nvSpPr>
        <p:spPr>
          <a:xfrm>
            <a:off x="6724637" y="567838"/>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dirty="0"/>
          </a:p>
        </p:txBody>
      </p:sp>
      <p:sp>
        <p:nvSpPr>
          <p:cNvPr id="4" name="Título 3" hidden="1">
            <a:extLst>
              <a:ext uri="{FF2B5EF4-FFF2-40B4-BE49-F238E27FC236}">
                <a16:creationId xmlns:a16="http://schemas.microsoft.com/office/drawing/2014/main" id="{2784E464-B64A-4614-9350-2C88DBD46AB5}"/>
              </a:ext>
            </a:extLst>
          </p:cNvPr>
          <p:cNvSpPr>
            <a:spLocks noGrp="1"/>
          </p:cNvSpPr>
          <p:nvPr>
            <p:ph type="title"/>
          </p:nvPr>
        </p:nvSpPr>
        <p:spPr/>
        <p:txBody>
          <a:bodyPr rtlCol="0"/>
          <a:lstStyle/>
          <a:p>
            <a:r>
              <a:rPr lang="es-ES" dirty="0"/>
              <a:t>Diapositiva de recursos humanos 5</a:t>
            </a:r>
          </a:p>
        </p:txBody>
      </p:sp>
      <p:sp>
        <p:nvSpPr>
          <p:cNvPr id="2" name="AutoShape 2" descr="data:image/jpeg;base64,/9j/4AAQSkZJRgABAQAAAQABAAD/2wCEAAkGBxMSEhUTERMVFRUWFRUWFRcVFRcWFRUVFRgWFhUVFRUYHSggGBolHRUVITEhJikrLi4uFx8zODMtNyguLisBCgoKDg0OGxAQGi0dHyUvMC0tLS0tLS0tLS0tKy0uKy0tLS0tLS0tKy0tLS0tLS0tLS0tLS0tLS0tLS0rLS0tLf/AABEIALABHgMBIgACEQEDEQH/xAAcAAACAwEBAQEAAAAAAAAAAAAEBQIDBgcBAAj/xABFEAACAQIEAwUDCAgFAgcAAAABAgMAEQQFEiExQVEGEyJhcTKBkQcUI0JSobHBJDNDU2Jy0eEVgpKT8NLxFjREVGODwv/EABkBAAMBAQEAAAAAAAAAAAAAAAECAwAEBf/EACwRAAICAQIFAwQBBQAAAAAAAAABAhEDITEEEkFRYRMi8BQjcbGRBTJCgaH/2gAMAwEAAhEDEQA/AMhGtXqteRrV6iiA8C1MrXqip2pQgJTxGi4U24UISdRo6AX51NlEWxR+VHphj0qmKL1pphxcUoScMXkKJRfKoqtudTS/WsAuQeVXaahGvU1ctEBYieVWiOoIR1q5fWiY8VPKrAPKvL+dWx260QEQnlUjHflU7DrXu3WsYh3dt7U3gb6MelLCPOidfhAvyrGF+OJ1G1QwikMDRLxA18qW50aMHfOK9E56UD76j3nnTAGiy1JmpYs/nVgxPnWMfY8be40sA3Btwo+eS/OhJTbnSmHcMtxXzNSbC4y216KOMHWmMGrJvSPObE7iivnovxoDFy6jsaBgzIRYNt0pjKoOxpXlsoF96KM3nWMDZ4ngO3KsfDGeQPOtjmD3U78qQaDWoNmGjWrlFRQVcoqgh8BXtegV6RSMKAFPjN+tMIGHIUDp8R9aOgWpMqthrh0oxWtypdC/nV8TnrQs1DCOTqKneh03q9B51jUXI3lVuu/KqUPU1bYHnWAWIPKjI1oaOiol86KMTWPyqbL5VEG3OvQaxj3T5V6iX5V7pqQrGLBCasEdRU+dfFvOjQDwr5UDicfGjaWdVO+zGxNuNr8aFzntCkFxYsRxte1wLkX6/wDL1zvOcwWWcvptdwx63ta59yiivAVHubrMO0IiTvWC6CwVNzqkP8Nha2xPp0ptgsQsqB13DC4rkUkhkViGNlYhRc2BuRdRy2tw60PlHaubB61iKlSdtQ1D3f2pqM0dr0eVfe6sd2T7ejEsI5Iwj7XIbY3IXUARwuRffa/OtuyedYUDY+VVtGbXtRvc+dRK8r0KNYDbbhUCPKiGXfjVRTfjRMDvahpOPA0RJGb8a8Kc70KMVxyaeANQbFNfgasK35ihpAd96NGITY0m4IPSqom6XqQ53qMbHyrUYyyCrVFQQVaKoIe18a+rwmlYUDxixNxzo+CYDlStGJPGjYV4b1FlUMISOlFBKDXw86ujxAJtelsIdE/K1TdyLaVvQ8dutNcnsX91Ux/3ak8m2mgFHihYhlIa/Cr4n1GyKTVWZr9M3pTXs0m7Uqf32ug7j9hO9QP55oazLRcOOU0FnP61qBiHiHrXbLDFq9jz1nnF1uaeOiFXyoPB70eBauE7yOk9K9A8q+D16o86YBZAoJpf2hx3chVUEFwxLAX0KouW4cdwB5mmWF41ne2eGMjxqouWBQdeKkgetxR6BivcYuWfvfBAjuW8XM2N78/WneVdgbJrxDeIj2Ry42v8TXRsmyKHCxhY1FwN2tuTzNDZrNStuiqps412ryk4a6j2TuP+/wAfjWIxD710v5QiXQH7J2/58K5hNGb08JJoXJFpkYpSpDKbEbgiu79ge0vz3DDX+uj8Mn8XSQDobH3g1wVhat58jeN04qSIjZ4yVPRkPL1BPwpmSOyEgcqg1rcK9O/OosLc6FgoFdrH2fxqJIPKrb+dVSA8jWRgWRvKqjbnRLk1SaxilgOQoV2HQ0ZLtQkhJrBBmRTvY0Ow6XouzW4iqZXPCsYzyCrAKigqYqgh4ag5r1zVEj0jGQNh+Jo6L0oCA07yzLWkXUDYXqLKIT57I4UFb38r0uyjFSGTcHfrXQMNkRuCxBHQircR2bDEFLKfQUVGNaiu7FWHc7XplhsUU3XjV0PZp/tij4Oz5HFqphpT12J5rcHy7geGw7zOzUbE7QG3Wiocmdb6XterRlLH2mvQio+u5dAycvQUVuIMa5ZyTVSDcU/fs+Sb6qi3ZxvtV2vLE4Vhnd0Sy03pgfOl+TwHWyX4U6ODPWuCrPRsEGGY78q9VbCmaxWW1DHBHrTtdhU2VYU7mpT4RZWjbgUdWBtfgf6Ej31fhsJpN70Hn3eL3RVisevTLpHi8YshB5DVt6stZI16jzHYlI1JYgetYPtH2qwsexk8XJQCWPoo3PwoXO8BOsgdsS7RSyCNGY3MSWB+qPCCzMvU6Bc71KTscfnEZM7FWjIuAt9EZUgXAuR4iN+o3pGlR0Q0pmRzbGyYpSsWHcKfrykILeSe0furEYrASI2kgn0/KutZ/pXwINl28zWFzDHaZRtfj8ajCetJHRPGmrkwfEwpLhZCESPuR4VC2IsCQS/FidLXv1FXfJKyjMF1Dcxyad/rWudufh1Vfmk6LgXVB9LI2qU25Fv6G3pes32Vzf5pi4pypYIWuo2JDKVNr7Xsb+6q49mQ4irX4P0cDXpQUDlGYpiIkmiN0cXF9iOoI5EUexqhzAkyiqWFEyC/OqDeiYPynBow1OAeW9MTgYPsr8BQuWL9EL9T+NFFB0FOkSb1K2wmG5qnwFQMGGH1U+Aqxox0HwqplpuVC2fE4cck+FVNNh+i/wCn+1etVTUeVAtnJkNWCqkqypliuU0FI3Gi5TS6VuNIx0eQNWvyYkYckcd6x0L1sMnP6MfRqmOKsvOLl8Sy2FyKKgXGMWAm9k2ovsyv0Q9TTHL4/FJ/NTUIRwOX4ki7Tn4VZl80+qVGkvawU24XFOsKNqVwj6aX1X8KDQQ18DMq3747Clwxk1794belaTE+wfSsuvD3VHO3GqLYIqV2OcshmkXUZTv5UxyzWGdXbVbhVXZ4/QrRGE/WSVaK0TIy3F+US3xMgoyYO0jAPYAcKT9npL4ybytTuE/SvWjsBiPP5Z4lBSXiQNx1NVPLiQqHvvaIHDrV3bZrIlvtr+NVYx7CEdWWvQ4bFFxbaODicrjJJDuDATbEzE8CRaqJoJpZGTvLJaxFgb09h9kegpbl7fTyVyUdYv7RY04eOMGIyqqkubqBqNydV+V+QvyrNdm+06hXE7MAznTq1EhelzyBvWz7QQ6rctNn/wBO9ZfFZNg2CEhmcgFgPCC53JOkDf3+6pTWp24ZpxoX9oSttQYWYXG+xHlXN81l8V6ddqZxFIURjpF7DiBfcgVkcROSaEMVahyZb0NJgJdaG/SkMOV95iBGuqzMAdILEDmbDoLn3U9yyPTFc8xemXZKJIpppmleF4YyfEmxke9lsRyFhv1o4YtzaJ8TNRxJvcY4TMJoe8iwkg7pe7i7wKF0H6zsjcHsAurYbcqhkGdYzDOYpnsm4DyuXRDxDXAN1NxwPPlTfFsMJEglMEusasQRcTOsp9gW2uSOZ+rRDxgQazH84wP7CK15Fe9i9uNhc7fHqfRhjWzPJeZjLBdofoi0yXYNY9z4kYbWdSx4G/Am9MhOjcDvYEg7ML8LjiKyr9mxpOKheR5vCRFuJY0+zpNtuuodeNU4TGCZxHIY0xSfqyoJ1jiY3EYABtzG+3xafCxauLNHiZJ09TqOWx/RL6VLFRsUIU6WI2PQ9az3YjtJ3jthpjplW5QMNLWXZ42G12U735hgeRrUZg1luBvXNytOjoUk/cgZAQoDG5tuepoPMoJHUd0+ghgSbXuoO499QOLkI9mq4J5C4BG1USrUWVPQJdrC/Sl2IzVF539KazLQhhX7I+FScW3dhOVJUr1UpqV6QuUzGl0rcaOnNLJW41OQyJxEVssp/wDKn0asRCa2eVG+F9xqY5f2bYCFbniTamuCIGq+12pbkOHHdpq4qSeNNIIVN7/avxprFoaRSAWuePClcX62T+YUxRVNr224b0DDEe8c8iRWMOsS40MOYFZtVJB9K0eJjGhrcSKzjYd7e6ocQraL4HuaDs2foForCnxyUL2eTTCobjRWGHikNdMdkc8t2Z3ss98biPUU+w7fTSVm+yD3x2J9R+daXDRfTSE8Da1LDYzE3bVgUj/nX8aCzV7PAP41/CnHanBF1TQL2YHjSrNMDI0sBC7KwJ3G21erw0ksbvz+jyuLjJ5FS7fs28LCwHkKU5a308vuptFGAAedqW5bhz30pbgeFcB6Bfjk1sF+0rD41yvOM7mhEsDXBVifRrmxv8LeorrckP0iWrIZ3lMeZmURqYpYJGik1WBto1IzEcVva3qaZY3LXsGOXk0fU4tmE+q55k3PPjUspyd5zdQdI4nkP710UfJ4kc2FRyJVmZxJobgEUk2IseI40sx6jKJ4+7fvEZPpImWz6Cd2axttxW++zcBTZMcktA480ZSoFkwTLGdIJ0DURzsu+w501yDETqkGHlUM2JmM0okTfQtmN+HGw417nbrOFECg96V0ve3dcy5/htf86tyDtuTKI5Lzzd0YkZkULqViAPB9ra5tbY0eFSraxONb5q6BPzlsZix3awlHxNu756MOpBJ9bsffTiaVH+dxGF1k1qlogSAuwuCLAX/OsvlczYdosQcOiPJN3UfUKD9I2m1hc+EX5X8qZZVnc8cmYzsb6GR7EAA23AuRtsK61B9Pmp57d7/NDQRyCKeaUR4hV1iM2UXmkUBFVfrEbXuNqx/aDFQxSMyAwOEaVYglihBsrOw6m50j39K1uJMvzSWSaTRKqxFXJ8KsQNboAdiWLe7T51nc6ynDvOp7yWQy4aTcC92A134edNzbmpKVPv8At0Ybs7msiSCa/eSJPFJqv9JuSPgeHvr9HRYtZo0kXg6hgDxF+IPmDt7q/LeHw360I9mVL2OxujDh51335OhJ82MbuHtpdSGvZZVvpJ9VY++uWUd2dqfQ0ckgFVpJermwPlURhSt7CltG1KcQaHNXy0OayAcjU16TVatXzNUToKp2pXKeNHztSuU8anIZFsNa3C7YPY22NZLDvtWsib9E91TKFUeWsE1CR72vxonARzSouhZSbb2U7/dXU8jOHkhSSKJACo20i4IG4J6imqv029Ko8Kl1EjmUehy7LsF3i6i7A8LXq6LDEM8etrG1jzHCtBmOA7lyQPCxv7zxpMT9Mfd+VKoUqM5W7QNm2XvHEWWZ77c70WmUkxg9619N69z9/oG91MMM30Q/l/Kn5ULYuw2UPp/XPzq3slM5Eyu2rS5AJ6Uywx8PxpT2WbxYn+c/gKLQExf2Kb9OxX839aMzrEOZ2VHK2A4AedLOwr/p2K/m/rR2Yn9Jf0H51zZm4w0L4UnLUNyvBvNctK2xqGKy6QToglbSRuLD8aM7Mv7XqaLxQ/SEPlXRh1gmRzJKTopxmAeMBhK3tC4PMdKd4FbqCeNqDzg+D3ii8ubwD0qhMLSMXFZnN8C2HeSW6tDMyviAR4yu6jQwtcKTqA42HE7Vo0nGvQGAci9jzX6xHuB+6s4ZTiZJ41jZBoRHSXeJgXRVKEXFwobhV8KatnLnknpuB57Mq/NsSEKxJh5GEkDA6TKyjgBuvPhzrN9vMnRsYZiJJgIk1RpfWUj8DOP4kJvbgQfI3fZlAgwuKiSJ4jDIkaFTq0xyPquBzUM0m3QCmr93iIjKLTSrePXH4HUM63XY3FhIPgap+ScG1LT58/BzzC5PIBHDCl5RKpkXfREsr2hVy1rix1EC/Ctf2Z7OfNZQAkBlaN3kc3LazbQqi2wC3vzJY01wOXQRyT93DMp7yG/GzaQCCDfcb/jQkODjGYlhhJbtru5vpN11fa/KtBJJpaUvnUpPJKbTfevmgBP84aLCM0sF1xAva9vaYbUD2zwspwmMvKhMk+HRQm2osAoVz9klhROLgRMLDbBNtibAE7jxNvxrSNEE1KIFjDkkFiCNccaMjW8iD/oprr55IR3V+O/YWxYYD5xh0heUrh4wHkvpcomnYt51RMZe7wMjvHEAwjYAX2YaLb/y07MTHFF2mcoIiCqqFUm/InjyrI4nHxx4KNocPrHzjYzNcg62sfj+NCOvzwGSr/v7s5vhMvZ8bLAQspLSre+n63tX5V135KsR4XjIjBVFFozv9Gzr4vOzLXMcKhOcuXhBJnfUoayXe9t+lyK6B2GBgzGWNkjQPqACncawHA9LJ8aVx9jLuX3EdNqrEHarapxJ8Nc50MVyGqGq16paqEzjqmvnaqg1eM1QZ0FU5pc/OjZzS6Q8anIZBEbVqQ/6J/lrHxvWpS5wth9mpFDYdjc8WFkjc+GRRfop5N+R/tXSEri+EkTu1uRqC24i9bz5Pc9M8JhlP0sWwN7l4+Ct6jgfd1q0JdCU4dTT4/DCRCPhWDxEZWYg8R/auiCkHaTLb2lUbjj6VRoRMyWezAwPY8KYYScaFW++n8qX53BeFwlrn76NwiLoW9rhbUoQyGYAAE7m9K+zB3xP85/AUxRFsCbXHCgOz2HYNOLe0x0253rMyEvYJv03Ffzf1pricMz4iQjoPzr3sh2VxUOJnlkQBZGuviBNt+I5Uyn7P4rvWZdIU2+tvUMkbirTZXFOnoyrs94WcNyP5CmUzAyoR0qvJ8inR3Mi7N535UxfLm1Cymw9KthVQSJ5Xc2CZtKDHsfrCmOVp4FJ4bAnpt/w0Lj8AWARRYlgeHAczQ+a5ocFE77Oqi0YB8cjXs5ZbeFBYC++wPDnaEHN0jnyT5dwPFmZ5ZHxfgwwRhdWIWRGHhCMCCr+Zte9udB5RNLhysdw8cshdVxDgTmO108JG9mC8L+lCw4xsVG+M72WKMMGliU+3IltPdX5WsLc9h6LJs6MbM51iSWxjeUAhI9JNlRT9HKGUiwtxB8j2zuPtf8ABwxu7Xz52NEqh9CqJYnmlcFGJ9lZRJc33GwIF7e3QnZbMSHlgxHhZsVMgZRpf2GYG/MXj/CsymdrNIrk91KHiczM7OzBFWTQU0gKCQADWufTFPh5UlvFPNK7CYfbUspV+Xl60jlGqKRg1TZou8jDPpmcF51Rri/iCltI22Gm29Z7NczjhxEEzYuQBliNgDoYA6JCdttmB91PcwihQ63dlCziQ3W+9owOA4b/AI1j+0GUYZoWjknbVAZl2FrLJuNVweq2oYVG9bKS03/fkOziJBGqnFSeHGqvPiX9nh0NGY/NYWxMaRu0sizzRMjHSq6xZibj6ot7rjnQuJw0EmGEvfj/ANPijexuY9KPbhx0C/nWYwzRDMXlSQy6yroyghBMzBVHCx2Jb3U6im66k9jQ5hiJWxgLSOjXMS37sJ3Vi2rujc3uOtAxTYcQTxTSqMPEzBmMR70y8QYhc2FzTbtOZEWfE9wskgYQ4a8as+qwBcXF/aJPotZHN5jGY4EQCaWMNiCL28IvqaPhe4O+3CjFNrQWXd+fn+9xF20x0LTQzRMwkeJWfSAviU2DN1Y239BV2MzlI58Pi8O5EpUMyOhFiCAN+BBvbbpSbtPMuLxyjwogRIyy3Cgpct95oWVhqbWdSgiONuoTxMo8yNr1KWWSXKdKxp0+p+pFa4B6i+3D3VTijtSPsG4GX4UBtVolF/MXBX0BuvuptiWrnrUs3oAvQ7iiHqlqcQ4kGrxmqkNVkMbOwVFLMeAUEn4CoHQVzGl8hraYXsVM6lpXWLa9iNRA5lrEAfGqH7CX4YpTf7MTN7vC1I4MKmjJJWlkb9F26U1g+TKU8J1NuNoz/wBVOJOwUvc933nLj3bfheleOXYb1InPezUPeu4dm2G25p20rYKaKeFm1K17EmzD6ynyIuKfZL8nsmHLMZg2r/42FvvonM+xryhfpAtuqE/nVcUKmnLYnkncXW50nKMxTEwpNEbq4v5g81PmDce6i5BcWPA1iuwmWSYLUjyh43N7aSNL8NQN+Y2PoK2x4+lUlV6E1sYvNcrEbnodx/SqcJlqu1r2+JrYZpgxIhHPlSSGFEudRLWNxwK250qjYXKgebICh+s38oJpjkuW92126bA8fhUMPjm03V2IPAlb/ea9w+DVvGbm1/EQSQfU0/prcm8krqtRhicyCo5HFASb0Bl2cyvCruoGpWY2BFlGw58TxpXj51kWRIibEMHJBtdeX3mlGNzGSGCNI730FTcH2W6f1rnyc0X4PQwxhKNaXYE/aGZJGdZHUFtgD4NuqnY10jJc4TEQiW4HJx9lxxH5j1rIdnOzwKd5iVBYi4Q/VHUjrV80rhSYlREU6b8B8BUozcd9SuWEZ6LoPc1x1vEuoC1rjYn4bgbVj89zGKRr4hWcLugUhWDDhY7XXc3HnX3+MkGzy3H8I/rS3MHX6uplPHUL299Ks8oy5kzfSwa5ZItTMYxHHK5jRYyxTCw2NpGvpkFuI47W2ufMVnZ4WxTbjVNLu/hvpmX9WkX2QL7n186YYLDxqzlbp3g0vptcr5E+zetB2biw+E8ftudl5lRzt09fXrXZ9ZGUddzh+gnCWmpmJMhlWVYsTIwMrIxEekaTexufhwrpGMwVlwyLIoVGbaQAlgEJG/xpBnFpJ0mN102IB52N6bPn67ExqbA8d+ItcdKjHOlJ2yuThpSikkWYDMTPhgVlAbVJGfDdQysyAjy8aG3kKoxGKLOGGIhtPALXW+qSPbhfcbms/keKbCd4qNdHbXpNtIbgbdLi4++imz5bJdI7xsWU6RcFuP48qquJxLqSlweVvRB2TTloAjPhZArPE1jsIpQdFv8AMLWpd2PwTqCuI7olMQO6HBdMN9Ug6+2APMCl82bINdooxr06rKvi0nUp2HEGgcR2ka2kWA32A2347UZcbC24pmj/AE7J/k0bTGYhJnMz3aCDUyyLICGlN9RCjkoNhWXgxyqk+MkZJWkusccg0yBPqqD5/lWPzHMiylVYqCbkIdKkjqBtVU2eLipoxjCEjiXwldrtyv0/tVMXEwlpsQzcHkg73E+eL3IAW4ZyWdWG6dB8Lb0P3ltCQjV4S2/EP9a3nap5rOZpWcksLHQTzRfZ1fj768ic8CQo0i21jIL8R/EN7Ucm+o0dEjsvyPZtHJgUw+sGWLWWT62h3LBvPckf9628lcM+TzPhhMWmpFKSBYn2GpBIy7oeJ8QViB1PSuz4vN8Op8UqL/MbfjS2jUy1hVDLVIznDHhPEf8A7F/rVy4hG9l1PowP4UyYtM5nlnZDgZ2/yp+bf0rVYTBLEumJRGOqgX9STe/voiOMnkaIjw7dKypCvmZThxKoFpuF92gjc78r7VdDiZ1Nw0N+pw9j7rSC1FR4Fzyq3/D2HEgepo85uWRQMwxPIwf7L/lLVwxeJ4nuD/lkX/8AZq+HCrY3dfcRQeLyKV3LJiZFWwsqlLbc91NDnQ3LIvOKxXJcP7+8P414MbjPsQH/ADSD8qG/8OTc8TP/AK1/6akOzsnOfEf7n9q3MvBqZKSbMD7KwD/O3/TTvJJZjH+kKocEi6EspHI77g0mj7Pm4BmxH+635UcvZ4Dbv5/91/61pNMMU0PRSvM8OBduVt6JwWDEahQzNbmzEnfzJvVObk6NtxfcWvU+ozAcIw0fRWsPOqZ8QxuL8rbUPrsCqiwPkRUsvlEbX0Fz0/OtTC5InkqJFGQTuWY78dzUc0KGzDxlNwNre/bevc8y/vBwIvvbcb+oNZhfnEd7q1uXBx+RpJ3XcfG9b2GU+YvDC7OwZ3NxbkD7K+6vsaCuDjjAvIwvYn6x3N6VZhOXhBkAtq+qrBveDTF8onnWOQFVClWCtfgOF+lcrttqjui4pJtizH5OkAXvNUjsLneyqegAqHz3WmgBQvQUz7Q45kkVtUakAg6rkH7qy8+Y6mvaAHqENTlHXQtGTath5w96uQ6RQOG1n9onwaiGRuckduYIbek5GM5Esdjg1vKl0mII50+ifBFfpVAbmY2f86oxGEy48JpF+/05VT0fKEWZLSn/AAZ95z1oSaY0bPl8R4Yke9TXmB7OiZtKYlb+akUFhbGedLUUTOTS7EMa2WI7BTL+1UjrahJuwUhH64X/AJf71VcPMjLiYGLkagsXHcVp8b2Jxce6hZB/CbH4GkOIyvEANrjZdIudQt8OvuplimnsI80GtwTBtqWwAFyVuDuxsdh0HX0qSYSQKZDZWhYCznxb8LL0oYK8IQ+EE+IEWJFuBPSrcRI88heRrMRfUb+O21q7Kpa7nA/Gx9Fi2EqmM3swKki4YqbrdeW/3U4/xppxdtm5i/OgcJhWf9UqhjZdB9sMN9a35VVoWNiT4jwKrsUPDxAgX58PjSOFhU60DTJR2EjJG16DyyJZCdRsqqWJ8hbYepIrSwQhUD8AbAeQtSR3Hlojq8GYL0FEjHA8KxceYw/vF+NEx5lD+9Hxq1HMsiNhHix1qffA8bH1rLR5pF+9HxFXLmsf7xfjQodZDSqE6L8KtSQDgKzIzmP94vxq5M8j+2PjQob1DQd6eS1NXc+VZ9u0SD64oSbtWBwNajPLFGxF+ZoLMM4jh9pvhvWTTPO8PiksPLaiQ2GPFwfU1qMskWFYrtcB+rUt6giqD2onbZYx671ZGcMPrL8aKixWHH1l+IoG5z5MzncewB7qLwKMT42tVf8AicP21+Ir7/E4f3i/GtYLDpdwedqq+bC1xQq5xAP2i/EV4c7w/wC8X4ihYyoJWBeYB91XYg7W07eVLxnuHH7VfiK8btHh/wB6vxFC0HXoVY/LYpf1kJahFyDDDhh6MbtPhv3i/Gqz2rww/aLQ9ngonk8kP8Jh/cmotlMP7k163a/Cj9oKqbtrhR+0FD2eDXl8njZNB+4NVtkkH7g1F+3WFH1/uoaT5QsMPrfdR9gLy+S85HB/7c19FlMSEMsBBHAil0nyk4bz+FCyfKbByBplyAby+TVzYpytu7JpdCkn1ltWck+U+PkhoST5UF5Rmm5kIlPsbfuz0qifDahYre/G4rDv8qfSL76Fk+VJ+UQ+NFTXcDjLsabMeyWHlXS0QFrkafDSPMOwQIHckgr7IfcD39aWv8p83KNaFl+UnEngqim9VC+nMKxvZTFiBmch3vcPc61C9D0/50rOZHlxdi5IMqEaYmH63mSfLnTI9usTIrKSN9ttrA0olzQNGwYEygDS67WAPsny/GmU09ewHCSVFMmIJZjbTdidI4DfgPIVp5MZfDwjna59axkJubcN61uXQhyFbgEv94tXMmdB/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pic>
        <p:nvPicPr>
          <p:cNvPr id="3" name="Imagen 2"/>
          <p:cNvPicPr>
            <a:picLocks noChangeAspect="1"/>
          </p:cNvPicPr>
          <p:nvPr/>
        </p:nvPicPr>
        <p:blipFill>
          <a:blip r:embed="rId3"/>
          <a:stretch>
            <a:fillRect/>
          </a:stretch>
        </p:blipFill>
        <p:spPr>
          <a:xfrm>
            <a:off x="7563978" y="2009958"/>
            <a:ext cx="4337089" cy="266897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1" name="Rectángulo 10">
            <a:extLst>
              <a:ext uri="{FF2B5EF4-FFF2-40B4-BE49-F238E27FC236}">
                <a16:creationId xmlns:a16="http://schemas.microsoft.com/office/drawing/2014/main" id="{6BBBCB2E-F413-4381-8378-02FDC20EA4F6}"/>
              </a:ext>
            </a:extLst>
          </p:cNvPr>
          <p:cNvSpPr/>
          <p:nvPr/>
        </p:nvSpPr>
        <p:spPr>
          <a:xfrm>
            <a:off x="9187543" y="6481983"/>
            <a:ext cx="3045401" cy="307777"/>
          </a:xfrm>
          <a:prstGeom prst="rect">
            <a:avLst/>
          </a:prstGeom>
        </p:spPr>
        <p:txBody>
          <a:bodyPr wrap="square" lIns="0" tIns="0" rIns="0" bIns="0" rtlCol="0">
            <a:spAutoFit/>
          </a:bodyPr>
          <a:lstStyle/>
          <a:p>
            <a:pPr rtl="0"/>
            <a:r>
              <a:rPr lang="es-ES" sz="2000" b="1" i="1" dirty="0">
                <a:latin typeface="+mj-lt"/>
                <a:cs typeface="Segoe UI" panose="020B0502040204020203" pitchFamily="34" charset="0"/>
              </a:rPr>
              <a:t>FUNDAMENTOS DE REDES</a:t>
            </a:r>
          </a:p>
        </p:txBody>
      </p:sp>
      <p:pic>
        <p:nvPicPr>
          <p:cNvPr id="5" name="Imagen 4" descr="Imagen que contiene Interfaz de usuario gráfica&#10;&#10;Descripción generada automáticamente">
            <a:extLst>
              <a:ext uri="{FF2B5EF4-FFF2-40B4-BE49-F238E27FC236}">
                <a16:creationId xmlns:a16="http://schemas.microsoft.com/office/drawing/2014/main" id="{0C9686A3-0250-63CA-F2A3-C56D41D43CFB}"/>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1280232543"/>
      </p:ext>
    </p:extLst>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Cuadro de texto 106">
            <a:extLst>
              <a:ext uri="{FF2B5EF4-FFF2-40B4-BE49-F238E27FC236}">
                <a16:creationId xmlns:a16="http://schemas.microsoft.com/office/drawing/2014/main" id="{54EA7ED5-6E34-4D47-91B6-F78F5F8B4C6E}"/>
              </a:ext>
            </a:extLst>
          </p:cNvPr>
          <p:cNvSpPr txBox="1"/>
          <p:nvPr/>
        </p:nvSpPr>
        <p:spPr>
          <a:xfrm>
            <a:off x="4283962" y="3812052"/>
            <a:ext cx="5283118" cy="512961"/>
          </a:xfrm>
          <a:prstGeom prst="rect">
            <a:avLst/>
          </a:prstGeom>
          <a:noFill/>
        </p:spPr>
        <p:txBody>
          <a:bodyPr wrap="square" lIns="0" tIns="0" rIns="0" bIns="0" rtlCol="0">
            <a:spAutoFit/>
          </a:bodyPr>
          <a:lstStyle/>
          <a:p>
            <a:pPr rtl="0">
              <a:lnSpc>
                <a:spcPts val="4000"/>
              </a:lnSpc>
            </a:pPr>
            <a:r>
              <a:rPr lang="es-ES" sz="5400" b="1" dirty="0">
                <a:solidFill>
                  <a:srgbClr val="002060"/>
                </a:solidFill>
                <a:latin typeface="Segoe UI" panose="020B0502040204020203" pitchFamily="34" charset="0"/>
                <a:cs typeface="Segoe UI" panose="020B0502040204020203" pitchFamily="34" charset="0"/>
              </a:rPr>
              <a:t>¿ PREGUNTAS ?</a:t>
            </a:r>
          </a:p>
        </p:txBody>
      </p:sp>
      <p:sp>
        <p:nvSpPr>
          <p:cNvPr id="4" name="Título 3" hidden="1">
            <a:extLst>
              <a:ext uri="{FF2B5EF4-FFF2-40B4-BE49-F238E27FC236}">
                <a16:creationId xmlns:a16="http://schemas.microsoft.com/office/drawing/2014/main" id="{2784E464-B64A-4614-9350-2C88DBD46AB5}"/>
              </a:ext>
            </a:extLst>
          </p:cNvPr>
          <p:cNvSpPr>
            <a:spLocks noGrp="1"/>
          </p:cNvSpPr>
          <p:nvPr>
            <p:ph type="title"/>
          </p:nvPr>
        </p:nvSpPr>
        <p:spPr/>
        <p:txBody>
          <a:bodyPr rtlCol="0"/>
          <a:lstStyle/>
          <a:p>
            <a:r>
              <a:rPr lang="es-ES" dirty="0"/>
              <a:t>Diapositiva de recursos humanos 5</a:t>
            </a:r>
          </a:p>
        </p:txBody>
      </p:sp>
      <p:sp>
        <p:nvSpPr>
          <p:cNvPr id="6" name="Rectángulo 5">
            <a:extLst>
              <a:ext uri="{FF2B5EF4-FFF2-40B4-BE49-F238E27FC236}">
                <a16:creationId xmlns:a16="http://schemas.microsoft.com/office/drawing/2014/main" id="{6BBBCB2E-F413-4381-8378-02FDC20EA4F6}"/>
              </a:ext>
            </a:extLst>
          </p:cNvPr>
          <p:cNvSpPr/>
          <p:nvPr/>
        </p:nvSpPr>
        <p:spPr>
          <a:xfrm>
            <a:off x="9187543" y="6481983"/>
            <a:ext cx="3045401" cy="307777"/>
          </a:xfrm>
          <a:prstGeom prst="rect">
            <a:avLst/>
          </a:prstGeom>
        </p:spPr>
        <p:txBody>
          <a:bodyPr wrap="square" lIns="0" tIns="0" rIns="0" bIns="0" rtlCol="0">
            <a:spAutoFit/>
          </a:bodyPr>
          <a:lstStyle/>
          <a:p>
            <a:pPr rtl="0"/>
            <a:r>
              <a:rPr lang="es-ES" sz="2000" b="1" i="1" dirty="0">
                <a:latin typeface="+mj-lt"/>
                <a:cs typeface="Segoe UI" panose="020B0502040204020203" pitchFamily="34" charset="0"/>
              </a:rPr>
              <a:t>FUNDAMENTOS DE REDES</a:t>
            </a:r>
          </a:p>
        </p:txBody>
      </p:sp>
      <p:pic>
        <p:nvPicPr>
          <p:cNvPr id="2" name="Imagen 1" descr="Imagen que contiene Interfaz de usuario gráfica&#10;&#10;Descripción generada automáticamente">
            <a:extLst>
              <a:ext uri="{FF2B5EF4-FFF2-40B4-BE49-F238E27FC236}">
                <a16:creationId xmlns:a16="http://schemas.microsoft.com/office/drawing/2014/main" id="{A20FA9B0-E492-56DF-DE52-27724E3A0042}"/>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1428895734"/>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 de texto 2">
            <a:extLst>
              <a:ext uri="{FF2B5EF4-FFF2-40B4-BE49-F238E27FC236}">
                <a16:creationId xmlns:a16="http://schemas.microsoft.com/office/drawing/2014/main" id="{9436B850-15F2-41BC-A54E-6E0F332F011D}"/>
              </a:ext>
            </a:extLst>
          </p:cNvPr>
          <p:cNvSpPr txBox="1"/>
          <p:nvPr/>
        </p:nvSpPr>
        <p:spPr>
          <a:xfrm>
            <a:off x="733192" y="4331033"/>
            <a:ext cx="4845708" cy="830997"/>
          </a:xfrm>
          <a:prstGeom prst="rect">
            <a:avLst/>
          </a:prstGeom>
          <a:noFill/>
        </p:spPr>
        <p:txBody>
          <a:bodyPr wrap="square" lIns="0" tIns="0" rIns="0" bIns="0" rtlCol="0">
            <a:spAutoFit/>
          </a:bodyPr>
          <a:lstStyle/>
          <a:p>
            <a:pPr rtl="0"/>
            <a:r>
              <a:rPr lang="es-ES" sz="5400" b="1" dirty="0">
                <a:solidFill>
                  <a:srgbClr val="002060"/>
                </a:solidFill>
                <a:latin typeface="Segoe UI" panose="020B0502040204020203" pitchFamily="34" charset="0"/>
                <a:cs typeface="Segoe UI" panose="020B0502040204020203" pitchFamily="34" charset="0"/>
              </a:rPr>
              <a:t>Gracias</a:t>
            </a:r>
          </a:p>
        </p:txBody>
      </p:sp>
      <p:grpSp>
        <p:nvGrpSpPr>
          <p:cNvPr id="5" name="Grupo 4" descr="Esta imagen es un icono de tres seres humanos. ">
            <a:extLst>
              <a:ext uri="{FF2B5EF4-FFF2-40B4-BE49-F238E27FC236}">
                <a16:creationId xmlns:a16="http://schemas.microsoft.com/office/drawing/2014/main" id="{5D1C056A-1D7A-4D89-A2E0-446D9944C6FB}"/>
              </a:ext>
            </a:extLst>
          </p:cNvPr>
          <p:cNvGrpSpPr/>
          <p:nvPr/>
        </p:nvGrpSpPr>
        <p:grpSpPr>
          <a:xfrm>
            <a:off x="791651" y="3549996"/>
            <a:ext cx="569186" cy="530997"/>
            <a:chOff x="-27444701" y="-10180638"/>
            <a:chExt cx="10883901" cy="10153650"/>
          </a:xfrm>
          <a:solidFill>
            <a:schemeClr val="bg1">
              <a:lumMod val="50000"/>
            </a:schemeClr>
          </a:solidFill>
        </p:grpSpPr>
        <p:sp>
          <p:nvSpPr>
            <p:cNvPr id="6" name="Forma libre 35">
              <a:extLst>
                <a:ext uri="{FF2B5EF4-FFF2-40B4-BE49-F238E27FC236}">
                  <a16:creationId xmlns:a16="http://schemas.microsoft.com/office/drawing/2014/main" id="{C9FAB44B-F1A9-406C-8DC0-7BC29AA64A5B}"/>
                </a:ext>
              </a:extLst>
            </p:cNvPr>
            <p:cNvSpPr>
              <a:spLocks/>
            </p:cNvSpPr>
            <p:nvPr/>
          </p:nvSpPr>
          <p:spPr bwMode="auto">
            <a:xfrm>
              <a:off x="-22969538" y="-10180638"/>
              <a:ext cx="1906588" cy="1978025"/>
            </a:xfrm>
            <a:custGeom>
              <a:avLst/>
              <a:gdLst>
                <a:gd name="T0" fmla="*/ 554 w 639"/>
                <a:gd name="T1" fmla="*/ 327 h 664"/>
                <a:gd name="T2" fmla="*/ 438 w 639"/>
                <a:gd name="T3" fmla="*/ 526 h 664"/>
                <a:gd name="T4" fmla="*/ 204 w 639"/>
                <a:gd name="T5" fmla="*/ 521 h 664"/>
                <a:gd name="T6" fmla="*/ 97 w 639"/>
                <a:gd name="T7" fmla="*/ 316 h 664"/>
                <a:gd name="T8" fmla="*/ 222 w 639"/>
                <a:gd name="T9" fmla="*/ 123 h 664"/>
                <a:gd name="T10" fmla="*/ 447 w 639"/>
                <a:gd name="T11" fmla="*/ 133 h 664"/>
                <a:gd name="T12" fmla="*/ 554 w 639"/>
                <a:gd name="T13" fmla="*/ 327 h 664"/>
                <a:gd name="T14" fmla="*/ 638 w 639"/>
                <a:gd name="T15" fmla="*/ 327 h 664"/>
                <a:gd name="T16" fmla="*/ 519 w 639"/>
                <a:gd name="T17" fmla="*/ 82 h 664"/>
                <a:gd name="T18" fmla="*/ 244 w 639"/>
                <a:gd name="T19" fmla="*/ 25 h 664"/>
                <a:gd name="T20" fmla="*/ 39 w 639"/>
                <a:gd name="T21" fmla="*/ 200 h 664"/>
                <a:gd name="T22" fmla="*/ 53 w 639"/>
                <a:gd name="T23" fmla="*/ 482 h 664"/>
                <a:gd name="T24" fmla="*/ 407 w 639"/>
                <a:gd name="T25" fmla="*/ 629 h 664"/>
                <a:gd name="T26" fmla="*/ 638 w 639"/>
                <a:gd name="T27" fmla="*/ 327 h 664"/>
                <a:gd name="T28" fmla="*/ 554 w 639"/>
                <a:gd name="T29" fmla="*/ 327 h 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39" h="664">
                  <a:moveTo>
                    <a:pt x="554" y="327"/>
                  </a:moveTo>
                  <a:cubicBezTo>
                    <a:pt x="553" y="410"/>
                    <a:pt x="510" y="485"/>
                    <a:pt x="438" y="526"/>
                  </a:cubicBezTo>
                  <a:cubicBezTo>
                    <a:pt x="365" y="569"/>
                    <a:pt x="275" y="564"/>
                    <a:pt x="204" y="521"/>
                  </a:cubicBezTo>
                  <a:cubicBezTo>
                    <a:pt x="133" y="478"/>
                    <a:pt x="94" y="398"/>
                    <a:pt x="97" y="316"/>
                  </a:cubicBezTo>
                  <a:cubicBezTo>
                    <a:pt x="99" y="234"/>
                    <a:pt x="150" y="161"/>
                    <a:pt x="222" y="123"/>
                  </a:cubicBezTo>
                  <a:cubicBezTo>
                    <a:pt x="292" y="85"/>
                    <a:pt x="379" y="92"/>
                    <a:pt x="447" y="133"/>
                  </a:cubicBezTo>
                  <a:cubicBezTo>
                    <a:pt x="514" y="174"/>
                    <a:pt x="553" y="249"/>
                    <a:pt x="554" y="327"/>
                  </a:cubicBezTo>
                  <a:cubicBezTo>
                    <a:pt x="555" y="381"/>
                    <a:pt x="639" y="381"/>
                    <a:pt x="638" y="327"/>
                  </a:cubicBezTo>
                  <a:cubicBezTo>
                    <a:pt x="637" y="232"/>
                    <a:pt x="594" y="141"/>
                    <a:pt x="519" y="82"/>
                  </a:cubicBezTo>
                  <a:cubicBezTo>
                    <a:pt x="441" y="21"/>
                    <a:pt x="340" y="0"/>
                    <a:pt x="244" y="25"/>
                  </a:cubicBezTo>
                  <a:cubicBezTo>
                    <a:pt x="154" y="48"/>
                    <a:pt x="76" y="116"/>
                    <a:pt x="39" y="200"/>
                  </a:cubicBezTo>
                  <a:cubicBezTo>
                    <a:pt x="0" y="292"/>
                    <a:pt x="5" y="395"/>
                    <a:pt x="53" y="482"/>
                  </a:cubicBezTo>
                  <a:cubicBezTo>
                    <a:pt x="122" y="606"/>
                    <a:pt x="271" y="664"/>
                    <a:pt x="407" y="629"/>
                  </a:cubicBezTo>
                  <a:cubicBezTo>
                    <a:pt x="543" y="594"/>
                    <a:pt x="637" y="466"/>
                    <a:pt x="638" y="327"/>
                  </a:cubicBezTo>
                  <a:cubicBezTo>
                    <a:pt x="639" y="273"/>
                    <a:pt x="555" y="273"/>
                    <a:pt x="554" y="3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7" name="Forma libre 36">
              <a:extLst>
                <a:ext uri="{FF2B5EF4-FFF2-40B4-BE49-F238E27FC236}">
                  <a16:creationId xmlns:a16="http://schemas.microsoft.com/office/drawing/2014/main" id="{12B0F9D4-64CB-42CD-88AA-7E8CAD1F1229}"/>
                </a:ext>
              </a:extLst>
            </p:cNvPr>
            <p:cNvSpPr>
              <a:spLocks/>
            </p:cNvSpPr>
            <p:nvPr/>
          </p:nvSpPr>
          <p:spPr bwMode="auto">
            <a:xfrm>
              <a:off x="-23596600" y="-8610601"/>
              <a:ext cx="3186113" cy="2139950"/>
            </a:xfrm>
            <a:custGeom>
              <a:avLst/>
              <a:gdLst>
                <a:gd name="T0" fmla="*/ 846 w 1068"/>
                <a:gd name="T1" fmla="*/ 102 h 718"/>
                <a:gd name="T2" fmla="*/ 981 w 1068"/>
                <a:gd name="T3" fmla="*/ 330 h 718"/>
                <a:gd name="T4" fmla="*/ 981 w 1068"/>
                <a:gd name="T5" fmla="*/ 480 h 718"/>
                <a:gd name="T6" fmla="*/ 981 w 1068"/>
                <a:gd name="T7" fmla="*/ 559 h 718"/>
                <a:gd name="T8" fmla="*/ 961 w 1068"/>
                <a:gd name="T9" fmla="*/ 618 h 718"/>
                <a:gd name="T10" fmla="*/ 882 w 1068"/>
                <a:gd name="T11" fmla="*/ 634 h 718"/>
                <a:gd name="T12" fmla="*/ 214 w 1068"/>
                <a:gd name="T13" fmla="*/ 634 h 718"/>
                <a:gd name="T14" fmla="*/ 152 w 1068"/>
                <a:gd name="T15" fmla="*/ 634 h 718"/>
                <a:gd name="T16" fmla="*/ 90 w 1068"/>
                <a:gd name="T17" fmla="*/ 571 h 718"/>
                <a:gd name="T18" fmla="*/ 90 w 1068"/>
                <a:gd name="T19" fmla="*/ 524 h 718"/>
                <a:gd name="T20" fmla="*/ 90 w 1068"/>
                <a:gd name="T21" fmla="*/ 355 h 718"/>
                <a:gd name="T22" fmla="*/ 173 w 1068"/>
                <a:gd name="T23" fmla="*/ 144 h 718"/>
                <a:gd name="T24" fmla="*/ 222 w 1068"/>
                <a:gd name="T25" fmla="*/ 104 h 718"/>
                <a:gd name="T26" fmla="*/ 180 w 1068"/>
                <a:gd name="T27" fmla="*/ 31 h 718"/>
                <a:gd name="T28" fmla="*/ 13 w 1068"/>
                <a:gd name="T29" fmla="*/ 277 h 718"/>
                <a:gd name="T30" fmla="*/ 6 w 1068"/>
                <a:gd name="T31" fmla="*/ 448 h 718"/>
                <a:gd name="T32" fmla="*/ 9 w 1068"/>
                <a:gd name="T33" fmla="*/ 604 h 718"/>
                <a:gd name="T34" fmla="*/ 161 w 1068"/>
                <a:gd name="T35" fmla="*/ 718 h 718"/>
                <a:gd name="T36" fmla="*/ 805 w 1068"/>
                <a:gd name="T37" fmla="*/ 718 h 718"/>
                <a:gd name="T38" fmla="*/ 908 w 1068"/>
                <a:gd name="T39" fmla="*/ 718 h 718"/>
                <a:gd name="T40" fmla="*/ 1059 w 1068"/>
                <a:gd name="T41" fmla="*/ 615 h 718"/>
                <a:gd name="T42" fmla="*/ 1065 w 1068"/>
                <a:gd name="T43" fmla="*/ 545 h 718"/>
                <a:gd name="T44" fmla="*/ 1065 w 1068"/>
                <a:gd name="T45" fmla="*/ 456 h 718"/>
                <a:gd name="T46" fmla="*/ 1060 w 1068"/>
                <a:gd name="T47" fmla="*/ 288 h 718"/>
                <a:gd name="T48" fmla="*/ 888 w 1068"/>
                <a:gd name="T49" fmla="*/ 30 h 718"/>
                <a:gd name="T50" fmla="*/ 846 w 1068"/>
                <a:gd name="T51" fmla="*/ 102 h 7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68" h="718">
                  <a:moveTo>
                    <a:pt x="846" y="102"/>
                  </a:moveTo>
                  <a:cubicBezTo>
                    <a:pt x="924" y="152"/>
                    <a:pt x="975" y="237"/>
                    <a:pt x="981" y="330"/>
                  </a:cubicBezTo>
                  <a:cubicBezTo>
                    <a:pt x="984" y="379"/>
                    <a:pt x="981" y="430"/>
                    <a:pt x="981" y="480"/>
                  </a:cubicBezTo>
                  <a:cubicBezTo>
                    <a:pt x="981" y="506"/>
                    <a:pt x="981" y="533"/>
                    <a:pt x="981" y="559"/>
                  </a:cubicBezTo>
                  <a:cubicBezTo>
                    <a:pt x="981" y="583"/>
                    <a:pt x="978" y="601"/>
                    <a:pt x="961" y="618"/>
                  </a:cubicBezTo>
                  <a:cubicBezTo>
                    <a:pt x="941" y="638"/>
                    <a:pt x="910" y="634"/>
                    <a:pt x="882" y="634"/>
                  </a:cubicBezTo>
                  <a:cubicBezTo>
                    <a:pt x="659" y="634"/>
                    <a:pt x="436" y="634"/>
                    <a:pt x="214" y="634"/>
                  </a:cubicBezTo>
                  <a:cubicBezTo>
                    <a:pt x="193" y="634"/>
                    <a:pt x="173" y="634"/>
                    <a:pt x="152" y="634"/>
                  </a:cubicBezTo>
                  <a:cubicBezTo>
                    <a:pt x="117" y="634"/>
                    <a:pt x="90" y="606"/>
                    <a:pt x="90" y="571"/>
                  </a:cubicBezTo>
                  <a:cubicBezTo>
                    <a:pt x="89" y="556"/>
                    <a:pt x="90" y="540"/>
                    <a:pt x="90" y="524"/>
                  </a:cubicBezTo>
                  <a:cubicBezTo>
                    <a:pt x="90" y="468"/>
                    <a:pt x="90" y="412"/>
                    <a:pt x="90" y="355"/>
                  </a:cubicBezTo>
                  <a:cubicBezTo>
                    <a:pt x="90" y="276"/>
                    <a:pt x="117" y="202"/>
                    <a:pt x="173" y="144"/>
                  </a:cubicBezTo>
                  <a:cubicBezTo>
                    <a:pt x="188" y="129"/>
                    <a:pt x="204" y="116"/>
                    <a:pt x="222" y="104"/>
                  </a:cubicBezTo>
                  <a:cubicBezTo>
                    <a:pt x="267" y="74"/>
                    <a:pt x="225" y="2"/>
                    <a:pt x="180" y="31"/>
                  </a:cubicBezTo>
                  <a:cubicBezTo>
                    <a:pt x="94" y="88"/>
                    <a:pt x="32" y="175"/>
                    <a:pt x="13" y="277"/>
                  </a:cubicBezTo>
                  <a:cubicBezTo>
                    <a:pt x="2" y="333"/>
                    <a:pt x="6" y="391"/>
                    <a:pt x="6" y="448"/>
                  </a:cubicBezTo>
                  <a:cubicBezTo>
                    <a:pt x="6" y="499"/>
                    <a:pt x="0" y="554"/>
                    <a:pt x="9" y="604"/>
                  </a:cubicBezTo>
                  <a:cubicBezTo>
                    <a:pt x="23" y="676"/>
                    <a:pt x="92" y="718"/>
                    <a:pt x="161" y="718"/>
                  </a:cubicBezTo>
                  <a:cubicBezTo>
                    <a:pt x="375" y="718"/>
                    <a:pt x="590" y="718"/>
                    <a:pt x="805" y="718"/>
                  </a:cubicBezTo>
                  <a:cubicBezTo>
                    <a:pt x="839" y="718"/>
                    <a:pt x="873" y="718"/>
                    <a:pt x="908" y="718"/>
                  </a:cubicBezTo>
                  <a:cubicBezTo>
                    <a:pt x="977" y="718"/>
                    <a:pt x="1035" y="682"/>
                    <a:pt x="1059" y="615"/>
                  </a:cubicBezTo>
                  <a:cubicBezTo>
                    <a:pt x="1066" y="593"/>
                    <a:pt x="1065" y="568"/>
                    <a:pt x="1065" y="545"/>
                  </a:cubicBezTo>
                  <a:cubicBezTo>
                    <a:pt x="1065" y="515"/>
                    <a:pt x="1065" y="486"/>
                    <a:pt x="1065" y="456"/>
                  </a:cubicBezTo>
                  <a:cubicBezTo>
                    <a:pt x="1065" y="400"/>
                    <a:pt x="1068" y="344"/>
                    <a:pt x="1060" y="288"/>
                  </a:cubicBezTo>
                  <a:cubicBezTo>
                    <a:pt x="1045" y="182"/>
                    <a:pt x="978" y="87"/>
                    <a:pt x="888" y="30"/>
                  </a:cubicBezTo>
                  <a:cubicBezTo>
                    <a:pt x="843" y="0"/>
                    <a:pt x="801" y="73"/>
                    <a:pt x="846"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8" name="Forma libre 37">
              <a:extLst>
                <a:ext uri="{FF2B5EF4-FFF2-40B4-BE49-F238E27FC236}">
                  <a16:creationId xmlns:a16="http://schemas.microsoft.com/office/drawing/2014/main" id="{0FD5A500-BBCF-4857-86E7-EBF5AA53DDB4}"/>
                </a:ext>
              </a:extLst>
            </p:cNvPr>
            <p:cNvSpPr>
              <a:spLocks/>
            </p:cNvSpPr>
            <p:nvPr/>
          </p:nvSpPr>
          <p:spPr bwMode="auto">
            <a:xfrm>
              <a:off x="-26819225" y="-3736976"/>
              <a:ext cx="1903413" cy="1978025"/>
            </a:xfrm>
            <a:custGeom>
              <a:avLst/>
              <a:gdLst>
                <a:gd name="T0" fmla="*/ 554 w 638"/>
                <a:gd name="T1" fmla="*/ 327 h 664"/>
                <a:gd name="T2" fmla="*/ 437 w 638"/>
                <a:gd name="T3" fmla="*/ 527 h 664"/>
                <a:gd name="T4" fmla="*/ 203 w 638"/>
                <a:gd name="T5" fmla="*/ 521 h 664"/>
                <a:gd name="T6" fmla="*/ 96 w 638"/>
                <a:gd name="T7" fmla="*/ 316 h 664"/>
                <a:gd name="T8" fmla="*/ 222 w 638"/>
                <a:gd name="T9" fmla="*/ 123 h 664"/>
                <a:gd name="T10" fmla="*/ 446 w 638"/>
                <a:gd name="T11" fmla="*/ 133 h 664"/>
                <a:gd name="T12" fmla="*/ 554 w 638"/>
                <a:gd name="T13" fmla="*/ 327 h 664"/>
                <a:gd name="T14" fmla="*/ 638 w 638"/>
                <a:gd name="T15" fmla="*/ 327 h 664"/>
                <a:gd name="T16" fmla="*/ 519 w 638"/>
                <a:gd name="T17" fmla="*/ 82 h 664"/>
                <a:gd name="T18" fmla="*/ 244 w 638"/>
                <a:gd name="T19" fmla="*/ 25 h 664"/>
                <a:gd name="T20" fmla="*/ 39 w 638"/>
                <a:gd name="T21" fmla="*/ 201 h 664"/>
                <a:gd name="T22" fmla="*/ 53 w 638"/>
                <a:gd name="T23" fmla="*/ 482 h 664"/>
                <a:gd name="T24" fmla="*/ 406 w 638"/>
                <a:gd name="T25" fmla="*/ 630 h 664"/>
                <a:gd name="T26" fmla="*/ 638 w 638"/>
                <a:gd name="T27" fmla="*/ 327 h 664"/>
                <a:gd name="T28" fmla="*/ 554 w 638"/>
                <a:gd name="T29" fmla="*/ 327 h 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38" h="664">
                  <a:moveTo>
                    <a:pt x="554" y="327"/>
                  </a:moveTo>
                  <a:cubicBezTo>
                    <a:pt x="553" y="410"/>
                    <a:pt x="509" y="485"/>
                    <a:pt x="437" y="527"/>
                  </a:cubicBezTo>
                  <a:cubicBezTo>
                    <a:pt x="365" y="569"/>
                    <a:pt x="274" y="564"/>
                    <a:pt x="203" y="521"/>
                  </a:cubicBezTo>
                  <a:cubicBezTo>
                    <a:pt x="133" y="478"/>
                    <a:pt x="94" y="398"/>
                    <a:pt x="96" y="316"/>
                  </a:cubicBezTo>
                  <a:cubicBezTo>
                    <a:pt x="99" y="234"/>
                    <a:pt x="150" y="161"/>
                    <a:pt x="222" y="123"/>
                  </a:cubicBezTo>
                  <a:cubicBezTo>
                    <a:pt x="292" y="86"/>
                    <a:pt x="379" y="92"/>
                    <a:pt x="446" y="133"/>
                  </a:cubicBezTo>
                  <a:cubicBezTo>
                    <a:pt x="514" y="174"/>
                    <a:pt x="553" y="250"/>
                    <a:pt x="554" y="327"/>
                  </a:cubicBezTo>
                  <a:cubicBezTo>
                    <a:pt x="554" y="381"/>
                    <a:pt x="638" y="382"/>
                    <a:pt x="638" y="327"/>
                  </a:cubicBezTo>
                  <a:cubicBezTo>
                    <a:pt x="637" y="232"/>
                    <a:pt x="594" y="141"/>
                    <a:pt x="519" y="82"/>
                  </a:cubicBezTo>
                  <a:cubicBezTo>
                    <a:pt x="441" y="21"/>
                    <a:pt x="340" y="0"/>
                    <a:pt x="244" y="25"/>
                  </a:cubicBezTo>
                  <a:cubicBezTo>
                    <a:pt x="154" y="48"/>
                    <a:pt x="76" y="116"/>
                    <a:pt x="39" y="201"/>
                  </a:cubicBezTo>
                  <a:cubicBezTo>
                    <a:pt x="0" y="292"/>
                    <a:pt x="5" y="395"/>
                    <a:pt x="53" y="482"/>
                  </a:cubicBezTo>
                  <a:cubicBezTo>
                    <a:pt x="122" y="606"/>
                    <a:pt x="271" y="664"/>
                    <a:pt x="406" y="630"/>
                  </a:cubicBezTo>
                  <a:cubicBezTo>
                    <a:pt x="542" y="595"/>
                    <a:pt x="636" y="466"/>
                    <a:pt x="638" y="327"/>
                  </a:cubicBezTo>
                  <a:cubicBezTo>
                    <a:pt x="638" y="273"/>
                    <a:pt x="554" y="273"/>
                    <a:pt x="554" y="3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9" name="Forma libre 38">
              <a:extLst>
                <a:ext uri="{FF2B5EF4-FFF2-40B4-BE49-F238E27FC236}">
                  <a16:creationId xmlns:a16="http://schemas.microsoft.com/office/drawing/2014/main" id="{443598C0-BD9C-4522-87F3-C9C8F628EF08}"/>
                </a:ext>
              </a:extLst>
            </p:cNvPr>
            <p:cNvSpPr>
              <a:spLocks/>
            </p:cNvSpPr>
            <p:nvPr/>
          </p:nvSpPr>
          <p:spPr bwMode="auto">
            <a:xfrm>
              <a:off x="-27444701" y="-2163763"/>
              <a:ext cx="3182938" cy="2136775"/>
            </a:xfrm>
            <a:custGeom>
              <a:avLst/>
              <a:gdLst>
                <a:gd name="T0" fmla="*/ 846 w 1067"/>
                <a:gd name="T1" fmla="*/ 102 h 717"/>
                <a:gd name="T2" fmla="*/ 980 w 1067"/>
                <a:gd name="T3" fmla="*/ 329 h 717"/>
                <a:gd name="T4" fmla="*/ 981 w 1067"/>
                <a:gd name="T5" fmla="*/ 479 h 717"/>
                <a:gd name="T6" fmla="*/ 981 w 1067"/>
                <a:gd name="T7" fmla="*/ 558 h 717"/>
                <a:gd name="T8" fmla="*/ 961 w 1067"/>
                <a:gd name="T9" fmla="*/ 617 h 717"/>
                <a:gd name="T10" fmla="*/ 882 w 1067"/>
                <a:gd name="T11" fmla="*/ 633 h 717"/>
                <a:gd name="T12" fmla="*/ 213 w 1067"/>
                <a:gd name="T13" fmla="*/ 633 h 717"/>
                <a:gd name="T14" fmla="*/ 152 w 1067"/>
                <a:gd name="T15" fmla="*/ 633 h 717"/>
                <a:gd name="T16" fmla="*/ 89 w 1067"/>
                <a:gd name="T17" fmla="*/ 571 h 717"/>
                <a:gd name="T18" fmla="*/ 89 w 1067"/>
                <a:gd name="T19" fmla="*/ 523 h 717"/>
                <a:gd name="T20" fmla="*/ 89 w 1067"/>
                <a:gd name="T21" fmla="*/ 355 h 717"/>
                <a:gd name="T22" fmla="*/ 172 w 1067"/>
                <a:gd name="T23" fmla="*/ 144 h 717"/>
                <a:gd name="T24" fmla="*/ 222 w 1067"/>
                <a:gd name="T25" fmla="*/ 103 h 717"/>
                <a:gd name="T26" fmla="*/ 179 w 1067"/>
                <a:gd name="T27" fmla="*/ 31 h 717"/>
                <a:gd name="T28" fmla="*/ 12 w 1067"/>
                <a:gd name="T29" fmla="*/ 276 h 717"/>
                <a:gd name="T30" fmla="*/ 5 w 1067"/>
                <a:gd name="T31" fmla="*/ 447 h 717"/>
                <a:gd name="T32" fmla="*/ 9 w 1067"/>
                <a:gd name="T33" fmla="*/ 604 h 717"/>
                <a:gd name="T34" fmla="*/ 161 w 1067"/>
                <a:gd name="T35" fmla="*/ 717 h 717"/>
                <a:gd name="T36" fmla="*/ 804 w 1067"/>
                <a:gd name="T37" fmla="*/ 717 h 717"/>
                <a:gd name="T38" fmla="*/ 907 w 1067"/>
                <a:gd name="T39" fmla="*/ 717 h 717"/>
                <a:gd name="T40" fmla="*/ 1058 w 1067"/>
                <a:gd name="T41" fmla="*/ 614 h 717"/>
                <a:gd name="T42" fmla="*/ 1065 w 1067"/>
                <a:gd name="T43" fmla="*/ 544 h 717"/>
                <a:gd name="T44" fmla="*/ 1065 w 1067"/>
                <a:gd name="T45" fmla="*/ 455 h 717"/>
                <a:gd name="T46" fmla="*/ 1060 w 1067"/>
                <a:gd name="T47" fmla="*/ 287 h 717"/>
                <a:gd name="T48" fmla="*/ 888 w 1067"/>
                <a:gd name="T49" fmla="*/ 29 h 717"/>
                <a:gd name="T50" fmla="*/ 846 w 1067"/>
                <a:gd name="T51" fmla="*/ 102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67" h="717">
                  <a:moveTo>
                    <a:pt x="846" y="102"/>
                  </a:moveTo>
                  <a:cubicBezTo>
                    <a:pt x="924" y="152"/>
                    <a:pt x="974" y="236"/>
                    <a:pt x="980" y="329"/>
                  </a:cubicBezTo>
                  <a:cubicBezTo>
                    <a:pt x="983" y="379"/>
                    <a:pt x="981" y="429"/>
                    <a:pt x="981" y="479"/>
                  </a:cubicBezTo>
                  <a:cubicBezTo>
                    <a:pt x="981" y="505"/>
                    <a:pt x="981" y="532"/>
                    <a:pt x="981" y="558"/>
                  </a:cubicBezTo>
                  <a:cubicBezTo>
                    <a:pt x="981" y="582"/>
                    <a:pt x="978" y="600"/>
                    <a:pt x="961" y="617"/>
                  </a:cubicBezTo>
                  <a:cubicBezTo>
                    <a:pt x="940" y="637"/>
                    <a:pt x="910" y="633"/>
                    <a:pt x="882" y="633"/>
                  </a:cubicBezTo>
                  <a:cubicBezTo>
                    <a:pt x="659" y="633"/>
                    <a:pt x="436" y="633"/>
                    <a:pt x="213" y="633"/>
                  </a:cubicBezTo>
                  <a:cubicBezTo>
                    <a:pt x="193" y="633"/>
                    <a:pt x="172" y="633"/>
                    <a:pt x="152" y="633"/>
                  </a:cubicBezTo>
                  <a:cubicBezTo>
                    <a:pt x="117" y="633"/>
                    <a:pt x="90" y="605"/>
                    <a:pt x="89" y="571"/>
                  </a:cubicBezTo>
                  <a:cubicBezTo>
                    <a:pt x="89" y="555"/>
                    <a:pt x="89" y="539"/>
                    <a:pt x="89" y="523"/>
                  </a:cubicBezTo>
                  <a:cubicBezTo>
                    <a:pt x="89" y="467"/>
                    <a:pt x="89" y="411"/>
                    <a:pt x="89" y="355"/>
                  </a:cubicBezTo>
                  <a:cubicBezTo>
                    <a:pt x="89" y="275"/>
                    <a:pt x="117" y="201"/>
                    <a:pt x="172" y="144"/>
                  </a:cubicBezTo>
                  <a:cubicBezTo>
                    <a:pt x="187" y="128"/>
                    <a:pt x="204" y="115"/>
                    <a:pt x="222" y="103"/>
                  </a:cubicBezTo>
                  <a:cubicBezTo>
                    <a:pt x="267" y="74"/>
                    <a:pt x="225" y="1"/>
                    <a:pt x="179" y="31"/>
                  </a:cubicBezTo>
                  <a:cubicBezTo>
                    <a:pt x="93" y="87"/>
                    <a:pt x="32" y="174"/>
                    <a:pt x="12" y="276"/>
                  </a:cubicBezTo>
                  <a:cubicBezTo>
                    <a:pt x="1" y="332"/>
                    <a:pt x="5" y="391"/>
                    <a:pt x="5" y="447"/>
                  </a:cubicBezTo>
                  <a:cubicBezTo>
                    <a:pt x="5" y="498"/>
                    <a:pt x="0" y="553"/>
                    <a:pt x="9" y="604"/>
                  </a:cubicBezTo>
                  <a:cubicBezTo>
                    <a:pt x="22" y="675"/>
                    <a:pt x="92" y="717"/>
                    <a:pt x="161" y="717"/>
                  </a:cubicBezTo>
                  <a:cubicBezTo>
                    <a:pt x="375" y="717"/>
                    <a:pt x="590" y="717"/>
                    <a:pt x="804" y="717"/>
                  </a:cubicBezTo>
                  <a:cubicBezTo>
                    <a:pt x="839" y="717"/>
                    <a:pt x="873" y="717"/>
                    <a:pt x="907" y="717"/>
                  </a:cubicBezTo>
                  <a:cubicBezTo>
                    <a:pt x="977" y="717"/>
                    <a:pt x="1035" y="681"/>
                    <a:pt x="1058" y="614"/>
                  </a:cubicBezTo>
                  <a:cubicBezTo>
                    <a:pt x="1066" y="592"/>
                    <a:pt x="1065" y="568"/>
                    <a:pt x="1065" y="544"/>
                  </a:cubicBezTo>
                  <a:cubicBezTo>
                    <a:pt x="1065" y="515"/>
                    <a:pt x="1065" y="485"/>
                    <a:pt x="1065" y="455"/>
                  </a:cubicBezTo>
                  <a:cubicBezTo>
                    <a:pt x="1065" y="399"/>
                    <a:pt x="1067" y="343"/>
                    <a:pt x="1060" y="287"/>
                  </a:cubicBezTo>
                  <a:cubicBezTo>
                    <a:pt x="1045" y="181"/>
                    <a:pt x="977" y="86"/>
                    <a:pt x="888" y="29"/>
                  </a:cubicBezTo>
                  <a:cubicBezTo>
                    <a:pt x="842" y="0"/>
                    <a:pt x="800" y="72"/>
                    <a:pt x="846"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0" name="Forma libre 39">
              <a:extLst>
                <a:ext uri="{FF2B5EF4-FFF2-40B4-BE49-F238E27FC236}">
                  <a16:creationId xmlns:a16="http://schemas.microsoft.com/office/drawing/2014/main" id="{426B4897-8470-4A76-9FA9-4E7CD62BFE0C}"/>
                </a:ext>
              </a:extLst>
            </p:cNvPr>
            <p:cNvSpPr>
              <a:spLocks/>
            </p:cNvSpPr>
            <p:nvPr/>
          </p:nvSpPr>
          <p:spPr bwMode="auto">
            <a:xfrm>
              <a:off x="-19121438" y="-3736976"/>
              <a:ext cx="1906588" cy="1978025"/>
            </a:xfrm>
            <a:custGeom>
              <a:avLst/>
              <a:gdLst>
                <a:gd name="T0" fmla="*/ 555 w 639"/>
                <a:gd name="T1" fmla="*/ 327 h 664"/>
                <a:gd name="T2" fmla="*/ 438 w 639"/>
                <a:gd name="T3" fmla="*/ 527 h 664"/>
                <a:gd name="T4" fmla="*/ 204 w 639"/>
                <a:gd name="T5" fmla="*/ 521 h 664"/>
                <a:gd name="T6" fmla="*/ 97 w 639"/>
                <a:gd name="T7" fmla="*/ 316 h 664"/>
                <a:gd name="T8" fmla="*/ 222 w 639"/>
                <a:gd name="T9" fmla="*/ 123 h 664"/>
                <a:gd name="T10" fmla="*/ 447 w 639"/>
                <a:gd name="T11" fmla="*/ 133 h 664"/>
                <a:gd name="T12" fmla="*/ 555 w 639"/>
                <a:gd name="T13" fmla="*/ 327 h 664"/>
                <a:gd name="T14" fmla="*/ 639 w 639"/>
                <a:gd name="T15" fmla="*/ 327 h 664"/>
                <a:gd name="T16" fmla="*/ 519 w 639"/>
                <a:gd name="T17" fmla="*/ 82 h 664"/>
                <a:gd name="T18" fmla="*/ 244 w 639"/>
                <a:gd name="T19" fmla="*/ 25 h 664"/>
                <a:gd name="T20" fmla="*/ 40 w 639"/>
                <a:gd name="T21" fmla="*/ 201 h 664"/>
                <a:gd name="T22" fmla="*/ 54 w 639"/>
                <a:gd name="T23" fmla="*/ 482 h 664"/>
                <a:gd name="T24" fmla="*/ 407 w 639"/>
                <a:gd name="T25" fmla="*/ 630 h 664"/>
                <a:gd name="T26" fmla="*/ 639 w 639"/>
                <a:gd name="T27" fmla="*/ 327 h 664"/>
                <a:gd name="T28" fmla="*/ 555 w 639"/>
                <a:gd name="T29" fmla="*/ 327 h 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39" h="664">
                  <a:moveTo>
                    <a:pt x="555" y="327"/>
                  </a:moveTo>
                  <a:cubicBezTo>
                    <a:pt x="554" y="410"/>
                    <a:pt x="510" y="485"/>
                    <a:pt x="438" y="527"/>
                  </a:cubicBezTo>
                  <a:cubicBezTo>
                    <a:pt x="366" y="569"/>
                    <a:pt x="275" y="564"/>
                    <a:pt x="204" y="521"/>
                  </a:cubicBezTo>
                  <a:cubicBezTo>
                    <a:pt x="133" y="478"/>
                    <a:pt x="95" y="398"/>
                    <a:pt x="97" y="316"/>
                  </a:cubicBezTo>
                  <a:cubicBezTo>
                    <a:pt x="100" y="234"/>
                    <a:pt x="151" y="161"/>
                    <a:pt x="222" y="123"/>
                  </a:cubicBezTo>
                  <a:cubicBezTo>
                    <a:pt x="293" y="86"/>
                    <a:pt x="380" y="92"/>
                    <a:pt x="447" y="133"/>
                  </a:cubicBezTo>
                  <a:cubicBezTo>
                    <a:pt x="514" y="174"/>
                    <a:pt x="554" y="250"/>
                    <a:pt x="555" y="327"/>
                  </a:cubicBezTo>
                  <a:cubicBezTo>
                    <a:pt x="555" y="381"/>
                    <a:pt x="639" y="382"/>
                    <a:pt x="639" y="327"/>
                  </a:cubicBezTo>
                  <a:cubicBezTo>
                    <a:pt x="638" y="232"/>
                    <a:pt x="595" y="141"/>
                    <a:pt x="519" y="82"/>
                  </a:cubicBezTo>
                  <a:cubicBezTo>
                    <a:pt x="441" y="21"/>
                    <a:pt x="340" y="0"/>
                    <a:pt x="244" y="25"/>
                  </a:cubicBezTo>
                  <a:cubicBezTo>
                    <a:pt x="154" y="48"/>
                    <a:pt x="77" y="116"/>
                    <a:pt x="40" y="201"/>
                  </a:cubicBezTo>
                  <a:cubicBezTo>
                    <a:pt x="0" y="292"/>
                    <a:pt x="5" y="395"/>
                    <a:pt x="54" y="482"/>
                  </a:cubicBezTo>
                  <a:cubicBezTo>
                    <a:pt x="123" y="606"/>
                    <a:pt x="272" y="664"/>
                    <a:pt x="407" y="630"/>
                  </a:cubicBezTo>
                  <a:cubicBezTo>
                    <a:pt x="543" y="595"/>
                    <a:pt x="637" y="466"/>
                    <a:pt x="639" y="327"/>
                  </a:cubicBezTo>
                  <a:cubicBezTo>
                    <a:pt x="639" y="273"/>
                    <a:pt x="555" y="273"/>
                    <a:pt x="555" y="3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1" name="Forma libre 40">
              <a:extLst>
                <a:ext uri="{FF2B5EF4-FFF2-40B4-BE49-F238E27FC236}">
                  <a16:creationId xmlns:a16="http://schemas.microsoft.com/office/drawing/2014/main" id="{08884941-111D-4BB6-BD63-1DA532A17165}"/>
                </a:ext>
              </a:extLst>
            </p:cNvPr>
            <p:cNvSpPr>
              <a:spLocks/>
            </p:cNvSpPr>
            <p:nvPr/>
          </p:nvSpPr>
          <p:spPr bwMode="auto">
            <a:xfrm>
              <a:off x="-19746913" y="-2163763"/>
              <a:ext cx="3186113" cy="2136775"/>
            </a:xfrm>
            <a:custGeom>
              <a:avLst/>
              <a:gdLst>
                <a:gd name="T0" fmla="*/ 846 w 1068"/>
                <a:gd name="T1" fmla="*/ 102 h 717"/>
                <a:gd name="T2" fmla="*/ 981 w 1068"/>
                <a:gd name="T3" fmla="*/ 329 h 717"/>
                <a:gd name="T4" fmla="*/ 981 w 1068"/>
                <a:gd name="T5" fmla="*/ 479 h 717"/>
                <a:gd name="T6" fmla="*/ 981 w 1068"/>
                <a:gd name="T7" fmla="*/ 558 h 717"/>
                <a:gd name="T8" fmla="*/ 961 w 1068"/>
                <a:gd name="T9" fmla="*/ 617 h 717"/>
                <a:gd name="T10" fmla="*/ 882 w 1068"/>
                <a:gd name="T11" fmla="*/ 633 h 717"/>
                <a:gd name="T12" fmla="*/ 214 w 1068"/>
                <a:gd name="T13" fmla="*/ 633 h 717"/>
                <a:gd name="T14" fmla="*/ 153 w 1068"/>
                <a:gd name="T15" fmla="*/ 633 h 717"/>
                <a:gd name="T16" fmla="*/ 90 w 1068"/>
                <a:gd name="T17" fmla="*/ 571 h 717"/>
                <a:gd name="T18" fmla="*/ 90 w 1068"/>
                <a:gd name="T19" fmla="*/ 523 h 717"/>
                <a:gd name="T20" fmla="*/ 90 w 1068"/>
                <a:gd name="T21" fmla="*/ 355 h 717"/>
                <a:gd name="T22" fmla="*/ 173 w 1068"/>
                <a:gd name="T23" fmla="*/ 144 h 717"/>
                <a:gd name="T24" fmla="*/ 222 w 1068"/>
                <a:gd name="T25" fmla="*/ 103 h 717"/>
                <a:gd name="T26" fmla="*/ 180 w 1068"/>
                <a:gd name="T27" fmla="*/ 31 h 717"/>
                <a:gd name="T28" fmla="*/ 13 w 1068"/>
                <a:gd name="T29" fmla="*/ 276 h 717"/>
                <a:gd name="T30" fmla="*/ 6 w 1068"/>
                <a:gd name="T31" fmla="*/ 447 h 717"/>
                <a:gd name="T32" fmla="*/ 10 w 1068"/>
                <a:gd name="T33" fmla="*/ 604 h 717"/>
                <a:gd name="T34" fmla="*/ 161 w 1068"/>
                <a:gd name="T35" fmla="*/ 717 h 717"/>
                <a:gd name="T36" fmla="*/ 805 w 1068"/>
                <a:gd name="T37" fmla="*/ 717 h 717"/>
                <a:gd name="T38" fmla="*/ 908 w 1068"/>
                <a:gd name="T39" fmla="*/ 717 h 717"/>
                <a:gd name="T40" fmla="*/ 1059 w 1068"/>
                <a:gd name="T41" fmla="*/ 614 h 717"/>
                <a:gd name="T42" fmla="*/ 1065 w 1068"/>
                <a:gd name="T43" fmla="*/ 544 h 717"/>
                <a:gd name="T44" fmla="*/ 1065 w 1068"/>
                <a:gd name="T45" fmla="*/ 455 h 717"/>
                <a:gd name="T46" fmla="*/ 1060 w 1068"/>
                <a:gd name="T47" fmla="*/ 287 h 717"/>
                <a:gd name="T48" fmla="*/ 889 w 1068"/>
                <a:gd name="T49" fmla="*/ 29 h 717"/>
                <a:gd name="T50" fmla="*/ 846 w 1068"/>
                <a:gd name="T51" fmla="*/ 102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68" h="717">
                  <a:moveTo>
                    <a:pt x="846" y="102"/>
                  </a:moveTo>
                  <a:cubicBezTo>
                    <a:pt x="924" y="152"/>
                    <a:pt x="975" y="236"/>
                    <a:pt x="981" y="329"/>
                  </a:cubicBezTo>
                  <a:cubicBezTo>
                    <a:pt x="984" y="379"/>
                    <a:pt x="981" y="429"/>
                    <a:pt x="981" y="479"/>
                  </a:cubicBezTo>
                  <a:cubicBezTo>
                    <a:pt x="981" y="505"/>
                    <a:pt x="981" y="532"/>
                    <a:pt x="981" y="558"/>
                  </a:cubicBezTo>
                  <a:cubicBezTo>
                    <a:pt x="981" y="582"/>
                    <a:pt x="978" y="600"/>
                    <a:pt x="961" y="617"/>
                  </a:cubicBezTo>
                  <a:cubicBezTo>
                    <a:pt x="941" y="637"/>
                    <a:pt x="911" y="633"/>
                    <a:pt x="882" y="633"/>
                  </a:cubicBezTo>
                  <a:cubicBezTo>
                    <a:pt x="659" y="633"/>
                    <a:pt x="437" y="633"/>
                    <a:pt x="214" y="633"/>
                  </a:cubicBezTo>
                  <a:cubicBezTo>
                    <a:pt x="193" y="633"/>
                    <a:pt x="173" y="633"/>
                    <a:pt x="153" y="633"/>
                  </a:cubicBezTo>
                  <a:cubicBezTo>
                    <a:pt x="118" y="633"/>
                    <a:pt x="91" y="605"/>
                    <a:pt x="90" y="571"/>
                  </a:cubicBezTo>
                  <a:cubicBezTo>
                    <a:pt x="89" y="555"/>
                    <a:pt x="90" y="539"/>
                    <a:pt x="90" y="523"/>
                  </a:cubicBezTo>
                  <a:cubicBezTo>
                    <a:pt x="90" y="467"/>
                    <a:pt x="90" y="411"/>
                    <a:pt x="90" y="355"/>
                  </a:cubicBezTo>
                  <a:cubicBezTo>
                    <a:pt x="90" y="275"/>
                    <a:pt x="117" y="201"/>
                    <a:pt x="173" y="144"/>
                  </a:cubicBezTo>
                  <a:cubicBezTo>
                    <a:pt x="188" y="128"/>
                    <a:pt x="204" y="115"/>
                    <a:pt x="222" y="103"/>
                  </a:cubicBezTo>
                  <a:cubicBezTo>
                    <a:pt x="267" y="74"/>
                    <a:pt x="225" y="1"/>
                    <a:pt x="180" y="31"/>
                  </a:cubicBezTo>
                  <a:cubicBezTo>
                    <a:pt x="94" y="87"/>
                    <a:pt x="32" y="174"/>
                    <a:pt x="13" y="276"/>
                  </a:cubicBezTo>
                  <a:cubicBezTo>
                    <a:pt x="2" y="332"/>
                    <a:pt x="6" y="391"/>
                    <a:pt x="6" y="447"/>
                  </a:cubicBezTo>
                  <a:cubicBezTo>
                    <a:pt x="6" y="498"/>
                    <a:pt x="0" y="553"/>
                    <a:pt x="10" y="604"/>
                  </a:cubicBezTo>
                  <a:cubicBezTo>
                    <a:pt x="23" y="675"/>
                    <a:pt x="93" y="717"/>
                    <a:pt x="161" y="717"/>
                  </a:cubicBezTo>
                  <a:cubicBezTo>
                    <a:pt x="376" y="717"/>
                    <a:pt x="590" y="717"/>
                    <a:pt x="805" y="717"/>
                  </a:cubicBezTo>
                  <a:cubicBezTo>
                    <a:pt x="839" y="717"/>
                    <a:pt x="874" y="717"/>
                    <a:pt x="908" y="717"/>
                  </a:cubicBezTo>
                  <a:cubicBezTo>
                    <a:pt x="978" y="717"/>
                    <a:pt x="1036" y="681"/>
                    <a:pt x="1059" y="614"/>
                  </a:cubicBezTo>
                  <a:cubicBezTo>
                    <a:pt x="1067" y="592"/>
                    <a:pt x="1065" y="568"/>
                    <a:pt x="1065" y="544"/>
                  </a:cubicBezTo>
                  <a:cubicBezTo>
                    <a:pt x="1065" y="515"/>
                    <a:pt x="1065" y="485"/>
                    <a:pt x="1065" y="455"/>
                  </a:cubicBezTo>
                  <a:cubicBezTo>
                    <a:pt x="1065" y="399"/>
                    <a:pt x="1068" y="343"/>
                    <a:pt x="1060" y="287"/>
                  </a:cubicBezTo>
                  <a:cubicBezTo>
                    <a:pt x="1046" y="181"/>
                    <a:pt x="978" y="86"/>
                    <a:pt x="889" y="29"/>
                  </a:cubicBezTo>
                  <a:cubicBezTo>
                    <a:pt x="843" y="0"/>
                    <a:pt x="801" y="72"/>
                    <a:pt x="846"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2" name="Forma libre 41">
              <a:extLst>
                <a:ext uri="{FF2B5EF4-FFF2-40B4-BE49-F238E27FC236}">
                  <a16:creationId xmlns:a16="http://schemas.microsoft.com/office/drawing/2014/main" id="{0E89D6C0-E5F8-47FF-8190-4361ED777159}"/>
                </a:ext>
              </a:extLst>
            </p:cNvPr>
            <p:cNvSpPr>
              <a:spLocks/>
            </p:cNvSpPr>
            <p:nvPr/>
          </p:nvSpPr>
          <p:spPr bwMode="auto">
            <a:xfrm>
              <a:off x="-22120225" y="-5770563"/>
              <a:ext cx="250825" cy="2101850"/>
            </a:xfrm>
            <a:custGeom>
              <a:avLst/>
              <a:gdLst>
                <a:gd name="T0" fmla="*/ 0 w 84"/>
                <a:gd name="T1" fmla="*/ 54 h 705"/>
                <a:gd name="T2" fmla="*/ 0 w 84"/>
                <a:gd name="T3" fmla="*/ 631 h 705"/>
                <a:gd name="T4" fmla="*/ 0 w 84"/>
                <a:gd name="T5" fmla="*/ 650 h 705"/>
                <a:gd name="T6" fmla="*/ 84 w 84"/>
                <a:gd name="T7" fmla="*/ 650 h 705"/>
                <a:gd name="T8" fmla="*/ 84 w 84"/>
                <a:gd name="T9" fmla="*/ 73 h 705"/>
                <a:gd name="T10" fmla="*/ 84 w 84"/>
                <a:gd name="T11" fmla="*/ 54 h 705"/>
                <a:gd name="T12" fmla="*/ 0 w 84"/>
                <a:gd name="T13" fmla="*/ 54 h 705"/>
              </a:gdLst>
              <a:ahLst/>
              <a:cxnLst>
                <a:cxn ang="0">
                  <a:pos x="T0" y="T1"/>
                </a:cxn>
                <a:cxn ang="0">
                  <a:pos x="T2" y="T3"/>
                </a:cxn>
                <a:cxn ang="0">
                  <a:pos x="T4" y="T5"/>
                </a:cxn>
                <a:cxn ang="0">
                  <a:pos x="T6" y="T7"/>
                </a:cxn>
                <a:cxn ang="0">
                  <a:pos x="T8" y="T9"/>
                </a:cxn>
                <a:cxn ang="0">
                  <a:pos x="T10" y="T11"/>
                </a:cxn>
                <a:cxn ang="0">
                  <a:pos x="T12" y="T13"/>
                </a:cxn>
              </a:cxnLst>
              <a:rect l="0" t="0" r="r" b="b"/>
              <a:pathLst>
                <a:path w="84" h="705">
                  <a:moveTo>
                    <a:pt x="0" y="54"/>
                  </a:moveTo>
                  <a:cubicBezTo>
                    <a:pt x="0" y="247"/>
                    <a:pt x="0" y="439"/>
                    <a:pt x="0" y="631"/>
                  </a:cubicBezTo>
                  <a:cubicBezTo>
                    <a:pt x="0" y="638"/>
                    <a:pt x="0" y="644"/>
                    <a:pt x="0" y="650"/>
                  </a:cubicBezTo>
                  <a:cubicBezTo>
                    <a:pt x="0" y="705"/>
                    <a:pt x="84" y="705"/>
                    <a:pt x="84" y="650"/>
                  </a:cubicBezTo>
                  <a:cubicBezTo>
                    <a:pt x="84" y="458"/>
                    <a:pt x="84" y="266"/>
                    <a:pt x="84" y="73"/>
                  </a:cubicBezTo>
                  <a:cubicBezTo>
                    <a:pt x="84" y="67"/>
                    <a:pt x="84" y="61"/>
                    <a:pt x="84" y="54"/>
                  </a:cubicBezTo>
                  <a:cubicBezTo>
                    <a:pt x="84" y="0"/>
                    <a:pt x="0" y="0"/>
                    <a:pt x="0"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3" name="Forma libre 42">
              <a:extLst>
                <a:ext uri="{FF2B5EF4-FFF2-40B4-BE49-F238E27FC236}">
                  <a16:creationId xmlns:a16="http://schemas.microsoft.com/office/drawing/2014/main" id="{F2B683ED-11A9-4ED1-A941-C7F0C5096E24}"/>
                </a:ext>
              </a:extLst>
            </p:cNvPr>
            <p:cNvSpPr>
              <a:spLocks/>
            </p:cNvSpPr>
            <p:nvPr/>
          </p:nvSpPr>
          <p:spPr bwMode="auto">
            <a:xfrm>
              <a:off x="-23742650" y="-4017963"/>
              <a:ext cx="1944688" cy="1266825"/>
            </a:xfrm>
            <a:custGeom>
              <a:avLst/>
              <a:gdLst>
                <a:gd name="T0" fmla="*/ 89 w 652"/>
                <a:gd name="T1" fmla="*/ 398 h 425"/>
                <a:gd name="T2" fmla="*/ 589 w 652"/>
                <a:gd name="T3" fmla="*/ 109 h 425"/>
                <a:gd name="T4" fmla="*/ 605 w 652"/>
                <a:gd name="T5" fmla="*/ 100 h 425"/>
                <a:gd name="T6" fmla="*/ 563 w 652"/>
                <a:gd name="T7" fmla="*/ 27 h 425"/>
                <a:gd name="T8" fmla="*/ 63 w 652"/>
                <a:gd name="T9" fmla="*/ 316 h 425"/>
                <a:gd name="T10" fmla="*/ 47 w 652"/>
                <a:gd name="T11" fmla="*/ 325 h 425"/>
                <a:gd name="T12" fmla="*/ 89 w 652"/>
                <a:gd name="T13" fmla="*/ 398 h 425"/>
              </a:gdLst>
              <a:ahLst/>
              <a:cxnLst>
                <a:cxn ang="0">
                  <a:pos x="T0" y="T1"/>
                </a:cxn>
                <a:cxn ang="0">
                  <a:pos x="T2" y="T3"/>
                </a:cxn>
                <a:cxn ang="0">
                  <a:pos x="T4" y="T5"/>
                </a:cxn>
                <a:cxn ang="0">
                  <a:pos x="T6" y="T7"/>
                </a:cxn>
                <a:cxn ang="0">
                  <a:pos x="T8" y="T9"/>
                </a:cxn>
                <a:cxn ang="0">
                  <a:pos x="T10" y="T11"/>
                </a:cxn>
                <a:cxn ang="0">
                  <a:pos x="T12" y="T13"/>
                </a:cxn>
              </a:cxnLst>
              <a:rect l="0" t="0" r="r" b="b"/>
              <a:pathLst>
                <a:path w="652" h="425">
                  <a:moveTo>
                    <a:pt x="89" y="398"/>
                  </a:moveTo>
                  <a:cubicBezTo>
                    <a:pt x="256" y="302"/>
                    <a:pt x="422" y="205"/>
                    <a:pt x="589" y="109"/>
                  </a:cubicBezTo>
                  <a:cubicBezTo>
                    <a:pt x="594" y="106"/>
                    <a:pt x="600" y="103"/>
                    <a:pt x="605" y="100"/>
                  </a:cubicBezTo>
                  <a:cubicBezTo>
                    <a:pt x="652" y="73"/>
                    <a:pt x="610" y="0"/>
                    <a:pt x="563" y="27"/>
                  </a:cubicBezTo>
                  <a:cubicBezTo>
                    <a:pt x="396" y="123"/>
                    <a:pt x="230" y="219"/>
                    <a:pt x="63" y="316"/>
                  </a:cubicBezTo>
                  <a:cubicBezTo>
                    <a:pt x="58" y="319"/>
                    <a:pt x="52" y="322"/>
                    <a:pt x="47" y="325"/>
                  </a:cubicBezTo>
                  <a:cubicBezTo>
                    <a:pt x="0" y="352"/>
                    <a:pt x="42" y="425"/>
                    <a:pt x="89" y="3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sp>
          <p:nvSpPr>
            <p:cNvPr id="14" name="Forma libre 43">
              <a:extLst>
                <a:ext uri="{FF2B5EF4-FFF2-40B4-BE49-F238E27FC236}">
                  <a16:creationId xmlns:a16="http://schemas.microsoft.com/office/drawing/2014/main" id="{5F24A4C5-7DDA-4711-B85E-9A4348702CB8}"/>
                </a:ext>
              </a:extLst>
            </p:cNvPr>
            <p:cNvSpPr>
              <a:spLocks/>
            </p:cNvSpPr>
            <p:nvPr/>
          </p:nvSpPr>
          <p:spPr bwMode="auto">
            <a:xfrm>
              <a:off x="-22191663" y="-4017963"/>
              <a:ext cx="1946275" cy="1266825"/>
            </a:xfrm>
            <a:custGeom>
              <a:avLst/>
              <a:gdLst>
                <a:gd name="T0" fmla="*/ 605 w 652"/>
                <a:gd name="T1" fmla="*/ 325 h 425"/>
                <a:gd name="T2" fmla="*/ 106 w 652"/>
                <a:gd name="T3" fmla="*/ 37 h 425"/>
                <a:gd name="T4" fmla="*/ 89 w 652"/>
                <a:gd name="T5" fmla="*/ 27 h 425"/>
                <a:gd name="T6" fmla="*/ 47 w 652"/>
                <a:gd name="T7" fmla="*/ 100 h 425"/>
                <a:gd name="T8" fmla="*/ 546 w 652"/>
                <a:gd name="T9" fmla="*/ 388 h 425"/>
                <a:gd name="T10" fmla="*/ 563 w 652"/>
                <a:gd name="T11" fmla="*/ 398 h 425"/>
                <a:gd name="T12" fmla="*/ 605 w 652"/>
                <a:gd name="T13" fmla="*/ 325 h 425"/>
              </a:gdLst>
              <a:ahLst/>
              <a:cxnLst>
                <a:cxn ang="0">
                  <a:pos x="T0" y="T1"/>
                </a:cxn>
                <a:cxn ang="0">
                  <a:pos x="T2" y="T3"/>
                </a:cxn>
                <a:cxn ang="0">
                  <a:pos x="T4" y="T5"/>
                </a:cxn>
                <a:cxn ang="0">
                  <a:pos x="T6" y="T7"/>
                </a:cxn>
                <a:cxn ang="0">
                  <a:pos x="T8" y="T9"/>
                </a:cxn>
                <a:cxn ang="0">
                  <a:pos x="T10" y="T11"/>
                </a:cxn>
                <a:cxn ang="0">
                  <a:pos x="T12" y="T13"/>
                </a:cxn>
              </a:cxnLst>
              <a:rect l="0" t="0" r="r" b="b"/>
              <a:pathLst>
                <a:path w="652" h="425">
                  <a:moveTo>
                    <a:pt x="605" y="325"/>
                  </a:moveTo>
                  <a:cubicBezTo>
                    <a:pt x="439" y="229"/>
                    <a:pt x="272" y="133"/>
                    <a:pt x="106" y="37"/>
                  </a:cubicBezTo>
                  <a:cubicBezTo>
                    <a:pt x="100" y="33"/>
                    <a:pt x="95" y="30"/>
                    <a:pt x="89" y="27"/>
                  </a:cubicBezTo>
                  <a:cubicBezTo>
                    <a:pt x="42" y="0"/>
                    <a:pt x="0" y="73"/>
                    <a:pt x="47" y="100"/>
                  </a:cubicBezTo>
                  <a:cubicBezTo>
                    <a:pt x="213" y="196"/>
                    <a:pt x="380" y="292"/>
                    <a:pt x="546" y="388"/>
                  </a:cubicBezTo>
                  <a:cubicBezTo>
                    <a:pt x="552" y="391"/>
                    <a:pt x="557" y="395"/>
                    <a:pt x="563" y="398"/>
                  </a:cubicBezTo>
                  <a:cubicBezTo>
                    <a:pt x="610" y="425"/>
                    <a:pt x="652" y="352"/>
                    <a:pt x="605" y="3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es-ES" dirty="0">
                <a:solidFill>
                  <a:srgbClr val="002060"/>
                </a:solidFill>
              </a:endParaRPr>
            </a:p>
          </p:txBody>
        </p:sp>
      </p:grpSp>
      <p:grpSp>
        <p:nvGrpSpPr>
          <p:cNvPr id="23" name="Grupo 22" descr="Esta imagen es de una forma abstracta. ">
            <a:extLst>
              <a:ext uri="{FF2B5EF4-FFF2-40B4-BE49-F238E27FC236}">
                <a16:creationId xmlns:a16="http://schemas.microsoft.com/office/drawing/2014/main" id="{C5C1EC81-7459-4B76-B0C8-CF221BB21A2F}"/>
              </a:ext>
            </a:extLst>
          </p:cNvPr>
          <p:cNvGrpSpPr/>
          <p:nvPr/>
        </p:nvGrpSpPr>
        <p:grpSpPr>
          <a:xfrm>
            <a:off x="4855953" y="-2833465"/>
            <a:ext cx="8948964" cy="12105059"/>
            <a:chOff x="4855953" y="-2833465"/>
            <a:chExt cx="8948964" cy="12105059"/>
          </a:xfrm>
        </p:grpSpPr>
        <p:sp>
          <p:nvSpPr>
            <p:cNvPr id="20" name="Forma libre 10">
              <a:extLst>
                <a:ext uri="{FF2B5EF4-FFF2-40B4-BE49-F238E27FC236}">
                  <a16:creationId xmlns:a16="http://schemas.microsoft.com/office/drawing/2014/main" id="{6067105C-8C4E-4F4D-AF25-4E9E7FEE0199}"/>
                </a:ext>
              </a:extLst>
            </p:cNvPr>
            <p:cNvSpPr>
              <a:spLocks/>
            </p:cNvSpPr>
            <p:nvPr/>
          </p:nvSpPr>
          <p:spPr bwMode="auto">
            <a:xfrm rot="9420272">
              <a:off x="4855953" y="-2246936"/>
              <a:ext cx="8673602" cy="11518530"/>
            </a:xfrm>
            <a:custGeom>
              <a:avLst/>
              <a:gdLst>
                <a:gd name="T0" fmla="*/ 1166 w 2492"/>
                <a:gd name="T1" fmla="*/ 2419 h 3315"/>
                <a:gd name="T2" fmla="*/ 243 w 2492"/>
                <a:gd name="T3" fmla="*/ 912 h 3315"/>
                <a:gd name="T4" fmla="*/ 449 w 2492"/>
                <a:gd name="T5" fmla="*/ 15 h 3315"/>
                <a:gd name="T6" fmla="*/ 766 w 2492"/>
                <a:gd name="T7" fmla="*/ 302 h 3315"/>
                <a:gd name="T8" fmla="*/ 1651 w 2492"/>
                <a:gd name="T9" fmla="*/ 481 h 3315"/>
                <a:gd name="T10" fmla="*/ 2239 w 2492"/>
                <a:gd name="T11" fmla="*/ 1238 h 3315"/>
                <a:gd name="T12" fmla="*/ 2186 w 2492"/>
                <a:gd name="T13" fmla="*/ 2201 h 3315"/>
                <a:gd name="T14" fmla="*/ 2165 w 2492"/>
                <a:gd name="T15" fmla="*/ 2928 h 3315"/>
                <a:gd name="T16" fmla="*/ 1400 w 2492"/>
                <a:gd name="T17" fmla="*/ 3100 h 3315"/>
                <a:gd name="T18" fmla="*/ 1166 w 2492"/>
                <a:gd name="T19" fmla="*/ 2419 h 3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92" h="3315">
                  <a:moveTo>
                    <a:pt x="1166" y="2419"/>
                  </a:moveTo>
                  <a:cubicBezTo>
                    <a:pt x="1505" y="1277"/>
                    <a:pt x="486" y="1533"/>
                    <a:pt x="243" y="912"/>
                  </a:cubicBezTo>
                  <a:cubicBezTo>
                    <a:pt x="0" y="292"/>
                    <a:pt x="291" y="31"/>
                    <a:pt x="449" y="15"/>
                  </a:cubicBezTo>
                  <a:cubicBezTo>
                    <a:pt x="607" y="0"/>
                    <a:pt x="716" y="54"/>
                    <a:pt x="766" y="302"/>
                  </a:cubicBezTo>
                  <a:cubicBezTo>
                    <a:pt x="817" y="551"/>
                    <a:pt x="1312" y="508"/>
                    <a:pt x="1651" y="481"/>
                  </a:cubicBezTo>
                  <a:cubicBezTo>
                    <a:pt x="1989" y="454"/>
                    <a:pt x="2492" y="733"/>
                    <a:pt x="2239" y="1238"/>
                  </a:cubicBezTo>
                  <a:cubicBezTo>
                    <a:pt x="1986" y="1743"/>
                    <a:pt x="2000" y="1716"/>
                    <a:pt x="2186" y="2201"/>
                  </a:cubicBezTo>
                  <a:cubicBezTo>
                    <a:pt x="2372" y="2685"/>
                    <a:pt x="2165" y="2928"/>
                    <a:pt x="2165" y="2928"/>
                  </a:cubicBezTo>
                  <a:cubicBezTo>
                    <a:pt x="2165" y="2928"/>
                    <a:pt x="1791" y="3315"/>
                    <a:pt x="1400" y="3100"/>
                  </a:cubicBezTo>
                  <a:cubicBezTo>
                    <a:pt x="1008" y="2885"/>
                    <a:pt x="1166" y="2419"/>
                    <a:pt x="1166" y="2419"/>
                  </a:cubicBezTo>
                  <a:close/>
                </a:path>
              </a:pathLst>
            </a:custGeom>
            <a:gradFill>
              <a:gsLst>
                <a:gs pos="0">
                  <a:srgbClr val="80DEDE"/>
                </a:gs>
                <a:gs pos="53500">
                  <a:srgbClr val="85C1E7"/>
                </a:gs>
                <a:gs pos="100000">
                  <a:srgbClr val="878CFF"/>
                </a:gs>
              </a:gsLst>
              <a:lin ang="5400000" scaled="1"/>
            </a:gradFill>
            <a:ln w="12700" cap="flat">
              <a:no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es-ES" dirty="0"/>
            </a:p>
          </p:txBody>
        </p:sp>
        <p:sp>
          <p:nvSpPr>
            <p:cNvPr id="21" name="Forma libre 11">
              <a:extLst>
                <a:ext uri="{FF2B5EF4-FFF2-40B4-BE49-F238E27FC236}">
                  <a16:creationId xmlns:a16="http://schemas.microsoft.com/office/drawing/2014/main" id="{70B75532-3E3F-4E79-89ED-8E7671BB9C68}"/>
                </a:ext>
              </a:extLst>
            </p:cNvPr>
            <p:cNvSpPr>
              <a:spLocks/>
            </p:cNvSpPr>
            <p:nvPr/>
          </p:nvSpPr>
          <p:spPr bwMode="auto">
            <a:xfrm rot="9420272">
              <a:off x="5048022" y="-2833465"/>
              <a:ext cx="8756895" cy="10755934"/>
            </a:xfrm>
            <a:custGeom>
              <a:avLst/>
              <a:gdLst>
                <a:gd name="T0" fmla="*/ 1504 w 2516"/>
                <a:gd name="T1" fmla="*/ 2980 h 3095"/>
                <a:gd name="T2" fmla="*/ 2237 w 2516"/>
                <a:gd name="T3" fmla="*/ 2283 h 3095"/>
                <a:gd name="T4" fmla="*/ 1468 w 2516"/>
                <a:gd name="T5" fmla="*/ 1052 h 3095"/>
                <a:gd name="T6" fmla="*/ 979 w 2516"/>
                <a:gd name="T7" fmla="*/ 648 h 3095"/>
                <a:gd name="T8" fmla="*/ 411 w 2516"/>
                <a:gd name="T9" fmla="*/ 195 h 3095"/>
                <a:gd name="T10" fmla="*/ 397 w 2516"/>
                <a:gd name="T11" fmla="*/ 1117 h 3095"/>
                <a:gd name="T12" fmla="*/ 194 w 2516"/>
                <a:gd name="T13" fmla="*/ 1767 h 3095"/>
                <a:gd name="T14" fmla="*/ 866 w 2516"/>
                <a:gd name="T15" fmla="*/ 2349 h 3095"/>
                <a:gd name="T16" fmla="*/ 1275 w 2516"/>
                <a:gd name="T17" fmla="*/ 2766 h 3095"/>
                <a:gd name="T18" fmla="*/ 1504 w 2516"/>
                <a:gd name="T19" fmla="*/ 2980 h 30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6" h="3095">
                  <a:moveTo>
                    <a:pt x="1504" y="2980"/>
                  </a:moveTo>
                  <a:cubicBezTo>
                    <a:pt x="1504" y="2980"/>
                    <a:pt x="1958" y="3095"/>
                    <a:pt x="2237" y="2283"/>
                  </a:cubicBezTo>
                  <a:cubicBezTo>
                    <a:pt x="2516" y="1472"/>
                    <a:pt x="1745" y="1159"/>
                    <a:pt x="1468" y="1052"/>
                  </a:cubicBezTo>
                  <a:cubicBezTo>
                    <a:pt x="1191" y="945"/>
                    <a:pt x="1126" y="907"/>
                    <a:pt x="979" y="648"/>
                  </a:cubicBezTo>
                  <a:cubicBezTo>
                    <a:pt x="832" y="389"/>
                    <a:pt x="822" y="0"/>
                    <a:pt x="411" y="195"/>
                  </a:cubicBezTo>
                  <a:cubicBezTo>
                    <a:pt x="0" y="391"/>
                    <a:pt x="384" y="948"/>
                    <a:pt x="397" y="1117"/>
                  </a:cubicBezTo>
                  <a:cubicBezTo>
                    <a:pt x="411" y="1286"/>
                    <a:pt x="128" y="1580"/>
                    <a:pt x="194" y="1767"/>
                  </a:cubicBezTo>
                  <a:cubicBezTo>
                    <a:pt x="259" y="1954"/>
                    <a:pt x="273" y="2154"/>
                    <a:pt x="866" y="2349"/>
                  </a:cubicBezTo>
                  <a:cubicBezTo>
                    <a:pt x="866" y="2349"/>
                    <a:pt x="1186" y="2374"/>
                    <a:pt x="1275" y="2766"/>
                  </a:cubicBezTo>
                  <a:cubicBezTo>
                    <a:pt x="1275" y="2766"/>
                    <a:pt x="1340" y="2988"/>
                    <a:pt x="1504" y="2980"/>
                  </a:cubicBezTo>
                  <a:close/>
                </a:path>
              </a:pathLst>
            </a:custGeom>
            <a:gradFill>
              <a:gsLst>
                <a:gs pos="0">
                  <a:srgbClr val="7CEFD8"/>
                </a:gs>
                <a:gs pos="51000">
                  <a:srgbClr val="6672E4"/>
                </a:gs>
                <a:gs pos="100000">
                  <a:srgbClr val="882BE5"/>
                </a:gs>
              </a:gsLst>
              <a:lin ang="5400000" scaled="1"/>
            </a:gradFill>
            <a:ln w="12700" cap="flat">
              <a:no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es-ES" dirty="0"/>
            </a:p>
          </p:txBody>
        </p:sp>
        <p:sp>
          <p:nvSpPr>
            <p:cNvPr id="22" name="Forma libre 12">
              <a:extLst>
                <a:ext uri="{FF2B5EF4-FFF2-40B4-BE49-F238E27FC236}">
                  <a16:creationId xmlns:a16="http://schemas.microsoft.com/office/drawing/2014/main" id="{517F7404-4FD2-4A56-9BC1-55945A2E0042}"/>
                </a:ext>
              </a:extLst>
            </p:cNvPr>
            <p:cNvSpPr>
              <a:spLocks/>
            </p:cNvSpPr>
            <p:nvPr/>
          </p:nvSpPr>
          <p:spPr bwMode="auto">
            <a:xfrm rot="9420272">
              <a:off x="5218811" y="-1993836"/>
              <a:ext cx="7570428" cy="10122905"/>
            </a:xfrm>
            <a:custGeom>
              <a:avLst/>
              <a:gdLst>
                <a:gd name="T0" fmla="*/ 1896 w 2175"/>
                <a:gd name="T1" fmla="*/ 2283 h 2913"/>
                <a:gd name="T2" fmla="*/ 1467 w 2175"/>
                <a:gd name="T3" fmla="*/ 2913 h 2913"/>
                <a:gd name="T4" fmla="*/ 1250 w 2175"/>
                <a:gd name="T5" fmla="*/ 2849 h 2913"/>
                <a:gd name="T6" fmla="*/ 1016 w 2175"/>
                <a:gd name="T7" fmla="*/ 2168 h 2913"/>
                <a:gd name="T8" fmla="*/ 93 w 2175"/>
                <a:gd name="T9" fmla="*/ 661 h 2913"/>
                <a:gd name="T10" fmla="*/ 0 w 2175"/>
                <a:gd name="T11" fmla="*/ 238 h 2913"/>
                <a:gd name="T12" fmla="*/ 70 w 2175"/>
                <a:gd name="T13" fmla="*/ 195 h 2913"/>
                <a:gd name="T14" fmla="*/ 638 w 2175"/>
                <a:gd name="T15" fmla="*/ 648 h 2913"/>
                <a:gd name="T16" fmla="*/ 1127 w 2175"/>
                <a:gd name="T17" fmla="*/ 1052 h 2913"/>
                <a:gd name="T18" fmla="*/ 1896 w 2175"/>
                <a:gd name="T19" fmla="*/ 2283 h 2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75" h="2913">
                  <a:moveTo>
                    <a:pt x="1896" y="2283"/>
                  </a:moveTo>
                  <a:cubicBezTo>
                    <a:pt x="1770" y="2651"/>
                    <a:pt x="1607" y="2829"/>
                    <a:pt x="1467" y="2913"/>
                  </a:cubicBezTo>
                  <a:cubicBezTo>
                    <a:pt x="1397" y="2909"/>
                    <a:pt x="1324" y="2889"/>
                    <a:pt x="1250" y="2849"/>
                  </a:cubicBezTo>
                  <a:cubicBezTo>
                    <a:pt x="858" y="2634"/>
                    <a:pt x="1016" y="2168"/>
                    <a:pt x="1016" y="2168"/>
                  </a:cubicBezTo>
                  <a:cubicBezTo>
                    <a:pt x="1354" y="1026"/>
                    <a:pt x="336" y="1282"/>
                    <a:pt x="93" y="661"/>
                  </a:cubicBezTo>
                  <a:cubicBezTo>
                    <a:pt x="28" y="495"/>
                    <a:pt x="1" y="354"/>
                    <a:pt x="0" y="238"/>
                  </a:cubicBezTo>
                  <a:cubicBezTo>
                    <a:pt x="20" y="222"/>
                    <a:pt x="44" y="208"/>
                    <a:pt x="70" y="195"/>
                  </a:cubicBezTo>
                  <a:cubicBezTo>
                    <a:pt x="481" y="0"/>
                    <a:pt x="491" y="389"/>
                    <a:pt x="638" y="648"/>
                  </a:cubicBezTo>
                  <a:cubicBezTo>
                    <a:pt x="785" y="907"/>
                    <a:pt x="850" y="945"/>
                    <a:pt x="1127" y="1052"/>
                  </a:cubicBezTo>
                  <a:cubicBezTo>
                    <a:pt x="1404" y="1159"/>
                    <a:pt x="2175" y="1472"/>
                    <a:pt x="1896" y="2283"/>
                  </a:cubicBezTo>
                  <a:close/>
                </a:path>
              </a:pathLst>
            </a:custGeom>
            <a:gradFill>
              <a:gsLst>
                <a:gs pos="100000">
                  <a:srgbClr val="7CEFD8"/>
                </a:gs>
                <a:gs pos="19000">
                  <a:srgbClr val="6672E4"/>
                </a:gs>
                <a:gs pos="0">
                  <a:srgbClr val="882BE5"/>
                </a:gs>
              </a:gsLst>
              <a:lin ang="10200000" scaled="0"/>
            </a:gradFill>
            <a:ln w="12700" cap="flat">
              <a:noFill/>
              <a:prstDash val="solid"/>
              <a:miter lim="800000"/>
              <a:headEnd/>
              <a:tailEnd/>
            </a:ln>
          </p:spPr>
          <p:txBody>
            <a:bodyPr vert="horz" wrap="square" lIns="91440" tIns="45720" rIns="91440" bIns="45720" numCol="1" rtlCol="0" anchor="t" anchorCtr="0" compatLnSpc="1">
              <a:prstTxWarp prst="textNoShape">
                <a:avLst/>
              </a:prstTxWarp>
            </a:bodyPr>
            <a:lstStyle/>
            <a:p>
              <a:pPr rtl="0"/>
              <a:endParaRPr lang="es-ES" dirty="0"/>
            </a:p>
          </p:txBody>
        </p:sp>
      </p:grpSp>
      <p:sp>
        <p:nvSpPr>
          <p:cNvPr id="25" name="Título 24" hidden="1">
            <a:extLst>
              <a:ext uri="{FF2B5EF4-FFF2-40B4-BE49-F238E27FC236}">
                <a16:creationId xmlns:a16="http://schemas.microsoft.com/office/drawing/2014/main" id="{24922840-A8AD-427F-889C-2B79CACC872F}"/>
              </a:ext>
            </a:extLst>
          </p:cNvPr>
          <p:cNvSpPr>
            <a:spLocks noGrp="1"/>
          </p:cNvSpPr>
          <p:nvPr>
            <p:ph type="title"/>
          </p:nvPr>
        </p:nvSpPr>
        <p:spPr/>
        <p:txBody>
          <a:bodyPr rtlCol="0"/>
          <a:lstStyle/>
          <a:p>
            <a:r>
              <a:rPr lang="es-ES" dirty="0"/>
              <a:t>Diapositiva de recursos humanos 10</a:t>
            </a:r>
          </a:p>
        </p:txBody>
      </p:sp>
      <p:pic>
        <p:nvPicPr>
          <p:cNvPr id="2" name="Imagen 1" descr="Imagen que contiene Interfaz de usuario gráfica&#10;&#10;Descripción generada automáticamente">
            <a:extLst>
              <a:ext uri="{FF2B5EF4-FFF2-40B4-BE49-F238E27FC236}">
                <a16:creationId xmlns:a16="http://schemas.microsoft.com/office/drawing/2014/main" id="{5DE974C2-D360-C420-B5D7-22AFA54C7CBE}"/>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92765" y="115124"/>
            <a:ext cx="2504661" cy="758312"/>
          </a:xfrm>
          <a:prstGeom prst="rect">
            <a:avLst/>
          </a:prstGeom>
        </p:spPr>
      </p:pic>
    </p:spTree>
    <p:extLst>
      <p:ext uri="{BB962C8B-B14F-4D97-AF65-F5344CB8AC3E}">
        <p14:creationId xmlns:p14="http://schemas.microsoft.com/office/powerpoint/2010/main" val="2352568571"/>
      </p:ext>
    </p:extLst>
  </p:cSld>
  <p:clrMapOvr>
    <a:masterClrMapping/>
  </p:clrMapOvr>
  <p:transition spd="slow">
    <p:push dir="u"/>
  </p:transition>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30740563_TF33668227.potx" id="{B848F757-4882-4260-9664-369339BAC206}" vid="{4D2DE6CD-11E4-4246-B83E-0A0B217F7583}"/>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Recursos humanos, de 24Slides</Template>
  <TotalTime>0</TotalTime>
  <Words>1272</Words>
  <Application>Microsoft Office PowerPoint</Application>
  <PresentationFormat>Panorámica</PresentationFormat>
  <Paragraphs>170</Paragraphs>
  <Slides>23</Slides>
  <Notes>22</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23</vt:i4>
      </vt:variant>
    </vt:vector>
  </HeadingPairs>
  <TitlesOfParts>
    <vt:vector size="28" baseType="lpstr">
      <vt:lpstr>Arial</vt:lpstr>
      <vt:lpstr>Calibri</vt:lpstr>
      <vt:lpstr>Calibri Light</vt:lpstr>
      <vt:lpstr>Segoe UI</vt:lpstr>
      <vt:lpstr>Tema de Office</vt:lpstr>
      <vt:lpstr>Presentación de PowerPoint</vt:lpstr>
      <vt:lpstr>Diapositiva de recursos humanos 1</vt:lpstr>
      <vt:lpstr>Diapositiva de recursos humanos 2</vt:lpstr>
      <vt:lpstr>Diapositiva de recursos humanos 5</vt:lpstr>
      <vt:lpstr>Diapositiva de recursos humanos 5</vt:lpstr>
      <vt:lpstr>Diapositiva de recursos humanos 5</vt:lpstr>
      <vt:lpstr>Diapositiva de recursos humanos 5</vt:lpstr>
      <vt:lpstr>Diapositiva de recursos humanos 5</vt:lpstr>
      <vt:lpstr>Diapositiva de recursos humanos 5</vt:lpstr>
      <vt:lpstr>Diapositiva de recursos humanos 5</vt:lpstr>
      <vt:lpstr>Diapositiva de recursos humanos 5</vt:lpstr>
      <vt:lpstr>Diapositiva de recursos humanos 5</vt:lpstr>
      <vt:lpstr>Diapositiva de recursos humanos 5</vt:lpstr>
      <vt:lpstr>Diapositiva de recursos humanos 5</vt:lpstr>
      <vt:lpstr>Diapositiva de recursos humanos 5</vt:lpstr>
      <vt:lpstr>Diapositiva de recursos humanos 5</vt:lpstr>
      <vt:lpstr>Diapositiva de recursos humanos 5</vt:lpstr>
      <vt:lpstr>Diapositiva de recursos humanos 5</vt:lpstr>
      <vt:lpstr>Diapositiva de recursos humanos 5</vt:lpstr>
      <vt:lpstr>Diapositiva de recursos humanos 5</vt:lpstr>
      <vt:lpstr>Diapositiva de recursos humanos 5</vt:lpstr>
      <vt:lpstr>Diapositiva de recursos humanos 5</vt:lpstr>
      <vt:lpstr>Diapositiva de recursos humanos 10</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2020-05-22T01:55:02Z</dcterms:created>
  <dcterms:modified xsi:type="dcterms:W3CDTF">2025-02-09T03:35:29Z</dcterms:modified>
</cp:coreProperties>
</file>