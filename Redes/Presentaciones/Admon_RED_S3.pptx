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51"/>
  </p:notesMasterIdLst>
  <p:handoutMasterIdLst>
    <p:handoutMasterId r:id="rId52"/>
  </p:handoutMasterIdLst>
  <p:sldIdLst>
    <p:sldId id="256" r:id="rId2"/>
    <p:sldId id="271" r:id="rId3"/>
    <p:sldId id="258" r:id="rId4"/>
    <p:sldId id="277" r:id="rId5"/>
    <p:sldId id="288" r:id="rId6"/>
    <p:sldId id="353" r:id="rId7"/>
    <p:sldId id="278" r:id="rId8"/>
    <p:sldId id="316" r:id="rId9"/>
    <p:sldId id="287" r:id="rId10"/>
    <p:sldId id="300" r:id="rId11"/>
    <p:sldId id="386" r:id="rId12"/>
    <p:sldId id="380" r:id="rId13"/>
    <p:sldId id="387" r:id="rId14"/>
    <p:sldId id="388" r:id="rId15"/>
    <p:sldId id="389" r:id="rId16"/>
    <p:sldId id="390" r:id="rId17"/>
    <p:sldId id="391" r:id="rId18"/>
    <p:sldId id="392" r:id="rId19"/>
    <p:sldId id="394" r:id="rId20"/>
    <p:sldId id="393" r:id="rId21"/>
    <p:sldId id="395" r:id="rId22"/>
    <p:sldId id="396" r:id="rId23"/>
    <p:sldId id="397" r:id="rId24"/>
    <p:sldId id="398" r:id="rId25"/>
    <p:sldId id="309" r:id="rId26"/>
    <p:sldId id="354" r:id="rId27"/>
    <p:sldId id="399" r:id="rId28"/>
    <p:sldId id="401" r:id="rId29"/>
    <p:sldId id="400" r:id="rId30"/>
    <p:sldId id="402" r:id="rId31"/>
    <p:sldId id="403" r:id="rId32"/>
    <p:sldId id="404" r:id="rId33"/>
    <p:sldId id="405" r:id="rId34"/>
    <p:sldId id="406" r:id="rId35"/>
    <p:sldId id="407" r:id="rId36"/>
    <p:sldId id="408" r:id="rId37"/>
    <p:sldId id="409" r:id="rId38"/>
    <p:sldId id="410" r:id="rId39"/>
    <p:sldId id="411" r:id="rId40"/>
    <p:sldId id="412" r:id="rId41"/>
    <p:sldId id="413" r:id="rId42"/>
    <p:sldId id="352" r:id="rId43"/>
    <p:sldId id="417" r:id="rId44"/>
    <p:sldId id="416" r:id="rId45"/>
    <p:sldId id="414" r:id="rId46"/>
    <p:sldId id="415" r:id="rId47"/>
    <p:sldId id="303" r:id="rId48"/>
    <p:sldId id="279" r:id="rId49"/>
    <p:sldId id="266" r:id="rId5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BD8"/>
    <a:srgbClr val="8335E5"/>
    <a:srgbClr val="6B8DE1"/>
    <a:srgbClr val="6C92E1"/>
    <a:srgbClr val="6313DC"/>
    <a:srgbClr val="1E3ADA"/>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34" autoAdjust="0"/>
    <p:restoredTop sz="94434" autoAdjust="0"/>
  </p:normalViewPr>
  <p:slideViewPr>
    <p:cSldViewPr snapToGrid="0" showGuides="1">
      <p:cViewPr varScale="1">
        <p:scale>
          <a:sx n="50" d="100"/>
          <a:sy n="50" d="100"/>
        </p:scale>
        <p:origin x="36" y="1206"/>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77" d="100"/>
          <a:sy n="77" d="100"/>
        </p:scale>
        <p:origin x="386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A5E5A06-49CA-4CC1-87DE-FA77A677BB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0AB57FBC-7FA3-4A4B-999A-96FD7DC0D4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E61690C-4C47-4C78-B862-66354E985A5A}" type="datetime1">
              <a:rPr lang="es-ES" smtClean="0"/>
              <a:t>08/02/2025</a:t>
            </a:fld>
            <a:endParaRPr lang="es-ES" dirty="0"/>
          </a:p>
        </p:txBody>
      </p:sp>
      <p:sp>
        <p:nvSpPr>
          <p:cNvPr id="4" name="Marcador de pie de página 3">
            <a:extLst>
              <a:ext uri="{FF2B5EF4-FFF2-40B4-BE49-F238E27FC236}">
                <a16:creationId xmlns:a16="http://schemas.microsoft.com/office/drawing/2014/main" id="{6EE13074-6DA0-4561-A86B-2939D8B458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F2B7A8E5-C1F9-40CC-A2A5-13CF7BD3F7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9DEC52A-C4AE-45FE-B7FF-C255388ED1F4}" type="slidenum">
              <a:rPr lang="es-ES" smtClean="0"/>
              <a:t>‹Nº›</a:t>
            </a:fld>
            <a:endParaRPr lang="es-ES" dirty="0"/>
          </a:p>
        </p:txBody>
      </p:sp>
    </p:spTree>
    <p:extLst>
      <p:ext uri="{BB962C8B-B14F-4D97-AF65-F5344CB8AC3E}">
        <p14:creationId xmlns:p14="http://schemas.microsoft.com/office/powerpoint/2010/main" val="27477634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47B61-BF17-45FD-9803-9BB2EB150729}" type="datetime1">
              <a:rPr lang="es-ES" smtClean="0"/>
              <a:pPr/>
              <a:t>08/02/2025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DF8F48A-6110-47DA-8521-A1D1FFD22FEF}" type="slidenum">
              <a:rPr lang="es-ES" noProof="0" smtClean="0"/>
              <a:t>‹Nº›</a:t>
            </a:fld>
            <a:endParaRPr lang="es-ES" noProof="0"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a:t>
            </a:fld>
            <a:endParaRPr lang="es-ES" dirty="0"/>
          </a:p>
        </p:txBody>
      </p:sp>
    </p:spTree>
    <p:extLst>
      <p:ext uri="{BB962C8B-B14F-4D97-AF65-F5344CB8AC3E}">
        <p14:creationId xmlns:p14="http://schemas.microsoft.com/office/powerpoint/2010/main" val="1007598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ES" dirty="0"/>
              <a:t> </a:t>
            </a:r>
          </a:p>
        </p:txBody>
      </p:sp>
      <p:sp>
        <p:nvSpPr>
          <p:cNvPr id="4" name="Marcador de posición de número de diapositiva 3"/>
          <p:cNvSpPr>
            <a:spLocks noGrp="1"/>
          </p:cNvSpPr>
          <p:nvPr>
            <p:ph type="sldNum" sz="quarter" idx="10"/>
          </p:nvPr>
        </p:nvSpPr>
        <p:spPr/>
        <p:txBody>
          <a:bodyPr rtlCol="0"/>
          <a:lstStyle/>
          <a:p>
            <a:pPr rtl="0"/>
            <a:fld id="{6DF8F48A-6110-47DA-8521-A1D1FFD22FEF}" type="slidenum">
              <a:rPr lang="es-ES" smtClean="0"/>
              <a:t>3</a:t>
            </a:fld>
            <a:endParaRPr lang="es-ES" dirty="0"/>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a:t>
            </a:fld>
            <a:endParaRPr lang="es-ES" dirty="0"/>
          </a:p>
        </p:txBody>
      </p:sp>
    </p:spTree>
    <p:extLst>
      <p:ext uri="{BB962C8B-B14F-4D97-AF65-F5344CB8AC3E}">
        <p14:creationId xmlns:p14="http://schemas.microsoft.com/office/powerpoint/2010/main" val="865589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5</a:t>
            </a:fld>
            <a:endParaRPr lang="es-ES" dirty="0"/>
          </a:p>
        </p:txBody>
      </p:sp>
    </p:spTree>
    <p:extLst>
      <p:ext uri="{BB962C8B-B14F-4D97-AF65-F5344CB8AC3E}">
        <p14:creationId xmlns:p14="http://schemas.microsoft.com/office/powerpoint/2010/main" val="479499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6</a:t>
            </a:fld>
            <a:endParaRPr lang="es-ES" dirty="0"/>
          </a:p>
        </p:txBody>
      </p:sp>
    </p:spTree>
    <p:extLst>
      <p:ext uri="{BB962C8B-B14F-4D97-AF65-F5344CB8AC3E}">
        <p14:creationId xmlns:p14="http://schemas.microsoft.com/office/powerpoint/2010/main" val="3143740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7</a:t>
            </a:fld>
            <a:endParaRPr lang="es-ES" dirty="0"/>
          </a:p>
        </p:txBody>
      </p:sp>
    </p:spTree>
    <p:extLst>
      <p:ext uri="{BB962C8B-B14F-4D97-AF65-F5344CB8AC3E}">
        <p14:creationId xmlns:p14="http://schemas.microsoft.com/office/powerpoint/2010/main" val="758210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8</a:t>
            </a:fld>
            <a:endParaRPr lang="es-ES" dirty="0"/>
          </a:p>
        </p:txBody>
      </p:sp>
    </p:spTree>
    <p:extLst>
      <p:ext uri="{BB962C8B-B14F-4D97-AF65-F5344CB8AC3E}">
        <p14:creationId xmlns:p14="http://schemas.microsoft.com/office/powerpoint/2010/main" val="3536070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9</a:t>
            </a:fld>
            <a:endParaRPr lang="es-ES" dirty="0"/>
          </a:p>
        </p:txBody>
      </p:sp>
    </p:spTree>
    <p:extLst>
      <p:ext uri="{BB962C8B-B14F-4D97-AF65-F5344CB8AC3E}">
        <p14:creationId xmlns:p14="http://schemas.microsoft.com/office/powerpoint/2010/main" val="3416177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10</a:t>
            </a:fld>
            <a:endParaRPr lang="es-ES" dirty="0"/>
          </a:p>
        </p:txBody>
      </p:sp>
    </p:spTree>
    <p:extLst>
      <p:ext uri="{BB962C8B-B14F-4D97-AF65-F5344CB8AC3E}">
        <p14:creationId xmlns:p14="http://schemas.microsoft.com/office/powerpoint/2010/main" val="2870297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11</a:t>
            </a:fld>
            <a:endParaRPr lang="es-ES" dirty="0"/>
          </a:p>
        </p:txBody>
      </p:sp>
    </p:spTree>
    <p:extLst>
      <p:ext uri="{BB962C8B-B14F-4D97-AF65-F5344CB8AC3E}">
        <p14:creationId xmlns:p14="http://schemas.microsoft.com/office/powerpoint/2010/main" val="387614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12</a:t>
            </a:fld>
            <a:endParaRPr lang="es-ES" dirty="0"/>
          </a:p>
        </p:txBody>
      </p:sp>
    </p:spTree>
    <p:extLst>
      <p:ext uri="{BB962C8B-B14F-4D97-AF65-F5344CB8AC3E}">
        <p14:creationId xmlns:p14="http://schemas.microsoft.com/office/powerpoint/2010/main" val="3421352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13</a:t>
            </a:fld>
            <a:endParaRPr lang="es-ES" dirty="0"/>
          </a:p>
        </p:txBody>
      </p:sp>
    </p:spTree>
    <p:extLst>
      <p:ext uri="{BB962C8B-B14F-4D97-AF65-F5344CB8AC3E}">
        <p14:creationId xmlns:p14="http://schemas.microsoft.com/office/powerpoint/2010/main" val="1965824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14</a:t>
            </a:fld>
            <a:endParaRPr lang="es-ES" dirty="0"/>
          </a:p>
        </p:txBody>
      </p:sp>
    </p:spTree>
    <p:extLst>
      <p:ext uri="{BB962C8B-B14F-4D97-AF65-F5344CB8AC3E}">
        <p14:creationId xmlns:p14="http://schemas.microsoft.com/office/powerpoint/2010/main" val="1341791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15</a:t>
            </a:fld>
            <a:endParaRPr lang="es-ES" dirty="0"/>
          </a:p>
        </p:txBody>
      </p:sp>
    </p:spTree>
    <p:extLst>
      <p:ext uri="{BB962C8B-B14F-4D97-AF65-F5344CB8AC3E}">
        <p14:creationId xmlns:p14="http://schemas.microsoft.com/office/powerpoint/2010/main" val="2393828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16</a:t>
            </a:fld>
            <a:endParaRPr lang="es-ES" dirty="0"/>
          </a:p>
        </p:txBody>
      </p:sp>
    </p:spTree>
    <p:extLst>
      <p:ext uri="{BB962C8B-B14F-4D97-AF65-F5344CB8AC3E}">
        <p14:creationId xmlns:p14="http://schemas.microsoft.com/office/powerpoint/2010/main" val="854345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17</a:t>
            </a:fld>
            <a:endParaRPr lang="es-ES" dirty="0"/>
          </a:p>
        </p:txBody>
      </p:sp>
    </p:spTree>
    <p:extLst>
      <p:ext uri="{BB962C8B-B14F-4D97-AF65-F5344CB8AC3E}">
        <p14:creationId xmlns:p14="http://schemas.microsoft.com/office/powerpoint/2010/main" val="824620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18</a:t>
            </a:fld>
            <a:endParaRPr lang="es-ES" dirty="0"/>
          </a:p>
        </p:txBody>
      </p:sp>
    </p:spTree>
    <p:extLst>
      <p:ext uri="{BB962C8B-B14F-4D97-AF65-F5344CB8AC3E}">
        <p14:creationId xmlns:p14="http://schemas.microsoft.com/office/powerpoint/2010/main" val="4110602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19</a:t>
            </a:fld>
            <a:endParaRPr lang="es-ES" dirty="0"/>
          </a:p>
        </p:txBody>
      </p:sp>
    </p:spTree>
    <p:extLst>
      <p:ext uri="{BB962C8B-B14F-4D97-AF65-F5344CB8AC3E}">
        <p14:creationId xmlns:p14="http://schemas.microsoft.com/office/powerpoint/2010/main" val="2108308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20</a:t>
            </a:fld>
            <a:endParaRPr lang="es-ES" dirty="0"/>
          </a:p>
        </p:txBody>
      </p:sp>
    </p:spTree>
    <p:extLst>
      <p:ext uri="{BB962C8B-B14F-4D97-AF65-F5344CB8AC3E}">
        <p14:creationId xmlns:p14="http://schemas.microsoft.com/office/powerpoint/2010/main" val="252725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21</a:t>
            </a:fld>
            <a:endParaRPr lang="es-ES" dirty="0"/>
          </a:p>
        </p:txBody>
      </p:sp>
    </p:spTree>
    <p:extLst>
      <p:ext uri="{BB962C8B-B14F-4D97-AF65-F5344CB8AC3E}">
        <p14:creationId xmlns:p14="http://schemas.microsoft.com/office/powerpoint/2010/main" val="36541828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22</a:t>
            </a:fld>
            <a:endParaRPr lang="es-ES" dirty="0"/>
          </a:p>
        </p:txBody>
      </p:sp>
    </p:spTree>
    <p:extLst>
      <p:ext uri="{BB962C8B-B14F-4D97-AF65-F5344CB8AC3E}">
        <p14:creationId xmlns:p14="http://schemas.microsoft.com/office/powerpoint/2010/main" val="3519585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23</a:t>
            </a:fld>
            <a:endParaRPr lang="es-ES" dirty="0"/>
          </a:p>
        </p:txBody>
      </p:sp>
    </p:spTree>
    <p:extLst>
      <p:ext uri="{BB962C8B-B14F-4D97-AF65-F5344CB8AC3E}">
        <p14:creationId xmlns:p14="http://schemas.microsoft.com/office/powerpoint/2010/main" val="2247305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24</a:t>
            </a:fld>
            <a:endParaRPr lang="es-ES" dirty="0"/>
          </a:p>
        </p:txBody>
      </p:sp>
    </p:spTree>
    <p:extLst>
      <p:ext uri="{BB962C8B-B14F-4D97-AF65-F5344CB8AC3E}">
        <p14:creationId xmlns:p14="http://schemas.microsoft.com/office/powerpoint/2010/main" val="19104156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25</a:t>
            </a:fld>
            <a:endParaRPr lang="es-ES" dirty="0"/>
          </a:p>
        </p:txBody>
      </p:sp>
    </p:spTree>
    <p:extLst>
      <p:ext uri="{BB962C8B-B14F-4D97-AF65-F5344CB8AC3E}">
        <p14:creationId xmlns:p14="http://schemas.microsoft.com/office/powerpoint/2010/main" val="41631514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26</a:t>
            </a:fld>
            <a:endParaRPr lang="es-ES" dirty="0"/>
          </a:p>
        </p:txBody>
      </p:sp>
    </p:spTree>
    <p:extLst>
      <p:ext uri="{BB962C8B-B14F-4D97-AF65-F5344CB8AC3E}">
        <p14:creationId xmlns:p14="http://schemas.microsoft.com/office/powerpoint/2010/main" val="2329351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27</a:t>
            </a:fld>
            <a:endParaRPr lang="es-ES" dirty="0"/>
          </a:p>
        </p:txBody>
      </p:sp>
    </p:spTree>
    <p:extLst>
      <p:ext uri="{BB962C8B-B14F-4D97-AF65-F5344CB8AC3E}">
        <p14:creationId xmlns:p14="http://schemas.microsoft.com/office/powerpoint/2010/main" val="28026979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28</a:t>
            </a:fld>
            <a:endParaRPr lang="es-ES" dirty="0"/>
          </a:p>
        </p:txBody>
      </p:sp>
    </p:spTree>
    <p:extLst>
      <p:ext uri="{BB962C8B-B14F-4D97-AF65-F5344CB8AC3E}">
        <p14:creationId xmlns:p14="http://schemas.microsoft.com/office/powerpoint/2010/main" val="39175546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29</a:t>
            </a:fld>
            <a:endParaRPr lang="es-ES" dirty="0"/>
          </a:p>
        </p:txBody>
      </p:sp>
    </p:spTree>
    <p:extLst>
      <p:ext uri="{BB962C8B-B14F-4D97-AF65-F5344CB8AC3E}">
        <p14:creationId xmlns:p14="http://schemas.microsoft.com/office/powerpoint/2010/main" val="2222399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30</a:t>
            </a:fld>
            <a:endParaRPr lang="es-ES" dirty="0"/>
          </a:p>
        </p:txBody>
      </p:sp>
    </p:spTree>
    <p:extLst>
      <p:ext uri="{BB962C8B-B14F-4D97-AF65-F5344CB8AC3E}">
        <p14:creationId xmlns:p14="http://schemas.microsoft.com/office/powerpoint/2010/main" val="29509581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31</a:t>
            </a:fld>
            <a:endParaRPr lang="es-ES" dirty="0"/>
          </a:p>
        </p:txBody>
      </p:sp>
    </p:spTree>
    <p:extLst>
      <p:ext uri="{BB962C8B-B14F-4D97-AF65-F5344CB8AC3E}">
        <p14:creationId xmlns:p14="http://schemas.microsoft.com/office/powerpoint/2010/main" val="23605831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32</a:t>
            </a:fld>
            <a:endParaRPr lang="es-ES" dirty="0"/>
          </a:p>
        </p:txBody>
      </p:sp>
    </p:spTree>
    <p:extLst>
      <p:ext uri="{BB962C8B-B14F-4D97-AF65-F5344CB8AC3E}">
        <p14:creationId xmlns:p14="http://schemas.microsoft.com/office/powerpoint/2010/main" val="41743504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33</a:t>
            </a:fld>
            <a:endParaRPr lang="es-ES" dirty="0"/>
          </a:p>
        </p:txBody>
      </p:sp>
    </p:spTree>
    <p:extLst>
      <p:ext uri="{BB962C8B-B14F-4D97-AF65-F5344CB8AC3E}">
        <p14:creationId xmlns:p14="http://schemas.microsoft.com/office/powerpoint/2010/main" val="28895188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34</a:t>
            </a:fld>
            <a:endParaRPr lang="es-ES" dirty="0"/>
          </a:p>
        </p:txBody>
      </p:sp>
    </p:spTree>
    <p:extLst>
      <p:ext uri="{BB962C8B-B14F-4D97-AF65-F5344CB8AC3E}">
        <p14:creationId xmlns:p14="http://schemas.microsoft.com/office/powerpoint/2010/main" val="26445682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35</a:t>
            </a:fld>
            <a:endParaRPr lang="es-ES" dirty="0"/>
          </a:p>
        </p:txBody>
      </p:sp>
    </p:spTree>
    <p:extLst>
      <p:ext uri="{BB962C8B-B14F-4D97-AF65-F5344CB8AC3E}">
        <p14:creationId xmlns:p14="http://schemas.microsoft.com/office/powerpoint/2010/main" val="39778861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36</a:t>
            </a:fld>
            <a:endParaRPr lang="es-ES" dirty="0"/>
          </a:p>
        </p:txBody>
      </p:sp>
    </p:spTree>
    <p:extLst>
      <p:ext uri="{BB962C8B-B14F-4D97-AF65-F5344CB8AC3E}">
        <p14:creationId xmlns:p14="http://schemas.microsoft.com/office/powerpoint/2010/main" val="14839333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37</a:t>
            </a:fld>
            <a:endParaRPr lang="es-ES" dirty="0"/>
          </a:p>
        </p:txBody>
      </p:sp>
    </p:spTree>
    <p:extLst>
      <p:ext uri="{BB962C8B-B14F-4D97-AF65-F5344CB8AC3E}">
        <p14:creationId xmlns:p14="http://schemas.microsoft.com/office/powerpoint/2010/main" val="2378355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38</a:t>
            </a:fld>
            <a:endParaRPr lang="es-ES" dirty="0"/>
          </a:p>
        </p:txBody>
      </p:sp>
    </p:spTree>
    <p:extLst>
      <p:ext uri="{BB962C8B-B14F-4D97-AF65-F5344CB8AC3E}">
        <p14:creationId xmlns:p14="http://schemas.microsoft.com/office/powerpoint/2010/main" val="23536633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39</a:t>
            </a:fld>
            <a:endParaRPr lang="es-ES" dirty="0"/>
          </a:p>
        </p:txBody>
      </p:sp>
    </p:spTree>
    <p:extLst>
      <p:ext uri="{BB962C8B-B14F-4D97-AF65-F5344CB8AC3E}">
        <p14:creationId xmlns:p14="http://schemas.microsoft.com/office/powerpoint/2010/main" val="11114594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40</a:t>
            </a:fld>
            <a:endParaRPr lang="es-ES" dirty="0"/>
          </a:p>
        </p:txBody>
      </p:sp>
    </p:spTree>
    <p:extLst>
      <p:ext uri="{BB962C8B-B14F-4D97-AF65-F5344CB8AC3E}">
        <p14:creationId xmlns:p14="http://schemas.microsoft.com/office/powerpoint/2010/main" val="31691516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41</a:t>
            </a:fld>
            <a:endParaRPr lang="es-ES" dirty="0"/>
          </a:p>
        </p:txBody>
      </p:sp>
    </p:spTree>
    <p:extLst>
      <p:ext uri="{BB962C8B-B14F-4D97-AF65-F5344CB8AC3E}">
        <p14:creationId xmlns:p14="http://schemas.microsoft.com/office/powerpoint/2010/main" val="4157069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42</a:t>
            </a:fld>
            <a:endParaRPr lang="es-ES" dirty="0"/>
          </a:p>
        </p:txBody>
      </p:sp>
    </p:spTree>
    <p:extLst>
      <p:ext uri="{BB962C8B-B14F-4D97-AF65-F5344CB8AC3E}">
        <p14:creationId xmlns:p14="http://schemas.microsoft.com/office/powerpoint/2010/main" val="18139582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43</a:t>
            </a:fld>
            <a:endParaRPr lang="es-ES" dirty="0"/>
          </a:p>
        </p:txBody>
      </p:sp>
    </p:spTree>
    <p:extLst>
      <p:ext uri="{BB962C8B-B14F-4D97-AF65-F5344CB8AC3E}">
        <p14:creationId xmlns:p14="http://schemas.microsoft.com/office/powerpoint/2010/main" val="33327071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44</a:t>
            </a:fld>
            <a:endParaRPr lang="es-ES" dirty="0"/>
          </a:p>
        </p:txBody>
      </p:sp>
    </p:spTree>
    <p:extLst>
      <p:ext uri="{BB962C8B-B14F-4D97-AF65-F5344CB8AC3E}">
        <p14:creationId xmlns:p14="http://schemas.microsoft.com/office/powerpoint/2010/main" val="27519120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45</a:t>
            </a:fld>
            <a:endParaRPr lang="es-ES" dirty="0"/>
          </a:p>
        </p:txBody>
      </p:sp>
    </p:spTree>
    <p:extLst>
      <p:ext uri="{BB962C8B-B14F-4D97-AF65-F5344CB8AC3E}">
        <p14:creationId xmlns:p14="http://schemas.microsoft.com/office/powerpoint/2010/main" val="23462832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46</a:t>
            </a:fld>
            <a:endParaRPr lang="es-ES" dirty="0"/>
          </a:p>
        </p:txBody>
      </p:sp>
    </p:spTree>
    <p:extLst>
      <p:ext uri="{BB962C8B-B14F-4D97-AF65-F5344CB8AC3E}">
        <p14:creationId xmlns:p14="http://schemas.microsoft.com/office/powerpoint/2010/main" val="38659019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47</a:t>
            </a:fld>
            <a:endParaRPr lang="es-ES" dirty="0"/>
          </a:p>
        </p:txBody>
      </p:sp>
    </p:spTree>
    <p:extLst>
      <p:ext uri="{BB962C8B-B14F-4D97-AF65-F5344CB8AC3E}">
        <p14:creationId xmlns:p14="http://schemas.microsoft.com/office/powerpoint/2010/main" val="28541456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48</a:t>
            </a:fld>
            <a:endParaRPr lang="es-ES" dirty="0"/>
          </a:p>
        </p:txBody>
      </p:sp>
    </p:spTree>
    <p:extLst>
      <p:ext uri="{BB962C8B-B14F-4D97-AF65-F5344CB8AC3E}">
        <p14:creationId xmlns:p14="http://schemas.microsoft.com/office/powerpoint/2010/main" val="24562714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6DF8F48A-6110-47DA-8521-A1D1FFD22FEF}" type="slidenum">
              <a:rPr lang="es-ES" smtClean="0"/>
              <a:t>49</a:t>
            </a:fld>
            <a:endParaRPr lang="es-ES" dirty="0"/>
          </a:p>
        </p:txBody>
      </p:sp>
    </p:spTree>
    <p:extLst>
      <p:ext uri="{BB962C8B-B14F-4D97-AF65-F5344CB8AC3E}">
        <p14:creationId xmlns:p14="http://schemas.microsoft.com/office/powerpoint/2010/main" val="3690047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rtlCol="0" anchor="b"/>
          <a:lstStyle>
            <a:lvl1pPr algn="ctr">
              <a:defRPr sz="6000"/>
            </a:lvl1pPr>
          </a:lstStyle>
          <a:p>
            <a:pPr rtl="0"/>
            <a:r>
              <a:rPr lang="es-ES" noProof="0"/>
              <a:t>Haga clic para modificar el estilo de título del patrón</a:t>
            </a:r>
            <a:endParaRPr lang="es-ES" noProof="0" dirty="0"/>
          </a:p>
        </p:txBody>
      </p:sp>
      <p:sp>
        <p:nvSpPr>
          <p:cNvPr id="3" name="Subtítulo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4" name="Marcador de fecha 3">
            <a:extLst>
              <a:ext uri="{FF2B5EF4-FFF2-40B4-BE49-F238E27FC236}">
                <a16:creationId xmlns:a16="http://schemas.microsoft.com/office/drawing/2014/main" id="{7245F25D-6082-47DE-9B2C-675944DD1812}"/>
              </a:ext>
            </a:extLst>
          </p:cNvPr>
          <p:cNvSpPr>
            <a:spLocks noGrp="1"/>
          </p:cNvSpPr>
          <p:nvPr>
            <p:ph type="dt" sz="half" idx="10"/>
          </p:nvPr>
        </p:nvSpPr>
        <p:spPr/>
        <p:txBody>
          <a:bodyPr rtlCol="0"/>
          <a:lstStyle/>
          <a:p>
            <a:pPr rtl="0"/>
            <a:fld id="{3E9B9459-25CE-40A2-B345-3C37E8C43C15}"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5E24B0FF-3B25-4E5C-A0A7-4E1636362153}"/>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ADCE2-978E-4923-B0E9-4C966B6798C3}"/>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6CEB0BD6-F012-4C6D-BDAD-9E90ED25A387}"/>
              </a:ext>
            </a:extLst>
          </p:cNvPr>
          <p:cNvSpPr>
            <a:spLocks noGrp="1"/>
          </p:cNvSpPr>
          <p:nvPr>
            <p:ph idx="1"/>
          </p:nvPr>
        </p:nvSpPr>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DEE2F9E5-192C-4E88-9147-D263893B1842}"/>
              </a:ext>
            </a:extLst>
          </p:cNvPr>
          <p:cNvSpPr>
            <a:spLocks noGrp="1"/>
          </p:cNvSpPr>
          <p:nvPr>
            <p:ph type="dt" sz="half" idx="10"/>
          </p:nvPr>
        </p:nvSpPr>
        <p:spPr/>
        <p:txBody>
          <a:bodyPr rtlCol="0"/>
          <a:lstStyle/>
          <a:p>
            <a:pPr rtl="0"/>
            <a:fld id="{B26A0A6F-BECE-41EA-BF07-798F4132C9EF}"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794A7138-3EAF-4C9D-903E-55D9BC040272}"/>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F8DB0B82-496D-45C3-A682-7AF9AFFB9693}"/>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3DAD0-5F6F-47DA-A010-1C4A30C88AB4}"/>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AC8EFA6E-A768-42A8-B2C3-F100D82609A2}"/>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el estilo de texto del patrón</a:t>
            </a:r>
          </a:p>
        </p:txBody>
      </p:sp>
      <p:sp>
        <p:nvSpPr>
          <p:cNvPr id="4" name="Marcador de fecha 3">
            <a:extLst>
              <a:ext uri="{FF2B5EF4-FFF2-40B4-BE49-F238E27FC236}">
                <a16:creationId xmlns:a16="http://schemas.microsoft.com/office/drawing/2014/main" id="{A2F46640-E89E-47CE-984D-0C0ECF7CF529}"/>
              </a:ext>
            </a:extLst>
          </p:cNvPr>
          <p:cNvSpPr>
            <a:spLocks noGrp="1"/>
          </p:cNvSpPr>
          <p:nvPr>
            <p:ph type="dt" sz="half" idx="10"/>
          </p:nvPr>
        </p:nvSpPr>
        <p:spPr/>
        <p:txBody>
          <a:bodyPr rtlCol="0"/>
          <a:lstStyle/>
          <a:p>
            <a:pPr rtl="0"/>
            <a:fld id="{EBA4E8EF-BBD5-4328-B9AD-651CDE96AA78}"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F4177A8F-F167-4C43-AEE7-45067080142F}"/>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EA1DA754-ED79-4909-833D-55BF9A5D80BB}"/>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9AA026-BFE6-4D2A-9ABF-C593B5666574}"/>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214747E8-A36B-4B4A-B2A4-B5283152AB22}"/>
              </a:ext>
            </a:extLst>
          </p:cNvPr>
          <p:cNvSpPr>
            <a:spLocks noGrp="1"/>
          </p:cNvSpPr>
          <p:nvPr>
            <p:ph sz="half" idx="1"/>
          </p:nvPr>
        </p:nvSpPr>
        <p:spPr>
          <a:xfrm>
            <a:off x="838200" y="1825625"/>
            <a:ext cx="5181600" cy="435133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a:extLst>
              <a:ext uri="{FF2B5EF4-FFF2-40B4-BE49-F238E27FC236}">
                <a16:creationId xmlns:a16="http://schemas.microsoft.com/office/drawing/2014/main" id="{D6C6B59D-87BD-4F32-B9BC-31F9B1A5D7AD}"/>
              </a:ext>
            </a:extLst>
          </p:cNvPr>
          <p:cNvSpPr>
            <a:spLocks noGrp="1"/>
          </p:cNvSpPr>
          <p:nvPr>
            <p:ph sz="half" idx="2"/>
          </p:nvPr>
        </p:nvSpPr>
        <p:spPr>
          <a:xfrm>
            <a:off x="6172200" y="1825625"/>
            <a:ext cx="5181600" cy="435133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a:extLst>
              <a:ext uri="{FF2B5EF4-FFF2-40B4-BE49-F238E27FC236}">
                <a16:creationId xmlns:a16="http://schemas.microsoft.com/office/drawing/2014/main" id="{85C49B47-0C41-4DCC-9902-126916D9C448}"/>
              </a:ext>
            </a:extLst>
          </p:cNvPr>
          <p:cNvSpPr>
            <a:spLocks noGrp="1"/>
          </p:cNvSpPr>
          <p:nvPr>
            <p:ph type="dt" sz="half" idx="10"/>
          </p:nvPr>
        </p:nvSpPr>
        <p:spPr/>
        <p:txBody>
          <a:bodyPr rtlCol="0"/>
          <a:lstStyle/>
          <a:p>
            <a:pPr rtl="0"/>
            <a:fld id="{CBBCEF7A-A401-4FF2-808B-CF842632DA4F}" type="datetime1">
              <a:rPr lang="es-ES" noProof="0" smtClean="0"/>
              <a:t>08/02/2025</a:t>
            </a:fld>
            <a:endParaRPr lang="es-ES" noProof="0" dirty="0"/>
          </a:p>
        </p:txBody>
      </p:sp>
      <p:sp>
        <p:nvSpPr>
          <p:cNvPr id="6" name="Marcador de pie de página 5">
            <a:extLst>
              <a:ext uri="{FF2B5EF4-FFF2-40B4-BE49-F238E27FC236}">
                <a16:creationId xmlns:a16="http://schemas.microsoft.com/office/drawing/2014/main" id="{B7CD28B7-2F2D-4E80-A107-C1F266C63064}"/>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835D650A-4D0F-46AE-A132-267FCD921E82}"/>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4C6F9-F6F6-4EA1-98AA-81B84F7CC05D}"/>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31B8B83E-B37C-46C9-8284-D6EBA0033C90}"/>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el estilo de texto del patrón</a:t>
            </a:r>
          </a:p>
        </p:txBody>
      </p:sp>
      <p:sp>
        <p:nvSpPr>
          <p:cNvPr id="4" name="Marcador de posición de contenido 3">
            <a:extLst>
              <a:ext uri="{FF2B5EF4-FFF2-40B4-BE49-F238E27FC236}">
                <a16:creationId xmlns:a16="http://schemas.microsoft.com/office/drawing/2014/main" id="{19A150B8-0288-44AC-9CE7-E7BD9FB32EF9}"/>
              </a:ext>
            </a:extLst>
          </p:cNvPr>
          <p:cNvSpPr>
            <a:spLocks noGrp="1"/>
          </p:cNvSpPr>
          <p:nvPr>
            <p:ph sz="half" idx="2"/>
          </p:nvPr>
        </p:nvSpPr>
        <p:spPr>
          <a:xfrm>
            <a:off x="839788" y="2505075"/>
            <a:ext cx="5157787" cy="368458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a:extLst>
              <a:ext uri="{FF2B5EF4-FFF2-40B4-BE49-F238E27FC236}">
                <a16:creationId xmlns:a16="http://schemas.microsoft.com/office/drawing/2014/main" id="{DCF5DCAE-6027-49B9-A818-F45FADE27B27}"/>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el estilo de texto del patrón</a:t>
            </a:r>
          </a:p>
        </p:txBody>
      </p:sp>
      <p:sp>
        <p:nvSpPr>
          <p:cNvPr id="6" name="Marcador de posición de contenido 5">
            <a:extLst>
              <a:ext uri="{FF2B5EF4-FFF2-40B4-BE49-F238E27FC236}">
                <a16:creationId xmlns:a16="http://schemas.microsoft.com/office/drawing/2014/main" id="{684FAE16-DBCB-4A42-BFFC-053F2D529ABA}"/>
              </a:ext>
            </a:extLst>
          </p:cNvPr>
          <p:cNvSpPr>
            <a:spLocks noGrp="1"/>
          </p:cNvSpPr>
          <p:nvPr>
            <p:ph sz="quarter" idx="4"/>
          </p:nvPr>
        </p:nvSpPr>
        <p:spPr>
          <a:xfrm>
            <a:off x="6172200" y="2505075"/>
            <a:ext cx="5183188" cy="368458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46E8C038-E6A1-499D-9E24-FA5980421C81}"/>
              </a:ext>
            </a:extLst>
          </p:cNvPr>
          <p:cNvSpPr>
            <a:spLocks noGrp="1"/>
          </p:cNvSpPr>
          <p:nvPr>
            <p:ph type="dt" sz="half" idx="10"/>
          </p:nvPr>
        </p:nvSpPr>
        <p:spPr/>
        <p:txBody>
          <a:bodyPr rtlCol="0"/>
          <a:lstStyle/>
          <a:p>
            <a:pPr rtl="0"/>
            <a:fld id="{6E182FAF-75BA-4122-805A-A75045D55CE9}" type="datetime1">
              <a:rPr lang="es-ES" noProof="0" smtClean="0"/>
              <a:t>08/02/2025</a:t>
            </a:fld>
            <a:endParaRPr lang="es-ES" noProof="0" dirty="0"/>
          </a:p>
        </p:txBody>
      </p:sp>
      <p:sp>
        <p:nvSpPr>
          <p:cNvPr id="8" name="Marcador de pie de página 7">
            <a:extLst>
              <a:ext uri="{FF2B5EF4-FFF2-40B4-BE49-F238E27FC236}">
                <a16:creationId xmlns:a16="http://schemas.microsoft.com/office/drawing/2014/main" id="{F9F911B6-A759-487E-8CB6-CF9EF737F076}"/>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EA906EC0-369D-4138-8D70-148CFDEE55EE}"/>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E02F8A-97AC-456C-B9E3-45A7D520C5DA}"/>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a:extLst>
              <a:ext uri="{FF2B5EF4-FFF2-40B4-BE49-F238E27FC236}">
                <a16:creationId xmlns:a16="http://schemas.microsoft.com/office/drawing/2014/main" id="{8340F483-F2B9-47A3-9B5C-8C264B7016BD}"/>
              </a:ext>
            </a:extLst>
          </p:cNvPr>
          <p:cNvSpPr>
            <a:spLocks noGrp="1"/>
          </p:cNvSpPr>
          <p:nvPr>
            <p:ph type="dt" sz="half" idx="10"/>
          </p:nvPr>
        </p:nvSpPr>
        <p:spPr/>
        <p:txBody>
          <a:bodyPr rtlCol="0"/>
          <a:lstStyle/>
          <a:p>
            <a:pPr rtl="0"/>
            <a:fld id="{1F72C4E0-D24B-4FEB-8047-4C0D0110F0CE}" type="datetime1">
              <a:rPr lang="es-ES" noProof="0" smtClean="0"/>
              <a:t>08/02/2025</a:t>
            </a:fld>
            <a:endParaRPr lang="es-ES" noProof="0" dirty="0"/>
          </a:p>
        </p:txBody>
      </p:sp>
      <p:sp>
        <p:nvSpPr>
          <p:cNvPr id="4" name="Marcador de pie de página 3">
            <a:extLst>
              <a:ext uri="{FF2B5EF4-FFF2-40B4-BE49-F238E27FC236}">
                <a16:creationId xmlns:a16="http://schemas.microsoft.com/office/drawing/2014/main" id="{25849874-9D9B-4597-B20D-33D6F58BCA32}"/>
              </a:ext>
            </a:extLst>
          </p:cNvPr>
          <p:cNvSpPr>
            <a:spLocks noGrp="1"/>
          </p:cNvSpPr>
          <p:nvPr>
            <p:ph type="ftr" sz="quarter" idx="11"/>
          </p:nvPr>
        </p:nvSpPr>
        <p:spPr/>
        <p:txBody>
          <a:bodyPr rtlCol="0"/>
          <a:lstStyle/>
          <a:p>
            <a:pPr rtl="0"/>
            <a:endParaRPr lang="es-ES" noProof="0" dirty="0"/>
          </a:p>
        </p:txBody>
      </p:sp>
      <p:sp>
        <p:nvSpPr>
          <p:cNvPr id="5" name="Marcador de posición de número de diapositiva 4">
            <a:extLst>
              <a:ext uri="{FF2B5EF4-FFF2-40B4-BE49-F238E27FC236}">
                <a16:creationId xmlns:a16="http://schemas.microsoft.com/office/drawing/2014/main" id="{5B35894C-9062-435A-9758-82ED9C6D787E}"/>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6A3F6AD-4D61-4238-AB7D-613625BFF81F}"/>
              </a:ext>
            </a:extLst>
          </p:cNvPr>
          <p:cNvSpPr>
            <a:spLocks noGrp="1"/>
          </p:cNvSpPr>
          <p:nvPr>
            <p:ph type="dt" sz="half" idx="10"/>
          </p:nvPr>
        </p:nvSpPr>
        <p:spPr/>
        <p:txBody>
          <a:bodyPr rtlCol="0"/>
          <a:lstStyle/>
          <a:p>
            <a:pPr rtl="0"/>
            <a:fld id="{AFCECD4F-F723-4DE4-AF10-E28D68B82B2D}" type="datetime1">
              <a:rPr lang="es-ES" noProof="0" smtClean="0"/>
              <a:t>08/02/2025</a:t>
            </a:fld>
            <a:endParaRPr lang="es-ES" noProof="0" dirty="0"/>
          </a:p>
        </p:txBody>
      </p:sp>
      <p:sp>
        <p:nvSpPr>
          <p:cNvPr id="3" name="Marcador de pie de página 2">
            <a:extLst>
              <a:ext uri="{FF2B5EF4-FFF2-40B4-BE49-F238E27FC236}">
                <a16:creationId xmlns:a16="http://schemas.microsoft.com/office/drawing/2014/main" id="{D8AACDC9-944D-47C6-B286-82C86AD94318}"/>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E4EAAC43-3846-4080-B764-AB2DB308C58A}"/>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6F4779-0336-4AFA-B9A7-259EE8BEC151}"/>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DB82F449-DDC3-4694-81E5-91A4B8F433ED}"/>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a:extLst>
              <a:ext uri="{FF2B5EF4-FFF2-40B4-BE49-F238E27FC236}">
                <a16:creationId xmlns:a16="http://schemas.microsoft.com/office/drawing/2014/main" id="{CF00A2C4-3B2E-46AC-9605-73F5B2CC1F56}"/>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el estilo de texto del patrón</a:t>
            </a:r>
          </a:p>
        </p:txBody>
      </p:sp>
      <p:sp>
        <p:nvSpPr>
          <p:cNvPr id="5" name="Marcador de fecha 4">
            <a:extLst>
              <a:ext uri="{FF2B5EF4-FFF2-40B4-BE49-F238E27FC236}">
                <a16:creationId xmlns:a16="http://schemas.microsoft.com/office/drawing/2014/main" id="{46909769-F5A5-4635-BD0C-D6049DEB9632}"/>
              </a:ext>
            </a:extLst>
          </p:cNvPr>
          <p:cNvSpPr>
            <a:spLocks noGrp="1"/>
          </p:cNvSpPr>
          <p:nvPr>
            <p:ph type="dt" sz="half" idx="10"/>
          </p:nvPr>
        </p:nvSpPr>
        <p:spPr/>
        <p:txBody>
          <a:bodyPr rtlCol="0"/>
          <a:lstStyle/>
          <a:p>
            <a:pPr rtl="0"/>
            <a:fld id="{B6148780-B602-44CF-86FF-34AFCE04270A}" type="datetime1">
              <a:rPr lang="es-ES" noProof="0" smtClean="0"/>
              <a:t>08/02/2025</a:t>
            </a:fld>
            <a:endParaRPr lang="es-ES" noProof="0" dirty="0"/>
          </a:p>
        </p:txBody>
      </p:sp>
      <p:sp>
        <p:nvSpPr>
          <p:cNvPr id="6" name="Marcador de pie de página 5">
            <a:extLst>
              <a:ext uri="{FF2B5EF4-FFF2-40B4-BE49-F238E27FC236}">
                <a16:creationId xmlns:a16="http://schemas.microsoft.com/office/drawing/2014/main" id="{F9252DC3-D3D7-446F-A866-D7820B7BF876}"/>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471CDB00-5218-4567-902B-845073BE8753}"/>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661E4-9FF7-494B-A1C9-C9A1DD7052F7}"/>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imagen 2">
            <a:extLst>
              <a:ext uri="{FF2B5EF4-FFF2-40B4-BE49-F238E27FC236}">
                <a16:creationId xmlns:a16="http://schemas.microsoft.com/office/drawing/2014/main" id="{5D245657-DA21-4769-84F8-88DC644508E0}"/>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a:extLst>
              <a:ext uri="{FF2B5EF4-FFF2-40B4-BE49-F238E27FC236}">
                <a16:creationId xmlns:a16="http://schemas.microsoft.com/office/drawing/2014/main" id="{A167B310-6692-4981-9CB8-FE79A091FF56}"/>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el estilo de texto del patrón</a:t>
            </a:r>
          </a:p>
        </p:txBody>
      </p:sp>
      <p:sp>
        <p:nvSpPr>
          <p:cNvPr id="5" name="Marcador de fecha 4">
            <a:extLst>
              <a:ext uri="{FF2B5EF4-FFF2-40B4-BE49-F238E27FC236}">
                <a16:creationId xmlns:a16="http://schemas.microsoft.com/office/drawing/2014/main" id="{E7DA2C9E-A9AD-4BB9-A691-90BB84F58CE9}"/>
              </a:ext>
            </a:extLst>
          </p:cNvPr>
          <p:cNvSpPr>
            <a:spLocks noGrp="1"/>
          </p:cNvSpPr>
          <p:nvPr>
            <p:ph type="dt" sz="half" idx="10"/>
          </p:nvPr>
        </p:nvSpPr>
        <p:spPr/>
        <p:txBody>
          <a:bodyPr rtlCol="0"/>
          <a:lstStyle/>
          <a:p>
            <a:pPr rtl="0"/>
            <a:fld id="{2CF502F7-479D-448B-8DD6-F7BE5FAA2482}" type="datetime1">
              <a:rPr lang="es-ES" noProof="0" smtClean="0"/>
              <a:t>08/02/2025</a:t>
            </a:fld>
            <a:endParaRPr lang="es-ES" noProof="0" dirty="0"/>
          </a:p>
        </p:txBody>
      </p:sp>
      <p:sp>
        <p:nvSpPr>
          <p:cNvPr id="6" name="Marcador de pie de página 5">
            <a:extLst>
              <a:ext uri="{FF2B5EF4-FFF2-40B4-BE49-F238E27FC236}">
                <a16:creationId xmlns:a16="http://schemas.microsoft.com/office/drawing/2014/main" id="{F4B3D45D-C826-4846-BBFC-A0D98B7E7A2C}"/>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93516961-40DC-443E-9DB8-3A987DF499A9}"/>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081C24-32F4-4208-B651-CDCBFCD0312A}"/>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a:extLst>
              <a:ext uri="{FF2B5EF4-FFF2-40B4-BE49-F238E27FC236}">
                <a16:creationId xmlns:a16="http://schemas.microsoft.com/office/drawing/2014/main" id="{48B74779-B577-461F-A409-71F6A5A11A01}"/>
              </a:ext>
            </a:extLst>
          </p:cNvPr>
          <p:cNvSpPr>
            <a:spLocks noGrp="1"/>
          </p:cNvSpPr>
          <p:nvPr>
            <p:ph type="body" orient="vert" idx="1"/>
          </p:nvPr>
        </p:nvSpPr>
        <p:spPr/>
        <p:txBody>
          <a:bodyPr vert="eaVert"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89B044BD-4FA0-432C-95D7-517D2DE8C4B6}"/>
              </a:ext>
            </a:extLst>
          </p:cNvPr>
          <p:cNvSpPr>
            <a:spLocks noGrp="1"/>
          </p:cNvSpPr>
          <p:nvPr>
            <p:ph type="dt" sz="half" idx="10"/>
          </p:nvPr>
        </p:nvSpPr>
        <p:spPr/>
        <p:txBody>
          <a:bodyPr rtlCol="0"/>
          <a:lstStyle/>
          <a:p>
            <a:pPr rtl="0"/>
            <a:fld id="{29DCB996-CD22-4BBC-9BD8-D422A4A670AF}"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AD17F283-FE61-4C9A-9E39-74D429C582C2}"/>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69F9B807-6FE9-4E47-846B-BCB39B7AE2D5}"/>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42594DD-FFD4-4AA9-BCDA-0BA87C146391}"/>
              </a:ext>
            </a:extLst>
          </p:cNvPr>
          <p:cNvSpPr>
            <a:spLocks noGrp="1"/>
          </p:cNvSpPr>
          <p:nvPr>
            <p:ph type="title" orient="vert"/>
          </p:nvPr>
        </p:nvSpPr>
        <p:spPr>
          <a:xfrm>
            <a:off x="8724900" y="365125"/>
            <a:ext cx="2628900" cy="5811838"/>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a:extLst>
              <a:ext uri="{FF2B5EF4-FFF2-40B4-BE49-F238E27FC236}">
                <a16:creationId xmlns:a16="http://schemas.microsoft.com/office/drawing/2014/main" id="{B79C2B6E-24EB-42CE-8B4D-3178D08C7EB8}"/>
              </a:ext>
            </a:extLst>
          </p:cNvPr>
          <p:cNvSpPr>
            <a:spLocks noGrp="1"/>
          </p:cNvSpPr>
          <p:nvPr>
            <p:ph type="body" orient="vert" idx="1"/>
          </p:nvPr>
        </p:nvSpPr>
        <p:spPr>
          <a:xfrm>
            <a:off x="838200" y="365125"/>
            <a:ext cx="7734300" cy="5811838"/>
          </a:xfrm>
        </p:spPr>
        <p:txBody>
          <a:bodyPr vert="eaVert"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34C92C56-63F3-4246-AAEE-2FBC89E80248}"/>
              </a:ext>
            </a:extLst>
          </p:cNvPr>
          <p:cNvSpPr>
            <a:spLocks noGrp="1"/>
          </p:cNvSpPr>
          <p:nvPr>
            <p:ph type="dt" sz="half" idx="10"/>
          </p:nvPr>
        </p:nvSpPr>
        <p:spPr/>
        <p:txBody>
          <a:bodyPr rtlCol="0"/>
          <a:lstStyle/>
          <a:p>
            <a:pPr rtl="0"/>
            <a:fld id="{DE769469-E73C-4D84-894B-33B71544AD78}"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35C10319-C816-40EC-B1D0-FD9748E41D78}"/>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3854E9AB-6952-407A-9F06-2EB917172FBD}"/>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60371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a:solidFill>
            <a:schemeClr val="bg1">
              <a:lumMod val="95000"/>
            </a:schemeClr>
          </a:solidFill>
        </p:spPr>
        <p:txBody>
          <a:bodyPr/>
          <a:lstStyle/>
          <a:p>
            <a:pPr lvl="0"/>
            <a:endParaRPr lang="en-US" noProof="0"/>
          </a:p>
        </p:txBody>
      </p:sp>
    </p:spTree>
    <p:extLst>
      <p:ext uri="{BB962C8B-B14F-4D97-AF65-F5344CB8AC3E}">
        <p14:creationId xmlns:p14="http://schemas.microsoft.com/office/powerpoint/2010/main" val="2092743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a:extLst>
              <a:ext uri="{FF2B5EF4-FFF2-40B4-BE49-F238E27FC236}">
                <a16:creationId xmlns:a16="http://schemas.microsoft.com/office/drawing/2014/main"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a:extLst>
              <a:ext uri="{FF2B5EF4-FFF2-40B4-BE49-F238E27FC236}">
                <a16:creationId xmlns:a16="http://schemas.microsoft.com/office/drawing/2014/main"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A1B3EB86-27BA-4D1C-9385-C80361276849}"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posición de número de diapositiva 5">
            <a:extLst>
              <a:ext uri="{FF2B5EF4-FFF2-40B4-BE49-F238E27FC236}">
                <a16:creationId xmlns:a16="http://schemas.microsoft.com/office/drawing/2014/main"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3DC1CF96-8B3D-42D1-ACF5-9563B8779B45}"/>
              </a:ext>
            </a:extLst>
          </p:cNvPr>
          <p:cNvSpPr/>
          <p:nvPr/>
        </p:nvSpPr>
        <p:spPr>
          <a:xfrm flipV="1">
            <a:off x="9756775" y="0"/>
            <a:ext cx="881063" cy="660400"/>
          </a:xfrm>
          <a:custGeom>
            <a:avLst/>
            <a:gdLst>
              <a:gd name="connsiteX0" fmla="*/ 2284086 w 4568170"/>
              <a:gd name="connsiteY0" fmla="*/ 1142042 h 3429000"/>
              <a:gd name="connsiteX1" fmla="*/ 1142043 w 4568170"/>
              <a:gd name="connsiteY1" fmla="*/ 2284085 h 3429000"/>
              <a:gd name="connsiteX2" fmla="*/ 2284086 w 4568170"/>
              <a:gd name="connsiteY2" fmla="*/ 3426128 h 3429000"/>
              <a:gd name="connsiteX3" fmla="*/ 3426129 w 4568170"/>
              <a:gd name="connsiteY3" fmla="*/ 2284085 h 3429000"/>
              <a:gd name="connsiteX4" fmla="*/ 2284086 w 4568170"/>
              <a:gd name="connsiteY4" fmla="*/ 1142042 h 3429000"/>
              <a:gd name="connsiteX5" fmla="*/ 2284085 w 4568170"/>
              <a:gd name="connsiteY5" fmla="*/ 0 h 3429000"/>
              <a:gd name="connsiteX6" fmla="*/ 4568170 w 4568170"/>
              <a:gd name="connsiteY6" fmla="*/ 2284085 h 3429000"/>
              <a:gd name="connsiteX7" fmla="*/ 4292493 w 4568170"/>
              <a:gd name="connsiteY7" fmla="*/ 3372816 h 3429000"/>
              <a:gd name="connsiteX8" fmla="*/ 4258360 w 4568170"/>
              <a:gd name="connsiteY8" fmla="*/ 3429000 h 3429000"/>
              <a:gd name="connsiteX9" fmla="*/ 309810 w 4568170"/>
              <a:gd name="connsiteY9" fmla="*/ 3429000 h 3429000"/>
              <a:gd name="connsiteX10" fmla="*/ 275677 w 4568170"/>
              <a:gd name="connsiteY10" fmla="*/ 3372816 h 3429000"/>
              <a:gd name="connsiteX11" fmla="*/ 0 w 4568170"/>
              <a:gd name="connsiteY11" fmla="*/ 2284085 h 3429000"/>
              <a:gd name="connsiteX12" fmla="*/ 2284085 w 4568170"/>
              <a:gd name="connsiteY12"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8170" h="3429000">
                <a:moveTo>
                  <a:pt x="2284086" y="1142042"/>
                </a:moveTo>
                <a:cubicBezTo>
                  <a:pt x="1653353" y="1142042"/>
                  <a:pt x="1142043" y="1653352"/>
                  <a:pt x="1142043" y="2284085"/>
                </a:cubicBezTo>
                <a:cubicBezTo>
                  <a:pt x="1142043" y="2914818"/>
                  <a:pt x="1653353" y="3426128"/>
                  <a:pt x="2284086" y="3426128"/>
                </a:cubicBezTo>
                <a:cubicBezTo>
                  <a:pt x="2914819" y="3426128"/>
                  <a:pt x="3426129" y="2914818"/>
                  <a:pt x="3426129" y="2284085"/>
                </a:cubicBezTo>
                <a:cubicBezTo>
                  <a:pt x="3426129" y="1653352"/>
                  <a:pt x="2914819" y="1142042"/>
                  <a:pt x="2284086" y="1142042"/>
                </a:cubicBezTo>
                <a:close/>
                <a:moveTo>
                  <a:pt x="2284085" y="0"/>
                </a:moveTo>
                <a:cubicBezTo>
                  <a:pt x="3545550" y="0"/>
                  <a:pt x="4568170" y="1022620"/>
                  <a:pt x="4568170" y="2284085"/>
                </a:cubicBezTo>
                <a:cubicBezTo>
                  <a:pt x="4568170" y="2678293"/>
                  <a:pt x="4468305" y="3049176"/>
                  <a:pt x="4292493" y="3372816"/>
                </a:cubicBezTo>
                <a:lnTo>
                  <a:pt x="4258360" y="3429000"/>
                </a:lnTo>
                <a:lnTo>
                  <a:pt x="309810" y="3429000"/>
                </a:lnTo>
                <a:lnTo>
                  <a:pt x="275677" y="3372816"/>
                </a:lnTo>
                <a:cubicBezTo>
                  <a:pt x="99865" y="3049176"/>
                  <a:pt x="0" y="2678293"/>
                  <a:pt x="0" y="2284085"/>
                </a:cubicBezTo>
                <a:cubicBezTo>
                  <a:pt x="0" y="1022620"/>
                  <a:pt x="1022620" y="0"/>
                  <a:pt x="2284085" y="0"/>
                </a:cubicBezTo>
                <a:close/>
              </a:path>
            </a:pathLst>
          </a:custGeom>
          <a:solidFill>
            <a:srgbClr val="00B0F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Marcador de posición de imagen 5" descr="Interfaz de usuario gráfica&#10;&#10;Descripción generada automáticamente">
            <a:extLst>
              <a:ext uri="{FF2B5EF4-FFF2-40B4-BE49-F238E27FC236}">
                <a16:creationId xmlns:a16="http://schemas.microsoft.com/office/drawing/2014/main" id="{5A3511D0-9C17-49D6-BDB7-D92B0543228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descr="Esta imagen es una forma decorativa abstracta. ">
            <a:extLst>
              <a:ext uri="{FF2B5EF4-FFF2-40B4-BE49-F238E27FC236}">
                <a16:creationId xmlns:a16="http://schemas.microsoft.com/office/drawing/2014/main" id="{8E504344-8563-476C-9EF9-4200B272FDC1}"/>
              </a:ext>
            </a:extLst>
          </p:cNvPr>
          <p:cNvGrpSpPr/>
          <p:nvPr/>
        </p:nvGrpSpPr>
        <p:grpSpPr>
          <a:xfrm>
            <a:off x="4855953" y="-2833465"/>
            <a:ext cx="8948964" cy="12105059"/>
            <a:chOff x="4855953" y="-2833465"/>
            <a:chExt cx="8948964" cy="12105059"/>
          </a:xfrm>
        </p:grpSpPr>
        <p:sp>
          <p:nvSpPr>
            <p:cNvPr id="18" name="Forma libre 10">
              <a:extLst>
                <a:ext uri="{FF2B5EF4-FFF2-40B4-BE49-F238E27FC236}">
                  <a16:creationId xmlns:a16="http://schemas.microsoft.com/office/drawing/2014/main" id="{73D22BE5-D5D5-4BF2-A935-5C4AB588B458}"/>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19" name="Forma libre 11">
              <a:extLst>
                <a:ext uri="{FF2B5EF4-FFF2-40B4-BE49-F238E27FC236}">
                  <a16:creationId xmlns:a16="http://schemas.microsoft.com/office/drawing/2014/main" id="{C42C174B-303A-45F6-8FF1-93001A3AAFC1}"/>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20" name="Forma libre 12">
              <a:extLst>
                <a:ext uri="{FF2B5EF4-FFF2-40B4-BE49-F238E27FC236}">
                  <a16:creationId xmlns:a16="http://schemas.microsoft.com/office/drawing/2014/main" id="{22AA5A4F-A0EB-453F-A699-F817D4616C6F}"/>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24" name="Cuadro de texto 23">
            <a:extLst>
              <a:ext uri="{FF2B5EF4-FFF2-40B4-BE49-F238E27FC236}">
                <a16:creationId xmlns:a16="http://schemas.microsoft.com/office/drawing/2014/main" id="{C1165547-DF3A-4694-9097-2BDAF2003713}"/>
              </a:ext>
            </a:extLst>
          </p:cNvPr>
          <p:cNvSpPr txBox="1"/>
          <p:nvPr/>
        </p:nvSpPr>
        <p:spPr>
          <a:xfrm>
            <a:off x="281152" y="2296174"/>
            <a:ext cx="4720778" cy="2708434"/>
          </a:xfrm>
          <a:prstGeom prst="rect">
            <a:avLst/>
          </a:prstGeom>
          <a:noFill/>
        </p:spPr>
        <p:txBody>
          <a:bodyPr wrap="square" lIns="0" tIns="0" rIns="0" bIns="0" rtlCol="0">
            <a:spAutoFit/>
          </a:bodyPr>
          <a:lstStyle/>
          <a:p>
            <a:r>
              <a:rPr lang="es-MX" sz="2400" b="1" dirty="0"/>
              <a:t>“Vivimos en una sociedad profundamente dependiente de la ciencia y la tecnología y en la que nadie sabe nada de estos temas. Ello constituye una fórmula segura para el </a:t>
            </a:r>
            <a:r>
              <a:rPr lang="es-MX" sz="2400" b="1" dirty="0">
                <a:solidFill>
                  <a:srgbClr val="00B050"/>
                </a:solidFill>
              </a:rPr>
              <a:t>desastre</a:t>
            </a:r>
            <a:r>
              <a:rPr lang="es-MX" sz="2400" b="1" dirty="0"/>
              <a:t>.”</a:t>
            </a:r>
          </a:p>
          <a:p>
            <a:endParaRPr lang="es-MX" sz="3200" b="1" dirty="0">
              <a:solidFill>
                <a:schemeClr val="accent1"/>
              </a:solidFill>
            </a:endParaRPr>
          </a:p>
        </p:txBody>
      </p:sp>
      <p:sp>
        <p:nvSpPr>
          <p:cNvPr id="55" name="Rectángulo 54">
            <a:extLst>
              <a:ext uri="{FF2B5EF4-FFF2-40B4-BE49-F238E27FC236}">
                <a16:creationId xmlns:a16="http://schemas.microsoft.com/office/drawing/2014/main" id="{6BBBCB2E-F413-4381-8378-02FDC20EA4F6}"/>
              </a:ext>
            </a:extLst>
          </p:cNvPr>
          <p:cNvSpPr/>
          <p:nvPr/>
        </p:nvSpPr>
        <p:spPr>
          <a:xfrm>
            <a:off x="1010403" y="5215597"/>
            <a:ext cx="3536195" cy="246221"/>
          </a:xfrm>
          <a:prstGeom prst="rect">
            <a:avLst/>
          </a:prstGeom>
        </p:spPr>
        <p:txBody>
          <a:bodyPr wrap="square" lIns="0" tIns="0" rIns="0" bIns="0" rtlCol="0">
            <a:spAutoFit/>
          </a:bodyPr>
          <a:lstStyle/>
          <a:p>
            <a:r>
              <a:rPr lang="es-CO" sz="1600" b="1" dirty="0"/>
              <a:t>Carl </a:t>
            </a:r>
            <a:r>
              <a:rPr lang="es-CO" sz="1600" b="1" dirty="0" err="1"/>
              <a:t>Sagan</a:t>
            </a:r>
            <a:endParaRPr lang="es-ES" sz="1600" b="1" i="1" dirty="0">
              <a:solidFill>
                <a:srgbClr val="002060"/>
              </a:solidFill>
              <a:latin typeface="+mj-lt"/>
              <a:cs typeface="Segoe UI" panose="020B0502040204020203" pitchFamily="34" charset="0"/>
            </a:endParaRPr>
          </a:p>
        </p:txBody>
      </p:sp>
      <p:grpSp>
        <p:nvGrpSpPr>
          <p:cNvPr id="56" name="Grupo 55" descr="Esta imagen es un icono de tres figuras humanas conectadas. ">
            <a:extLst>
              <a:ext uri="{FF2B5EF4-FFF2-40B4-BE49-F238E27FC236}">
                <a16:creationId xmlns:a16="http://schemas.microsoft.com/office/drawing/2014/main" id="{E56C5C06-BE0B-4D3E-8B77-1A2F0B930590}"/>
              </a:ext>
            </a:extLst>
          </p:cNvPr>
          <p:cNvGrpSpPr/>
          <p:nvPr/>
        </p:nvGrpSpPr>
        <p:grpSpPr>
          <a:xfrm>
            <a:off x="5201882" y="3512329"/>
            <a:ext cx="569186" cy="530997"/>
            <a:chOff x="-27444701" y="-10180638"/>
            <a:chExt cx="10883901" cy="10153650"/>
          </a:xfrm>
          <a:solidFill>
            <a:schemeClr val="bg1">
              <a:lumMod val="50000"/>
            </a:schemeClr>
          </a:solidFill>
        </p:grpSpPr>
        <p:sp>
          <p:nvSpPr>
            <p:cNvPr id="57" name="Forma libre 35">
              <a:extLst>
                <a:ext uri="{FF2B5EF4-FFF2-40B4-BE49-F238E27FC236}">
                  <a16:creationId xmlns:a16="http://schemas.microsoft.com/office/drawing/2014/main" id="{D07CC084-C9D4-47CF-9EAD-4A7517F975DF}"/>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58" name="Forma libre 36">
              <a:extLst>
                <a:ext uri="{FF2B5EF4-FFF2-40B4-BE49-F238E27FC236}">
                  <a16:creationId xmlns:a16="http://schemas.microsoft.com/office/drawing/2014/main" id="{CCAAF87D-704F-4EAD-856F-6E1E38EF6161}"/>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59" name="Forma libre 37">
              <a:extLst>
                <a:ext uri="{FF2B5EF4-FFF2-40B4-BE49-F238E27FC236}">
                  <a16:creationId xmlns:a16="http://schemas.microsoft.com/office/drawing/2014/main" id="{1CD5CE15-C404-4DA1-AC79-7FCD7E387701}"/>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60" name="Forma libre 38">
              <a:extLst>
                <a:ext uri="{FF2B5EF4-FFF2-40B4-BE49-F238E27FC236}">
                  <a16:creationId xmlns:a16="http://schemas.microsoft.com/office/drawing/2014/main" id="{B3EDC5DA-BD5A-4D94-9EF8-995AD67F8144}"/>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4" name="Forma libre 39">
              <a:extLst>
                <a:ext uri="{FF2B5EF4-FFF2-40B4-BE49-F238E27FC236}">
                  <a16:creationId xmlns:a16="http://schemas.microsoft.com/office/drawing/2014/main" id="{F9DCB288-7675-41B6-9E88-9068BFDC0277}"/>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5" name="Forma libre 40">
              <a:extLst>
                <a:ext uri="{FF2B5EF4-FFF2-40B4-BE49-F238E27FC236}">
                  <a16:creationId xmlns:a16="http://schemas.microsoft.com/office/drawing/2014/main" id="{9ABAA1E3-5A43-4715-8E36-58674814BC24}"/>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6" name="Forma libre 41">
              <a:extLst>
                <a:ext uri="{FF2B5EF4-FFF2-40B4-BE49-F238E27FC236}">
                  <a16:creationId xmlns:a16="http://schemas.microsoft.com/office/drawing/2014/main" id="{EA6EC370-AE96-4357-86E0-93B6C20D226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7" name="Forma libre 42">
              <a:extLst>
                <a:ext uri="{FF2B5EF4-FFF2-40B4-BE49-F238E27FC236}">
                  <a16:creationId xmlns:a16="http://schemas.microsoft.com/office/drawing/2014/main" id="{5368DFC5-02C5-4946-A452-2652C5D14973}"/>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8" name="Forma libre 43">
              <a:extLst>
                <a:ext uri="{FF2B5EF4-FFF2-40B4-BE49-F238E27FC236}">
                  <a16:creationId xmlns:a16="http://schemas.microsoft.com/office/drawing/2014/main" id="{8580222D-9DD6-41E9-912C-179A6E1059FD}"/>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3" name="Título 2" hidden="1">
            <a:extLst>
              <a:ext uri="{FF2B5EF4-FFF2-40B4-BE49-F238E27FC236}">
                <a16:creationId xmlns:a16="http://schemas.microsoft.com/office/drawing/2014/main" id="{016C325E-5B69-4D07-BBFB-7DB217A69D48}"/>
              </a:ext>
            </a:extLst>
          </p:cNvPr>
          <p:cNvSpPr>
            <a:spLocks noGrp="1"/>
          </p:cNvSpPr>
          <p:nvPr>
            <p:ph type="ctrTitle"/>
          </p:nvPr>
        </p:nvSpPr>
        <p:spPr/>
        <p:txBody>
          <a:bodyPr rtlCol="0"/>
          <a:lstStyle/>
          <a:p>
            <a:r>
              <a:rPr lang="es-ES" dirty="0"/>
              <a:t>Diapositiva de recursos humanos 1</a:t>
            </a:r>
          </a:p>
        </p:txBody>
      </p:sp>
      <p:sp>
        <p:nvSpPr>
          <p:cNvPr id="4" name="CuadroTexto 3"/>
          <p:cNvSpPr txBox="1"/>
          <p:nvPr/>
        </p:nvSpPr>
        <p:spPr>
          <a:xfrm>
            <a:off x="8244584" y="1172241"/>
            <a:ext cx="3550817" cy="1938992"/>
          </a:xfrm>
          <a:prstGeom prst="rect">
            <a:avLst/>
          </a:prstGeom>
          <a:noFill/>
        </p:spPr>
        <p:txBody>
          <a:bodyPr wrap="square" rtlCol="0">
            <a:spAutoFit/>
          </a:bodyPr>
          <a:lstStyle/>
          <a:p>
            <a:r>
              <a:rPr lang="es-419" sz="6000" b="1" dirty="0">
                <a:solidFill>
                  <a:schemeClr val="bg1"/>
                </a:solidFill>
              </a:rPr>
              <a:t>ANTES DE EMPEZAR</a:t>
            </a:r>
            <a:endParaRPr lang="es-CO" sz="6000" b="1" dirty="0">
              <a:solidFill>
                <a:schemeClr val="bg1"/>
              </a:solidFill>
            </a:endParaRPr>
          </a:p>
        </p:txBody>
      </p:sp>
      <p:pic>
        <p:nvPicPr>
          <p:cNvPr id="5" name="Imagen 4" descr="Imagen que contiene Interfaz de usuario gráfica&#10;&#10;Descripción generada automáticamente">
            <a:extLst>
              <a:ext uri="{FF2B5EF4-FFF2-40B4-BE49-F238E27FC236}">
                <a16:creationId xmlns:a16="http://schemas.microsoft.com/office/drawing/2014/main" id="{638B8F98-B1C1-9C4B-9847-34F27449027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83087855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 de texto 1">
            <a:extLst>
              <a:ext uri="{FF2B5EF4-FFF2-40B4-BE49-F238E27FC236}">
                <a16:creationId xmlns:a16="http://schemas.microsoft.com/office/drawing/2014/main" id="{D815E537-4AB4-4445-A3AC-40D738EDF3DC}"/>
              </a:ext>
            </a:extLst>
          </p:cNvPr>
          <p:cNvSpPr txBox="1"/>
          <p:nvPr/>
        </p:nvSpPr>
        <p:spPr>
          <a:xfrm>
            <a:off x="944039" y="1171341"/>
            <a:ext cx="4845708" cy="492443"/>
          </a:xfrm>
          <a:prstGeom prst="rect">
            <a:avLst/>
          </a:prstGeom>
          <a:noFill/>
        </p:spPr>
        <p:txBody>
          <a:bodyPr wrap="square" lIns="0" tIns="0" rIns="0" bIns="0" rtlCol="0">
            <a:spAutoFit/>
          </a:bodyPr>
          <a:lstStyle/>
          <a:p>
            <a:pPr rtl="0"/>
            <a:r>
              <a:rPr lang="es-ES" sz="3200" b="1" dirty="0">
                <a:solidFill>
                  <a:srgbClr val="002060"/>
                </a:solidFill>
                <a:latin typeface="Segoe UI" panose="020B0502040204020203" pitchFamily="34" charset="0"/>
                <a:cs typeface="Segoe UI" panose="020B0502040204020203" pitchFamily="34" charset="0"/>
              </a:rPr>
              <a:t>AGENDA</a:t>
            </a:r>
          </a:p>
        </p:txBody>
      </p:sp>
      <p:cxnSp>
        <p:nvCxnSpPr>
          <p:cNvPr id="4" name="Conector recto 3">
            <a:extLst>
              <a:ext uri="{FF2B5EF4-FFF2-40B4-BE49-F238E27FC236}">
                <a16:creationId xmlns:a16="http://schemas.microsoft.com/office/drawing/2014/main" id="{B38D4B56-7D6C-4345-912F-B3BA9A014E8B}"/>
              </a:ext>
              <a:ext uri="{C183D7F6-B498-43B3-948B-1728B52AA6E4}">
                <adec:decorative xmlns:adec="http://schemas.microsoft.com/office/drawing/2017/decorative" val="1"/>
              </a:ext>
            </a:extLst>
          </p:cNvPr>
          <p:cNvCxnSpPr/>
          <p:nvPr/>
        </p:nvCxnSpPr>
        <p:spPr>
          <a:xfrm>
            <a:off x="660674" y="-354434"/>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upo 68">
            <a:extLst>
              <a:ext uri="{FF2B5EF4-FFF2-40B4-BE49-F238E27FC236}">
                <a16:creationId xmlns:a16="http://schemas.microsoft.com/office/drawing/2014/main" id="{B457331C-2A24-4352-9B4C-1C1B326F404F}"/>
              </a:ext>
              <a:ext uri="{C183D7F6-B498-43B3-948B-1728B52AA6E4}">
                <adec:decorative xmlns:adec="http://schemas.microsoft.com/office/drawing/2017/decorative" val="1"/>
              </a:ext>
            </a:extLst>
          </p:cNvPr>
          <p:cNvGrpSpPr/>
          <p:nvPr/>
        </p:nvGrpSpPr>
        <p:grpSpPr>
          <a:xfrm>
            <a:off x="510590" y="1970203"/>
            <a:ext cx="4201583" cy="1896052"/>
            <a:chOff x="518433" y="1798732"/>
            <a:chExt cx="4201583" cy="1862894"/>
          </a:xfrm>
        </p:grpSpPr>
        <p:grpSp>
          <p:nvGrpSpPr>
            <p:cNvPr id="21" name="Grupo 20">
              <a:extLst>
                <a:ext uri="{FF2B5EF4-FFF2-40B4-BE49-F238E27FC236}">
                  <a16:creationId xmlns:a16="http://schemas.microsoft.com/office/drawing/2014/main" id="{B111D787-E830-4638-97B3-205F0A0ABC3F}"/>
                </a:ext>
              </a:extLst>
            </p:cNvPr>
            <p:cNvGrpSpPr/>
            <p:nvPr/>
          </p:nvGrpSpPr>
          <p:grpSpPr>
            <a:xfrm>
              <a:off x="518433" y="1798732"/>
              <a:ext cx="4201583" cy="255686"/>
              <a:chOff x="518433" y="1957809"/>
              <a:chExt cx="4201583" cy="255686"/>
            </a:xfrm>
          </p:grpSpPr>
          <p:sp>
            <p:nvSpPr>
              <p:cNvPr id="6" name="Rectángulo: Esquinas redondeadas 5">
                <a:extLst>
                  <a:ext uri="{FF2B5EF4-FFF2-40B4-BE49-F238E27FC236}">
                    <a16:creationId xmlns:a16="http://schemas.microsoft.com/office/drawing/2014/main" id="{6BFCD1AA-E1CA-41D6-8605-56AFEBE4EEE3}"/>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8" name="Rectángulo 7">
                <a:extLst>
                  <a:ext uri="{FF2B5EF4-FFF2-40B4-BE49-F238E27FC236}">
                    <a16:creationId xmlns:a16="http://schemas.microsoft.com/office/drawing/2014/main" id="{E9101D99-B002-4698-9C7E-C942B9AA2D39}"/>
                  </a:ext>
                </a:extLst>
              </p:cNvPr>
              <p:cNvSpPr/>
              <p:nvPr/>
            </p:nvSpPr>
            <p:spPr>
              <a:xfrm>
                <a:off x="1183821" y="1957809"/>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Saberes Previos.</a:t>
                </a:r>
              </a:p>
            </p:txBody>
          </p:sp>
        </p:grpSp>
        <p:grpSp>
          <p:nvGrpSpPr>
            <p:cNvPr id="20" name="Grupo 19">
              <a:extLst>
                <a:ext uri="{FF2B5EF4-FFF2-40B4-BE49-F238E27FC236}">
                  <a16:creationId xmlns:a16="http://schemas.microsoft.com/office/drawing/2014/main" id="{2D19246F-8F2D-4FAD-8927-AA34DDAA5DFA}"/>
                </a:ext>
              </a:extLst>
            </p:cNvPr>
            <p:cNvGrpSpPr/>
            <p:nvPr/>
          </p:nvGrpSpPr>
          <p:grpSpPr>
            <a:xfrm>
              <a:off x="518433" y="2302951"/>
              <a:ext cx="4185838" cy="1358675"/>
              <a:chOff x="518433" y="2245089"/>
              <a:chExt cx="4185838" cy="1358675"/>
            </a:xfrm>
          </p:grpSpPr>
          <p:sp>
            <p:nvSpPr>
              <p:cNvPr id="9" name="Rectángulo: Esquinas redondeadas 8">
                <a:extLst>
                  <a:ext uri="{FF2B5EF4-FFF2-40B4-BE49-F238E27FC236}">
                    <a16:creationId xmlns:a16="http://schemas.microsoft.com/office/drawing/2014/main" id="{14FF47BA-9557-4442-8E2A-74A4F4AAD237}"/>
                  </a:ext>
                </a:extLst>
              </p:cNvPr>
              <p:cNvSpPr/>
              <p:nvPr/>
            </p:nvSpPr>
            <p:spPr>
              <a:xfrm>
                <a:off x="518433" y="224508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0" name="Rectángulo 9">
                <a:extLst>
                  <a:ext uri="{FF2B5EF4-FFF2-40B4-BE49-F238E27FC236}">
                    <a16:creationId xmlns:a16="http://schemas.microsoft.com/office/drawing/2014/main" id="{B00C2221-E8A7-47E0-B2B2-5A6A32F96791}"/>
                  </a:ext>
                </a:extLst>
              </p:cNvPr>
              <p:cNvSpPr/>
              <p:nvPr/>
            </p:nvSpPr>
            <p:spPr>
              <a:xfrm>
                <a:off x="1168076" y="3357543"/>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Conexión de Dispositivos de RED</a:t>
                </a:r>
              </a:p>
            </p:txBody>
          </p:sp>
        </p:grpSp>
        <p:grpSp>
          <p:nvGrpSpPr>
            <p:cNvPr id="19" name="Grupo 18">
              <a:extLst>
                <a:ext uri="{FF2B5EF4-FFF2-40B4-BE49-F238E27FC236}">
                  <a16:creationId xmlns:a16="http://schemas.microsoft.com/office/drawing/2014/main" id="{9D065A01-39E4-4CC9-9075-3910C66205F5}"/>
                </a:ext>
              </a:extLst>
            </p:cNvPr>
            <p:cNvGrpSpPr/>
            <p:nvPr/>
          </p:nvGrpSpPr>
          <p:grpSpPr>
            <a:xfrm>
              <a:off x="518433" y="2816251"/>
              <a:ext cx="4186353" cy="483830"/>
              <a:chOff x="518433" y="2555375"/>
              <a:chExt cx="4186353" cy="483830"/>
            </a:xfrm>
          </p:grpSpPr>
          <p:sp>
            <p:nvSpPr>
              <p:cNvPr id="11" name="Rectángulo: Esquinas redondeadas 10">
                <a:extLst>
                  <a:ext uri="{FF2B5EF4-FFF2-40B4-BE49-F238E27FC236}">
                    <a16:creationId xmlns:a16="http://schemas.microsoft.com/office/drawing/2014/main" id="{6B458D5C-BDF7-4A75-A4E8-B99128DCD84A}"/>
                  </a:ext>
                </a:extLst>
              </p:cNvPr>
              <p:cNvSpPr/>
              <p:nvPr/>
            </p:nvSpPr>
            <p:spPr>
              <a:xfrm>
                <a:off x="518433" y="2589948"/>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2" name="Rectángulo 11">
                <a:extLst>
                  <a:ext uri="{FF2B5EF4-FFF2-40B4-BE49-F238E27FC236}">
                    <a16:creationId xmlns:a16="http://schemas.microsoft.com/office/drawing/2014/main" id="{CA17B45E-57F0-4725-89C0-3CD74A5097A3}"/>
                  </a:ext>
                </a:extLst>
              </p:cNvPr>
              <p:cNvSpPr/>
              <p:nvPr/>
            </p:nvSpPr>
            <p:spPr>
              <a:xfrm>
                <a:off x="1168591" y="2555375"/>
                <a:ext cx="3536195" cy="483830"/>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Especificaciones de Ethernet</a:t>
                </a:r>
              </a:p>
              <a:p>
                <a:pPr rtl="0"/>
                <a:endParaRPr lang="es-ES" sz="1600" i="1" dirty="0">
                  <a:solidFill>
                    <a:srgbClr val="002060"/>
                  </a:solidFill>
                  <a:latin typeface="+mj-lt"/>
                  <a:cs typeface="Segoe UI" panose="020B0502040204020203" pitchFamily="34" charset="0"/>
                </a:endParaRPr>
              </a:p>
            </p:txBody>
          </p:sp>
        </p:grpSp>
      </p:grpSp>
      <p:sp>
        <p:nvSpPr>
          <p:cNvPr id="22" name="Elipse 21">
            <a:extLst>
              <a:ext uri="{FF2B5EF4-FFF2-40B4-BE49-F238E27FC236}">
                <a16:creationId xmlns:a16="http://schemas.microsoft.com/office/drawing/2014/main" id="{E7D1D117-BC5C-430A-9FEB-B231E691511F}"/>
              </a:ext>
              <a:ext uri="{C183D7F6-B498-43B3-948B-1728B52AA6E4}">
                <adec:decorative xmlns:adec="http://schemas.microsoft.com/office/drawing/2017/decorative" val="1"/>
              </a:ext>
            </a:extLst>
          </p:cNvPr>
          <p:cNvSpPr/>
          <p:nvPr/>
        </p:nvSpPr>
        <p:spPr>
          <a:xfrm>
            <a:off x="713852" y="6330880"/>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23" name="Elipse 22">
            <a:extLst>
              <a:ext uri="{FF2B5EF4-FFF2-40B4-BE49-F238E27FC236}">
                <a16:creationId xmlns:a16="http://schemas.microsoft.com/office/drawing/2014/main" id="{2577E8EA-5E95-41C5-8BE8-EE647DE2613A}"/>
              </a:ext>
              <a:ext uri="{C183D7F6-B498-43B3-948B-1728B52AA6E4}">
                <adec:decorative xmlns:adec="http://schemas.microsoft.com/office/drawing/2017/decorative" val="1"/>
              </a:ext>
            </a:extLst>
          </p:cNvPr>
          <p:cNvSpPr/>
          <p:nvPr/>
        </p:nvSpPr>
        <p:spPr>
          <a:xfrm>
            <a:off x="713852"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62" name="Grupo 61" descr="Esta imagen es la manos de una mujer escribiendo en una hoja de papel. ">
            <a:extLst>
              <a:ext uri="{FF2B5EF4-FFF2-40B4-BE49-F238E27FC236}">
                <a16:creationId xmlns:a16="http://schemas.microsoft.com/office/drawing/2014/main" id="{123C05C1-3914-48FB-B4B8-1388A2DB5ACE}"/>
              </a:ext>
            </a:extLst>
          </p:cNvPr>
          <p:cNvGrpSpPr/>
          <p:nvPr/>
        </p:nvGrpSpPr>
        <p:grpSpPr>
          <a:xfrm>
            <a:off x="4482071" y="-508000"/>
            <a:ext cx="8739666" cy="8346238"/>
            <a:chOff x="4597682" y="-439156"/>
            <a:chExt cx="7594320" cy="7252450"/>
          </a:xfrm>
        </p:grpSpPr>
        <p:sp>
          <p:nvSpPr>
            <p:cNvPr id="45" name="Forma libre 22">
              <a:extLst>
                <a:ext uri="{FF2B5EF4-FFF2-40B4-BE49-F238E27FC236}">
                  <a16:creationId xmlns:a16="http://schemas.microsoft.com/office/drawing/2014/main" id="{52C7242F-F484-4573-8387-13E2AE9DD93F}"/>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46" name="Forma libre 23">
              <a:extLst>
                <a:ext uri="{FF2B5EF4-FFF2-40B4-BE49-F238E27FC236}">
                  <a16:creationId xmlns:a16="http://schemas.microsoft.com/office/drawing/2014/main"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47" name="Forma libre 24">
              <a:extLst>
                <a:ext uri="{FF2B5EF4-FFF2-40B4-BE49-F238E27FC236}">
                  <a16:creationId xmlns:a16="http://schemas.microsoft.com/office/drawing/2014/main"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48" name="Forma libre 25">
              <a:extLst>
                <a:ext uri="{FF2B5EF4-FFF2-40B4-BE49-F238E27FC236}">
                  <a16:creationId xmlns:a16="http://schemas.microsoft.com/office/drawing/2014/main"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49" name="Forma libre 26">
              <a:extLst>
                <a:ext uri="{FF2B5EF4-FFF2-40B4-BE49-F238E27FC236}">
                  <a16:creationId xmlns:a16="http://schemas.microsoft.com/office/drawing/2014/main"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0" name="Forma libre 27">
              <a:extLst>
                <a:ext uri="{FF2B5EF4-FFF2-40B4-BE49-F238E27FC236}">
                  <a16:creationId xmlns:a16="http://schemas.microsoft.com/office/drawing/2014/main"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1" name="Forma libre 28">
              <a:extLst>
                <a:ext uri="{FF2B5EF4-FFF2-40B4-BE49-F238E27FC236}">
                  <a16:creationId xmlns:a16="http://schemas.microsoft.com/office/drawing/2014/main"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nvGrpSpPr>
            <p:cNvPr id="60" name="Grupo 59">
              <a:extLst>
                <a:ext uri="{FF2B5EF4-FFF2-40B4-BE49-F238E27FC236}">
                  <a16:creationId xmlns:a16="http://schemas.microsoft.com/office/drawing/2014/main"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orma libre 29">
                <a:extLst>
                  <a:ext uri="{FF2B5EF4-FFF2-40B4-BE49-F238E27FC236}">
                    <a16:creationId xmlns:a16="http://schemas.microsoft.com/office/drawing/2014/main"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3" name="Forma libre 30">
                <a:extLst>
                  <a:ext uri="{FF2B5EF4-FFF2-40B4-BE49-F238E27FC236}">
                    <a16:creationId xmlns:a16="http://schemas.microsoft.com/office/drawing/2014/main"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54" name="Forma libre 31">
              <a:extLst>
                <a:ext uri="{FF2B5EF4-FFF2-40B4-BE49-F238E27FC236}">
                  <a16:creationId xmlns:a16="http://schemas.microsoft.com/office/drawing/2014/main"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55" name="Forma libre 32">
              <a:extLst>
                <a:ext uri="{FF2B5EF4-FFF2-40B4-BE49-F238E27FC236}">
                  <a16:creationId xmlns:a16="http://schemas.microsoft.com/office/drawing/2014/main"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6" name="Forma libre 33">
              <a:extLst>
                <a:ext uri="{FF2B5EF4-FFF2-40B4-BE49-F238E27FC236}">
                  <a16:creationId xmlns:a16="http://schemas.microsoft.com/office/drawing/2014/main"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57" name="Forma libre 34">
              <a:extLst>
                <a:ext uri="{FF2B5EF4-FFF2-40B4-BE49-F238E27FC236}">
                  <a16:creationId xmlns:a16="http://schemas.microsoft.com/office/drawing/2014/main"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58" name="Forma libre 35">
              <a:extLst>
                <a:ext uri="{FF2B5EF4-FFF2-40B4-BE49-F238E27FC236}">
                  <a16:creationId xmlns:a16="http://schemas.microsoft.com/office/drawing/2014/main"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67" name="Forma libre: Forma 66">
              <a:extLst>
                <a:ext uri="{FF2B5EF4-FFF2-40B4-BE49-F238E27FC236}">
                  <a16:creationId xmlns:a16="http://schemas.microsoft.com/office/drawing/2014/main"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solidFill>
                  <a:schemeClr val="tx1"/>
                </a:solidFill>
              </a:endParaRPr>
            </a:p>
          </p:txBody>
        </p:sp>
      </p:grpSp>
      <p:sp>
        <p:nvSpPr>
          <p:cNvPr id="15" name="Título 14" hidden="1">
            <a:extLst>
              <a:ext uri="{FF2B5EF4-FFF2-40B4-BE49-F238E27FC236}">
                <a16:creationId xmlns:a16="http://schemas.microsoft.com/office/drawing/2014/main" id="{1B710331-53CB-4E4F-A9D3-D1E190EEAEE4}"/>
              </a:ext>
            </a:extLst>
          </p:cNvPr>
          <p:cNvSpPr>
            <a:spLocks noGrp="1"/>
          </p:cNvSpPr>
          <p:nvPr>
            <p:ph type="title"/>
          </p:nvPr>
        </p:nvSpPr>
        <p:spPr/>
        <p:txBody>
          <a:bodyPr rtlCol="0"/>
          <a:lstStyle/>
          <a:p>
            <a:r>
              <a:rPr lang="es-ES" dirty="0"/>
              <a:t>Diapositiva de recursos humanos 2</a:t>
            </a:r>
          </a:p>
        </p:txBody>
      </p:sp>
      <p:sp>
        <p:nvSpPr>
          <p:cNvPr id="44" name="Rectángulo: Esquinas redondeadas 12">
            <a:extLst>
              <a:ext uri="{FF2B5EF4-FFF2-40B4-BE49-F238E27FC236}">
                <a16:creationId xmlns:a16="http://schemas.microsoft.com/office/drawing/2014/main" id="{64E3D015-D1E6-40C0-B820-5D2B0144652D}"/>
              </a:ext>
            </a:extLst>
          </p:cNvPr>
          <p:cNvSpPr/>
          <p:nvPr/>
        </p:nvSpPr>
        <p:spPr>
          <a:xfrm>
            <a:off x="518433" y="3634776"/>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37" name="Rectángulo: Esquinas redondeadas 12">
            <a:extLst>
              <a:ext uri="{FF2B5EF4-FFF2-40B4-BE49-F238E27FC236}">
                <a16:creationId xmlns:a16="http://schemas.microsoft.com/office/drawing/2014/main" id="{64E3D015-D1E6-40C0-B820-5D2B0144652D}"/>
              </a:ext>
            </a:extLst>
          </p:cNvPr>
          <p:cNvSpPr/>
          <p:nvPr/>
        </p:nvSpPr>
        <p:spPr>
          <a:xfrm>
            <a:off x="500447" y="4192400"/>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38" name="Rectángulo 37">
            <a:extLst>
              <a:ext uri="{FF2B5EF4-FFF2-40B4-BE49-F238E27FC236}">
                <a16:creationId xmlns:a16="http://schemas.microsoft.com/office/drawing/2014/main" id="{9187696D-0387-46E9-A420-AD2392161D95}"/>
              </a:ext>
            </a:extLst>
          </p:cNvPr>
          <p:cNvSpPr/>
          <p:nvPr/>
        </p:nvSpPr>
        <p:spPr>
          <a:xfrm>
            <a:off x="1173190" y="2456293"/>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Conceptos Básicos: Ehternet</a:t>
            </a:r>
          </a:p>
        </p:txBody>
      </p:sp>
      <p:sp>
        <p:nvSpPr>
          <p:cNvPr id="41" name="Rectángulo: Esquinas redondeadas 12">
            <a:extLst>
              <a:ext uri="{FF2B5EF4-FFF2-40B4-BE49-F238E27FC236}">
                <a16:creationId xmlns:a16="http://schemas.microsoft.com/office/drawing/2014/main" id="{64E3D015-D1E6-40C0-B820-5D2B0144652D}"/>
              </a:ext>
            </a:extLst>
          </p:cNvPr>
          <p:cNvSpPr/>
          <p:nvPr/>
        </p:nvSpPr>
        <p:spPr>
          <a:xfrm>
            <a:off x="510590" y="4681788"/>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2" name="Rectángulo 41">
            <a:extLst>
              <a:ext uri="{FF2B5EF4-FFF2-40B4-BE49-F238E27FC236}">
                <a16:creationId xmlns:a16="http://schemas.microsoft.com/office/drawing/2014/main" id="{9187696D-0387-46E9-A420-AD2392161D95}"/>
              </a:ext>
            </a:extLst>
          </p:cNvPr>
          <p:cNvSpPr/>
          <p:nvPr/>
        </p:nvSpPr>
        <p:spPr>
          <a:xfrm>
            <a:off x="1142677" y="4209984"/>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Implementación de la RED</a:t>
            </a:r>
          </a:p>
        </p:txBody>
      </p:sp>
      <p:sp>
        <p:nvSpPr>
          <p:cNvPr id="63" name="Rectángulo 62">
            <a:extLst>
              <a:ext uri="{FF2B5EF4-FFF2-40B4-BE49-F238E27FC236}">
                <a16:creationId xmlns:a16="http://schemas.microsoft.com/office/drawing/2014/main" id="{9187696D-0387-46E9-A420-AD2392161D95}"/>
              </a:ext>
            </a:extLst>
          </p:cNvPr>
          <p:cNvSpPr/>
          <p:nvPr/>
        </p:nvSpPr>
        <p:spPr>
          <a:xfrm>
            <a:off x="1142677" y="4714028"/>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Direccionamiento IP</a:t>
            </a:r>
          </a:p>
        </p:txBody>
      </p:sp>
      <p:sp>
        <p:nvSpPr>
          <p:cNvPr id="64" name="Rectángulo 63">
            <a:extLst>
              <a:ext uri="{FF2B5EF4-FFF2-40B4-BE49-F238E27FC236}">
                <a16:creationId xmlns:a16="http://schemas.microsoft.com/office/drawing/2014/main" id="{6BBBCB2E-F413-4381-8378-02FDC20EA4F6}"/>
              </a:ext>
            </a:extLst>
          </p:cNvPr>
          <p:cNvSpPr/>
          <p:nvPr/>
        </p:nvSpPr>
        <p:spPr>
          <a:xfrm>
            <a:off x="9161339" y="6477175"/>
            <a:ext cx="3221733" cy="307777"/>
          </a:xfrm>
          <a:prstGeom prst="rect">
            <a:avLst/>
          </a:prstGeom>
        </p:spPr>
        <p:txBody>
          <a:bodyPr wrap="square" lIns="0" tIns="0" rIns="0" bIns="0" rtlCol="0">
            <a:spAutoFit/>
          </a:bodyPr>
          <a:lstStyle/>
          <a:p>
            <a:pPr rtl="0"/>
            <a:r>
              <a:rPr lang="es-ES" sz="2000" b="1" i="1" dirty="0">
                <a:solidFill>
                  <a:schemeClr val="bg1"/>
                </a:solidFill>
                <a:latin typeface="+mj-lt"/>
                <a:cs typeface="Segoe UI" panose="020B0502040204020203" pitchFamily="34" charset="0"/>
              </a:rPr>
              <a:t>ADMON REDES</a:t>
            </a:r>
          </a:p>
        </p:txBody>
      </p:sp>
      <p:sp>
        <p:nvSpPr>
          <p:cNvPr id="43" name="Rectángulo: Esquinas redondeadas 12">
            <a:extLst>
              <a:ext uri="{FF2B5EF4-FFF2-40B4-BE49-F238E27FC236}">
                <a16:creationId xmlns:a16="http://schemas.microsoft.com/office/drawing/2014/main" id="{64E3D015-D1E6-40C0-B820-5D2B0144652D}"/>
              </a:ext>
            </a:extLst>
          </p:cNvPr>
          <p:cNvSpPr/>
          <p:nvPr/>
        </p:nvSpPr>
        <p:spPr>
          <a:xfrm>
            <a:off x="518433" y="5610584"/>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59" name="Rectángulo 58">
            <a:extLst>
              <a:ext uri="{FF2B5EF4-FFF2-40B4-BE49-F238E27FC236}">
                <a16:creationId xmlns:a16="http://schemas.microsoft.com/office/drawing/2014/main" id="{9187696D-0387-46E9-A420-AD2392161D95}"/>
              </a:ext>
            </a:extLst>
          </p:cNvPr>
          <p:cNvSpPr/>
          <p:nvPr/>
        </p:nvSpPr>
        <p:spPr>
          <a:xfrm>
            <a:off x="1122252" y="5614353"/>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Conclusiones</a:t>
            </a:r>
          </a:p>
        </p:txBody>
      </p:sp>
      <p:sp>
        <p:nvSpPr>
          <p:cNvPr id="61" name="Rectángulo: Esquinas redondeadas 12">
            <a:extLst>
              <a:ext uri="{FF2B5EF4-FFF2-40B4-BE49-F238E27FC236}">
                <a16:creationId xmlns:a16="http://schemas.microsoft.com/office/drawing/2014/main" id="{64E3D015-D1E6-40C0-B820-5D2B0144652D}"/>
              </a:ext>
            </a:extLst>
          </p:cNvPr>
          <p:cNvSpPr/>
          <p:nvPr/>
        </p:nvSpPr>
        <p:spPr>
          <a:xfrm>
            <a:off x="518433" y="5140856"/>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5" name="Rectángulo 64">
            <a:extLst>
              <a:ext uri="{FF2B5EF4-FFF2-40B4-BE49-F238E27FC236}">
                <a16:creationId xmlns:a16="http://schemas.microsoft.com/office/drawing/2014/main" id="{9187696D-0387-46E9-A420-AD2392161D95}"/>
              </a:ext>
            </a:extLst>
          </p:cNvPr>
          <p:cNvSpPr/>
          <p:nvPr/>
        </p:nvSpPr>
        <p:spPr>
          <a:xfrm>
            <a:off x="1160232" y="5129447"/>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Asignación de direcciones IP</a:t>
            </a:r>
          </a:p>
        </p:txBody>
      </p:sp>
      <p:pic>
        <p:nvPicPr>
          <p:cNvPr id="3" name="Imagen 2" descr="Imagen que contiene Interfaz de usuario gráfica&#10;&#10;Descripción generada automáticamente">
            <a:extLst>
              <a:ext uri="{FF2B5EF4-FFF2-40B4-BE49-F238E27FC236}">
                <a16:creationId xmlns:a16="http://schemas.microsoft.com/office/drawing/2014/main" id="{4B917904-0184-196F-5D92-740D2B25DF0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8552383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313768" y="1459746"/>
            <a:ext cx="4479347" cy="1025922"/>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A TENER EN CUENTA</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6" name="Grupo 205" descr="Esta imagen es un icono de una persona interactuando con tres personas. ">
            <a:extLst>
              <a:ext uri="{FF2B5EF4-FFF2-40B4-BE49-F238E27FC236}">
                <a16:creationId xmlns:a16="http://schemas.microsoft.com/office/drawing/2014/main" id="{23348E2E-A7EF-4B89-8F8D-D88C5354E9D5}"/>
              </a:ext>
            </a:extLst>
          </p:cNvPr>
          <p:cNvGrpSpPr/>
          <p:nvPr/>
        </p:nvGrpSpPr>
        <p:grpSpPr>
          <a:xfrm>
            <a:off x="7849658" y="3285515"/>
            <a:ext cx="3067397" cy="492443"/>
            <a:chOff x="7999616" y="3566010"/>
            <a:chExt cx="3067397" cy="492443"/>
          </a:xfrm>
        </p:grpSpPr>
        <p:sp>
          <p:nvSpPr>
            <p:cNvPr id="190" name="Rectángulo 189">
              <a:extLst>
                <a:ext uri="{FF2B5EF4-FFF2-40B4-BE49-F238E27FC236}">
                  <a16:creationId xmlns:a16="http://schemas.microsoft.com/office/drawing/2014/main" id="{80F4EEC6-F407-4E25-BBB6-C506B28F5A4C}"/>
                </a:ext>
              </a:extLst>
            </p:cNvPr>
            <p:cNvSpPr/>
            <p:nvPr/>
          </p:nvSpPr>
          <p:spPr>
            <a:xfrm>
              <a:off x="8578718" y="3566010"/>
              <a:ext cx="2488295" cy="492443"/>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1. Cerrar los micrófonos y desactivar las cámaras.</a:t>
              </a:r>
            </a:p>
          </p:txBody>
        </p:sp>
        <p:grpSp>
          <p:nvGrpSpPr>
            <p:cNvPr id="191" name="Grupo 190">
              <a:extLst>
                <a:ext uri="{FF2B5EF4-FFF2-40B4-BE49-F238E27FC236}">
                  <a16:creationId xmlns:a16="http://schemas.microsoft.com/office/drawing/2014/main" id="{0FD0F77B-65FD-413C-B2B0-1AD539DC68D3}"/>
                </a:ext>
              </a:extLst>
            </p:cNvPr>
            <p:cNvGrpSpPr/>
            <p:nvPr/>
          </p:nvGrpSpPr>
          <p:grpSpPr>
            <a:xfrm>
              <a:off x="7999616" y="3639194"/>
              <a:ext cx="330200" cy="346075"/>
              <a:chOff x="2686050" y="2895601"/>
              <a:chExt cx="330200" cy="346075"/>
            </a:xfrm>
          </p:grpSpPr>
          <p:sp>
            <p:nvSpPr>
              <p:cNvPr id="192" name="Elipse 309">
                <a:extLst>
                  <a:ext uri="{FF2B5EF4-FFF2-40B4-BE49-F238E27FC236}">
                    <a16:creationId xmlns:a16="http://schemas.microsoft.com/office/drawing/2014/main" id="{C57EF862-9A10-430C-8004-66A9241CE18B}"/>
                  </a:ext>
                </a:extLst>
              </p:cNvPr>
              <p:cNvSpPr>
                <a:spLocks noChangeArrowheads="1"/>
              </p:cNvSpPr>
              <p:nvPr/>
            </p:nvSpPr>
            <p:spPr bwMode="auto">
              <a:xfrm>
                <a:off x="2809875" y="2895601"/>
                <a:ext cx="82550" cy="82550"/>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3" name="Forma libre 310">
                <a:extLst>
                  <a:ext uri="{FF2B5EF4-FFF2-40B4-BE49-F238E27FC236}">
                    <a16:creationId xmlns:a16="http://schemas.microsoft.com/office/drawing/2014/main" id="{13EA5F29-D427-40C4-AB4D-3D59B3F699E4}"/>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4" name="Elipse 311">
                <a:extLst>
                  <a:ext uri="{FF2B5EF4-FFF2-40B4-BE49-F238E27FC236}">
                    <a16:creationId xmlns:a16="http://schemas.microsoft.com/office/drawing/2014/main" id="{D591DE3C-214D-426A-9B8E-741D87BAFB46}"/>
                  </a:ext>
                </a:extLst>
              </p:cNvPr>
              <p:cNvSpPr>
                <a:spLocks noChangeArrowheads="1"/>
              </p:cNvSpPr>
              <p:nvPr/>
            </p:nvSpPr>
            <p:spPr bwMode="auto">
              <a:xfrm>
                <a:off x="2708275"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5" name="Forma libre 312">
                <a:extLst>
                  <a:ext uri="{FF2B5EF4-FFF2-40B4-BE49-F238E27FC236}">
                    <a16:creationId xmlns:a16="http://schemas.microsoft.com/office/drawing/2014/main" id="{921D329D-AC5C-496B-96D4-A220BC49B579}"/>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6" name="Elipse 313">
                <a:extLst>
                  <a:ext uri="{FF2B5EF4-FFF2-40B4-BE49-F238E27FC236}">
                    <a16:creationId xmlns:a16="http://schemas.microsoft.com/office/drawing/2014/main" id="{87933186-B346-44AC-85AA-CA346F5FBDEE}"/>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7" name="Forma libre 314">
                <a:extLst>
                  <a:ext uri="{FF2B5EF4-FFF2-40B4-BE49-F238E27FC236}">
                    <a16:creationId xmlns:a16="http://schemas.microsoft.com/office/drawing/2014/main" id="{E0E3BA39-8375-478D-9CF6-4EC7438136A6}"/>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8" name="Elipse 315">
                <a:extLst>
                  <a:ext uri="{FF2B5EF4-FFF2-40B4-BE49-F238E27FC236}">
                    <a16:creationId xmlns:a16="http://schemas.microsoft.com/office/drawing/2014/main" id="{550D4481-BC6A-476D-80E1-F12F8ED9F75F}"/>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9" name="Forma libre 316">
                <a:extLst>
                  <a:ext uri="{FF2B5EF4-FFF2-40B4-BE49-F238E27FC236}">
                    <a16:creationId xmlns:a16="http://schemas.microsoft.com/office/drawing/2014/main" id="{951EE685-6291-44F0-81B1-A3B5791D1C54}"/>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0" name="Elipse 317">
                <a:extLst>
                  <a:ext uri="{FF2B5EF4-FFF2-40B4-BE49-F238E27FC236}">
                    <a16:creationId xmlns:a16="http://schemas.microsoft.com/office/drawing/2014/main" id="{1822195B-E26A-4DF0-B1B1-A36823632E74}"/>
                  </a:ext>
                </a:extLst>
              </p:cNvPr>
              <p:cNvSpPr>
                <a:spLocks noChangeArrowheads="1"/>
              </p:cNvSpPr>
              <p:nvPr/>
            </p:nvSpPr>
            <p:spPr bwMode="auto">
              <a:xfrm>
                <a:off x="2820988"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1" name="Forma libre 318">
                <a:extLst>
                  <a:ext uri="{FF2B5EF4-FFF2-40B4-BE49-F238E27FC236}">
                    <a16:creationId xmlns:a16="http://schemas.microsoft.com/office/drawing/2014/main" id="{E33AF9C8-AD93-4E36-9887-B8B748838EE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2" name="Forma libre 319">
                <a:extLst>
                  <a:ext uri="{FF2B5EF4-FFF2-40B4-BE49-F238E27FC236}">
                    <a16:creationId xmlns:a16="http://schemas.microsoft.com/office/drawing/2014/main" id="{3E3913FB-5C76-4699-89D5-5A71454116E9}"/>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3" name="Línea 320">
                <a:extLst>
                  <a:ext uri="{FF2B5EF4-FFF2-40B4-BE49-F238E27FC236}">
                    <a16:creationId xmlns:a16="http://schemas.microsoft.com/office/drawing/2014/main" id="{C96335B1-62B8-4482-A67B-BE60CF58E363}"/>
                  </a:ext>
                </a:extLst>
              </p:cNvPr>
              <p:cNvSpPr>
                <a:spLocks noChangeShapeType="1"/>
              </p:cNvSpPr>
              <p:nvPr/>
            </p:nvSpPr>
            <p:spPr bwMode="auto">
              <a:xfrm>
                <a:off x="2851150" y="3044826"/>
                <a:ext cx="0" cy="46038"/>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gr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841721" y="4273613"/>
            <a:ext cx="3075334" cy="492443"/>
            <a:chOff x="7991679" y="4554108"/>
            <a:chExt cx="3075334" cy="492443"/>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492443"/>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2. Solicitar la palabra mediante el chat.</a:t>
              </a:r>
            </a:p>
          </p:txBody>
        </p:sp>
      </p:grpSp>
      <p:grpSp>
        <p:nvGrpSpPr>
          <p:cNvPr id="204" name="Grupo 203" descr="Esta imagen es un icono de tres personas y un símbolo que representa la conexión a internet. ">
            <a:extLst>
              <a:ext uri="{FF2B5EF4-FFF2-40B4-BE49-F238E27FC236}">
                <a16:creationId xmlns:a16="http://schemas.microsoft.com/office/drawing/2014/main" id="{BCE3CAEB-5C3F-4903-9D74-1EC0A2984EE9}"/>
              </a:ext>
            </a:extLst>
          </p:cNvPr>
          <p:cNvGrpSpPr/>
          <p:nvPr/>
        </p:nvGrpSpPr>
        <p:grpSpPr>
          <a:xfrm>
            <a:off x="7849658" y="5261712"/>
            <a:ext cx="3067397" cy="404178"/>
            <a:chOff x="7999616" y="5542207"/>
            <a:chExt cx="3067397" cy="404178"/>
          </a:xfrm>
        </p:grpSpPr>
        <p:grpSp>
          <p:nvGrpSpPr>
            <p:cNvPr id="163" name="Grupo 162">
              <a:extLst>
                <a:ext uri="{FF2B5EF4-FFF2-40B4-BE49-F238E27FC236}">
                  <a16:creationId xmlns:a16="http://schemas.microsoft.com/office/drawing/2014/main" id="{E79FB62D-7154-40A3-BB31-9A0934208E2F}"/>
                </a:ext>
              </a:extLst>
            </p:cNvPr>
            <p:cNvGrpSpPr/>
            <p:nvPr/>
          </p:nvGrpSpPr>
          <p:grpSpPr>
            <a:xfrm>
              <a:off x="7999616" y="5630472"/>
              <a:ext cx="330200" cy="315913"/>
              <a:chOff x="4127500" y="2909888"/>
              <a:chExt cx="330200" cy="315913"/>
            </a:xfrm>
          </p:grpSpPr>
          <p:sp>
            <p:nvSpPr>
              <p:cNvPr id="165" name="Elipse 268">
                <a:extLst>
                  <a:ext uri="{FF2B5EF4-FFF2-40B4-BE49-F238E27FC236}">
                    <a16:creationId xmlns:a16="http://schemas.microsoft.com/office/drawing/2014/main" id="{BD72EF5D-EE26-4982-B3AB-9CF584441806}"/>
                  </a:ext>
                </a:extLst>
              </p:cNvPr>
              <p:cNvSpPr>
                <a:spLocks noChangeArrowheads="1"/>
              </p:cNvSpPr>
              <p:nvPr/>
            </p:nvSpPr>
            <p:spPr bwMode="auto">
              <a:xfrm>
                <a:off x="4149725" y="3060701"/>
                <a:ext cx="76200" cy="74613"/>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6" name="Forma libre 269">
                <a:extLst>
                  <a:ext uri="{FF2B5EF4-FFF2-40B4-BE49-F238E27FC236}">
                    <a16:creationId xmlns:a16="http://schemas.microsoft.com/office/drawing/2014/main" id="{D9F3CD5B-3BA2-4D51-A0BD-6E802941FDCF}"/>
                  </a:ext>
                </a:extLst>
              </p:cNvPr>
              <p:cNvSpPr>
                <a:spLocks/>
              </p:cNvSpPr>
              <p:nvPr/>
            </p:nvSpPr>
            <p:spPr bwMode="auto">
              <a:xfrm>
                <a:off x="4127500" y="3135313"/>
                <a:ext cx="109538" cy="60325"/>
              </a:xfrm>
              <a:custGeom>
                <a:avLst/>
                <a:gdLst>
                  <a:gd name="T0" fmla="*/ 22 w 29"/>
                  <a:gd name="T1" fmla="*/ 16 h 16"/>
                  <a:gd name="T2" fmla="*/ 0 w 29"/>
                  <a:gd name="T3" fmla="*/ 16 h 16"/>
                  <a:gd name="T4" fmla="*/ 16 w 29"/>
                  <a:gd name="T5" fmla="*/ 0 h 16"/>
                  <a:gd name="T6" fmla="*/ 29 w 29"/>
                  <a:gd name="T7" fmla="*/ 7 h 16"/>
                </a:gdLst>
                <a:ahLst/>
                <a:cxnLst>
                  <a:cxn ang="0">
                    <a:pos x="T0" y="T1"/>
                  </a:cxn>
                  <a:cxn ang="0">
                    <a:pos x="T2" y="T3"/>
                  </a:cxn>
                  <a:cxn ang="0">
                    <a:pos x="T4" y="T5"/>
                  </a:cxn>
                  <a:cxn ang="0">
                    <a:pos x="T6" y="T7"/>
                  </a:cxn>
                </a:cxnLst>
                <a:rect l="0" t="0" r="r" b="b"/>
                <a:pathLst>
                  <a:path w="29" h="16">
                    <a:moveTo>
                      <a:pt x="22" y="16"/>
                    </a:moveTo>
                    <a:cubicBezTo>
                      <a:pt x="0" y="16"/>
                      <a:pt x="0" y="16"/>
                      <a:pt x="0" y="16"/>
                    </a:cubicBezTo>
                    <a:cubicBezTo>
                      <a:pt x="0" y="7"/>
                      <a:pt x="7" y="0"/>
                      <a:pt x="16" y="0"/>
                    </a:cubicBezTo>
                    <a:cubicBezTo>
                      <a:pt x="21" y="0"/>
                      <a:pt x="26" y="3"/>
                      <a:pt x="29" y="7"/>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7" name="Elipse 270">
                <a:extLst>
                  <a:ext uri="{FF2B5EF4-FFF2-40B4-BE49-F238E27FC236}">
                    <a16:creationId xmlns:a16="http://schemas.microsoft.com/office/drawing/2014/main" id="{85B43E76-36A9-4667-852E-AD239EC04C43}"/>
                  </a:ext>
                </a:extLst>
              </p:cNvPr>
              <p:cNvSpPr>
                <a:spLocks noChangeArrowheads="1"/>
              </p:cNvSpPr>
              <p:nvPr/>
            </p:nvSpPr>
            <p:spPr bwMode="auto">
              <a:xfrm>
                <a:off x="4360863" y="3060701"/>
                <a:ext cx="74613" cy="74613"/>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8" name="Forma libre 271">
                <a:extLst>
                  <a:ext uri="{FF2B5EF4-FFF2-40B4-BE49-F238E27FC236}">
                    <a16:creationId xmlns:a16="http://schemas.microsoft.com/office/drawing/2014/main" id="{DFF4B198-89FE-47D5-B7B7-8C893ABCC5FF}"/>
                  </a:ext>
                </a:extLst>
              </p:cNvPr>
              <p:cNvSpPr>
                <a:spLocks/>
              </p:cNvSpPr>
              <p:nvPr/>
            </p:nvSpPr>
            <p:spPr bwMode="auto">
              <a:xfrm>
                <a:off x="4349750" y="3135313"/>
                <a:ext cx="107950" cy="60325"/>
              </a:xfrm>
              <a:custGeom>
                <a:avLst/>
                <a:gdLst>
                  <a:gd name="T0" fmla="*/ 0 w 29"/>
                  <a:gd name="T1" fmla="*/ 7 h 16"/>
                  <a:gd name="T2" fmla="*/ 13 w 29"/>
                  <a:gd name="T3" fmla="*/ 0 h 16"/>
                  <a:gd name="T4" fmla="*/ 29 w 29"/>
                  <a:gd name="T5" fmla="*/ 16 h 16"/>
                  <a:gd name="T6" fmla="*/ 7 w 29"/>
                  <a:gd name="T7" fmla="*/ 16 h 16"/>
                </a:gdLst>
                <a:ahLst/>
                <a:cxnLst>
                  <a:cxn ang="0">
                    <a:pos x="T0" y="T1"/>
                  </a:cxn>
                  <a:cxn ang="0">
                    <a:pos x="T2" y="T3"/>
                  </a:cxn>
                  <a:cxn ang="0">
                    <a:pos x="T4" y="T5"/>
                  </a:cxn>
                  <a:cxn ang="0">
                    <a:pos x="T6" y="T7"/>
                  </a:cxn>
                </a:cxnLst>
                <a:rect l="0" t="0" r="r" b="b"/>
                <a:pathLst>
                  <a:path w="29" h="16">
                    <a:moveTo>
                      <a:pt x="0" y="7"/>
                    </a:moveTo>
                    <a:cubicBezTo>
                      <a:pt x="3" y="3"/>
                      <a:pt x="8" y="0"/>
                      <a:pt x="13" y="0"/>
                    </a:cubicBezTo>
                    <a:cubicBezTo>
                      <a:pt x="22" y="0"/>
                      <a:pt x="29" y="7"/>
                      <a:pt x="29" y="16"/>
                    </a:cubicBezTo>
                    <a:cubicBezTo>
                      <a:pt x="7" y="16"/>
                      <a:pt x="7" y="16"/>
                      <a:pt x="7" y="16"/>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9" name="Elipse 272">
                <a:extLst>
                  <a:ext uri="{FF2B5EF4-FFF2-40B4-BE49-F238E27FC236}">
                    <a16:creationId xmlns:a16="http://schemas.microsoft.com/office/drawing/2014/main" id="{CE8C1F83-6F38-4A0B-8E08-4398BEC1DDBB}"/>
                  </a:ext>
                </a:extLst>
              </p:cNvPr>
              <p:cNvSpPr>
                <a:spLocks noChangeArrowheads="1"/>
              </p:cNvSpPr>
              <p:nvPr/>
            </p:nvSpPr>
            <p:spPr bwMode="auto">
              <a:xfrm>
                <a:off x="4240213" y="3030538"/>
                <a:ext cx="104775" cy="1095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0" name="Forma libre 273">
                <a:extLst>
                  <a:ext uri="{FF2B5EF4-FFF2-40B4-BE49-F238E27FC236}">
                    <a16:creationId xmlns:a16="http://schemas.microsoft.com/office/drawing/2014/main" id="{F5C16A34-C88B-42FA-BC46-1C9471DB8B0A}"/>
                  </a:ext>
                </a:extLst>
              </p:cNvPr>
              <p:cNvSpPr>
                <a:spLocks/>
              </p:cNvSpPr>
              <p:nvPr/>
            </p:nvSpPr>
            <p:spPr bwMode="auto">
              <a:xfrm>
                <a:off x="4214813" y="2986088"/>
                <a:ext cx="157163" cy="36513"/>
              </a:xfrm>
              <a:custGeom>
                <a:avLst/>
                <a:gdLst>
                  <a:gd name="T0" fmla="*/ 0 w 42"/>
                  <a:gd name="T1" fmla="*/ 10 h 10"/>
                  <a:gd name="T2" fmla="*/ 21 w 42"/>
                  <a:gd name="T3" fmla="*/ 0 h 10"/>
                  <a:gd name="T4" fmla="*/ 42 w 42"/>
                  <a:gd name="T5" fmla="*/ 10 h 10"/>
                </a:gdLst>
                <a:ahLst/>
                <a:cxnLst>
                  <a:cxn ang="0">
                    <a:pos x="T0" y="T1"/>
                  </a:cxn>
                  <a:cxn ang="0">
                    <a:pos x="T2" y="T3"/>
                  </a:cxn>
                  <a:cxn ang="0">
                    <a:pos x="T4" y="T5"/>
                  </a:cxn>
                </a:cxnLst>
                <a:rect l="0" t="0" r="r" b="b"/>
                <a:pathLst>
                  <a:path w="42" h="10">
                    <a:moveTo>
                      <a:pt x="0" y="10"/>
                    </a:moveTo>
                    <a:cubicBezTo>
                      <a:pt x="5" y="4"/>
                      <a:pt x="13" y="0"/>
                      <a:pt x="21" y="0"/>
                    </a:cubicBezTo>
                    <a:cubicBezTo>
                      <a:pt x="29" y="0"/>
                      <a:pt x="37" y="4"/>
                      <a:pt x="42" y="10"/>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1" name="Forma libre 274">
                <a:extLst>
                  <a:ext uri="{FF2B5EF4-FFF2-40B4-BE49-F238E27FC236}">
                    <a16:creationId xmlns:a16="http://schemas.microsoft.com/office/drawing/2014/main" id="{1D976AB4-49AA-4482-B357-FA665EA7852A}"/>
                  </a:ext>
                </a:extLst>
              </p:cNvPr>
              <p:cNvSpPr>
                <a:spLocks/>
              </p:cNvSpPr>
              <p:nvPr/>
            </p:nvSpPr>
            <p:spPr bwMode="auto">
              <a:xfrm>
                <a:off x="4187825" y="2947988"/>
                <a:ext cx="211138" cy="49213"/>
              </a:xfrm>
              <a:custGeom>
                <a:avLst/>
                <a:gdLst>
                  <a:gd name="T0" fmla="*/ 0 w 56"/>
                  <a:gd name="T1" fmla="*/ 13 h 13"/>
                  <a:gd name="T2" fmla="*/ 28 w 56"/>
                  <a:gd name="T3" fmla="*/ 0 h 13"/>
                  <a:gd name="T4" fmla="*/ 56 w 56"/>
                  <a:gd name="T5" fmla="*/ 13 h 13"/>
                </a:gdLst>
                <a:ahLst/>
                <a:cxnLst>
                  <a:cxn ang="0">
                    <a:pos x="T0" y="T1"/>
                  </a:cxn>
                  <a:cxn ang="0">
                    <a:pos x="T2" y="T3"/>
                  </a:cxn>
                  <a:cxn ang="0">
                    <a:pos x="T4" y="T5"/>
                  </a:cxn>
                </a:cxnLst>
                <a:rect l="0" t="0" r="r" b="b"/>
                <a:pathLst>
                  <a:path w="56" h="13">
                    <a:moveTo>
                      <a:pt x="0" y="13"/>
                    </a:moveTo>
                    <a:cubicBezTo>
                      <a:pt x="7" y="5"/>
                      <a:pt x="17" y="0"/>
                      <a:pt x="28" y="0"/>
                    </a:cubicBezTo>
                    <a:cubicBezTo>
                      <a:pt x="39" y="0"/>
                      <a:pt x="49" y="5"/>
                      <a:pt x="56" y="13"/>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2" name="Forma libre 275">
                <a:extLst>
                  <a:ext uri="{FF2B5EF4-FFF2-40B4-BE49-F238E27FC236}">
                    <a16:creationId xmlns:a16="http://schemas.microsoft.com/office/drawing/2014/main" id="{40CDCACF-1136-47C8-A50F-2C6DCEFC7055}"/>
                  </a:ext>
                </a:extLst>
              </p:cNvPr>
              <p:cNvSpPr>
                <a:spLocks/>
              </p:cNvSpPr>
              <p:nvPr/>
            </p:nvSpPr>
            <p:spPr bwMode="auto">
              <a:xfrm>
                <a:off x="4157663" y="2909888"/>
                <a:ext cx="269875" cy="63500"/>
              </a:xfrm>
              <a:custGeom>
                <a:avLst/>
                <a:gdLst>
                  <a:gd name="T0" fmla="*/ 0 w 72"/>
                  <a:gd name="T1" fmla="*/ 17 h 17"/>
                  <a:gd name="T2" fmla="*/ 36 w 72"/>
                  <a:gd name="T3" fmla="*/ 0 h 17"/>
                  <a:gd name="T4" fmla="*/ 72 w 72"/>
                  <a:gd name="T5" fmla="*/ 17 h 17"/>
                </a:gdLst>
                <a:ahLst/>
                <a:cxnLst>
                  <a:cxn ang="0">
                    <a:pos x="T0" y="T1"/>
                  </a:cxn>
                  <a:cxn ang="0">
                    <a:pos x="T2" y="T3"/>
                  </a:cxn>
                  <a:cxn ang="0">
                    <a:pos x="T4" y="T5"/>
                  </a:cxn>
                </a:cxnLst>
                <a:rect l="0" t="0" r="r" b="b"/>
                <a:pathLst>
                  <a:path w="72" h="17">
                    <a:moveTo>
                      <a:pt x="0" y="17"/>
                    </a:moveTo>
                    <a:cubicBezTo>
                      <a:pt x="8" y="7"/>
                      <a:pt x="21" y="0"/>
                      <a:pt x="36" y="0"/>
                    </a:cubicBezTo>
                    <a:cubicBezTo>
                      <a:pt x="51" y="0"/>
                      <a:pt x="64" y="7"/>
                      <a:pt x="72" y="17"/>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3" name="Forma libre 276">
                <a:extLst>
                  <a:ext uri="{FF2B5EF4-FFF2-40B4-BE49-F238E27FC236}">
                    <a16:creationId xmlns:a16="http://schemas.microsoft.com/office/drawing/2014/main" id="{E1D8459C-3776-4E84-AC6C-5275955B3DDE}"/>
                  </a:ext>
                </a:extLst>
              </p:cNvPr>
              <p:cNvSpPr>
                <a:spLocks/>
              </p:cNvSpPr>
              <p:nvPr/>
            </p:nvSpPr>
            <p:spPr bwMode="auto">
              <a:xfrm>
                <a:off x="4206875" y="3140076"/>
                <a:ext cx="173038" cy="85725"/>
              </a:xfrm>
              <a:custGeom>
                <a:avLst/>
                <a:gdLst>
                  <a:gd name="T0" fmla="*/ 46 w 46"/>
                  <a:gd name="T1" fmla="*/ 23 h 23"/>
                  <a:gd name="T2" fmla="*/ 0 w 46"/>
                  <a:gd name="T3" fmla="*/ 23 h 23"/>
                  <a:gd name="T4" fmla="*/ 23 w 46"/>
                  <a:gd name="T5" fmla="*/ 0 h 23"/>
                  <a:gd name="T6" fmla="*/ 46 w 46"/>
                  <a:gd name="T7" fmla="*/ 23 h 23"/>
                </a:gdLst>
                <a:ahLst/>
                <a:cxnLst>
                  <a:cxn ang="0">
                    <a:pos x="T0" y="T1"/>
                  </a:cxn>
                  <a:cxn ang="0">
                    <a:pos x="T2" y="T3"/>
                  </a:cxn>
                  <a:cxn ang="0">
                    <a:pos x="T4" y="T5"/>
                  </a:cxn>
                  <a:cxn ang="0">
                    <a:pos x="T6" y="T7"/>
                  </a:cxn>
                </a:cxnLst>
                <a:rect l="0" t="0" r="r" b="b"/>
                <a:pathLst>
                  <a:path w="46" h="23">
                    <a:moveTo>
                      <a:pt x="46" y="23"/>
                    </a:moveTo>
                    <a:cubicBezTo>
                      <a:pt x="0" y="23"/>
                      <a:pt x="0" y="23"/>
                      <a:pt x="0" y="23"/>
                    </a:cubicBezTo>
                    <a:cubicBezTo>
                      <a:pt x="0" y="10"/>
                      <a:pt x="10" y="0"/>
                      <a:pt x="23" y="0"/>
                    </a:cubicBezTo>
                    <a:cubicBezTo>
                      <a:pt x="36" y="0"/>
                      <a:pt x="46" y="10"/>
                      <a:pt x="46" y="23"/>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64" name="Rectángulo 163">
              <a:extLst>
                <a:ext uri="{FF2B5EF4-FFF2-40B4-BE49-F238E27FC236}">
                  <a16:creationId xmlns:a16="http://schemas.microsoft.com/office/drawing/2014/main" id="{3E886A0B-A097-4934-BAAA-53B791623B0B}"/>
                </a:ext>
              </a:extLst>
            </p:cNvPr>
            <p:cNvSpPr/>
            <p:nvPr/>
          </p:nvSpPr>
          <p:spPr>
            <a:xfrm>
              <a:off x="8578718" y="5542207"/>
              <a:ext cx="24882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3. Preguntar</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graphicFrame>
        <p:nvGraphicFramePr>
          <p:cNvPr id="2" name="Tabla 1"/>
          <p:cNvGraphicFramePr>
            <a:graphicFrameLocks noGrp="1"/>
          </p:cNvGraphicFramePr>
          <p:nvPr>
            <p:extLst>
              <p:ext uri="{D42A27DB-BD31-4B8C-83A1-F6EECF244321}">
                <p14:modId xmlns:p14="http://schemas.microsoft.com/office/powerpoint/2010/main" val="3852966932"/>
              </p:ext>
            </p:extLst>
          </p:nvPr>
        </p:nvGraphicFramePr>
        <p:xfrm>
          <a:off x="1021142" y="5326624"/>
          <a:ext cx="4902200" cy="506730"/>
        </p:xfrm>
        <a:graphic>
          <a:graphicData uri="http://schemas.openxmlformats.org/drawingml/2006/table">
            <a:tbl>
              <a:tblPr>
                <a:tableStyleId>{9D7B26C5-4107-4FEC-AEDC-1716B250A1EF}</a:tableStyleId>
              </a:tblPr>
              <a:tblGrid>
                <a:gridCol w="342678">
                  <a:extLst>
                    <a:ext uri="{9D8B030D-6E8A-4147-A177-3AD203B41FA5}">
                      <a16:colId xmlns:a16="http://schemas.microsoft.com/office/drawing/2014/main" val="20000"/>
                    </a:ext>
                  </a:extLst>
                </a:gridCol>
                <a:gridCol w="1870699">
                  <a:extLst>
                    <a:ext uri="{9D8B030D-6E8A-4147-A177-3AD203B41FA5}">
                      <a16:colId xmlns:a16="http://schemas.microsoft.com/office/drawing/2014/main" val="20001"/>
                    </a:ext>
                  </a:extLst>
                </a:gridCol>
                <a:gridCol w="2688823">
                  <a:extLst>
                    <a:ext uri="{9D8B030D-6E8A-4147-A177-3AD203B41FA5}">
                      <a16:colId xmlns:a16="http://schemas.microsoft.com/office/drawing/2014/main" val="20002"/>
                    </a:ext>
                  </a:extLst>
                </a:gridCol>
              </a:tblGrid>
              <a:tr h="190500">
                <a:tc>
                  <a:txBody>
                    <a:bodyPr/>
                    <a:lstStyle/>
                    <a:p>
                      <a:pPr algn="ctr" fontAlgn="ctr"/>
                      <a:r>
                        <a:rPr lang="es-CO" sz="1600" u="none" strike="noStrike" dirty="0">
                          <a:effectLst/>
                        </a:rPr>
                        <a:t>1</a:t>
                      </a:r>
                      <a:endParaRPr lang="es-CO"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r>
                        <a:rPr lang="es-419" sz="1600" b="0" i="0" u="none" strike="noStrike" dirty="0">
                          <a:solidFill>
                            <a:schemeClr val="tx1"/>
                          </a:solidFill>
                          <a:effectLst/>
                          <a:latin typeface="+mn-lt"/>
                        </a:rPr>
                        <a:t>Sábados</a:t>
                      </a:r>
                      <a:endParaRPr lang="es-CO"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pt-BR" sz="1600" u="none" strike="noStrike" dirty="0">
                          <a:effectLst/>
                        </a:rPr>
                        <a:t>       8 AM a 12 M – 4 Horas</a:t>
                      </a:r>
                      <a:endParaRPr lang="pt-BR"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190500">
                <a:tc>
                  <a:txBody>
                    <a:bodyPr/>
                    <a:lstStyle/>
                    <a:p>
                      <a:pPr algn="ctr" fontAlgn="ctr"/>
                      <a:r>
                        <a:rPr lang="es-CO" sz="1600" u="none" strike="noStrike">
                          <a:effectLst/>
                        </a:rPr>
                        <a:t>2</a:t>
                      </a:r>
                      <a:endParaRPr lang="es-CO" sz="1600" b="1"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es-CO" sz="1600" u="none" strike="noStrike" dirty="0">
                          <a:effectLst/>
                        </a:rPr>
                        <a:t>Break</a:t>
                      </a:r>
                      <a:endParaRPr lang="es-CO"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pt-BR" sz="1600" u="none" strike="noStrike" dirty="0">
                          <a:effectLst/>
                        </a:rPr>
                        <a:t>       09:30 AM – 15 Minutos</a:t>
                      </a:r>
                      <a:endParaRPr lang="pt-BR"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bl>
          </a:graphicData>
        </a:graphic>
      </p:graphicFrame>
      <p:sp>
        <p:nvSpPr>
          <p:cNvPr id="5" name="CuadroTexto 4"/>
          <p:cNvSpPr txBox="1"/>
          <p:nvPr/>
        </p:nvSpPr>
        <p:spPr>
          <a:xfrm>
            <a:off x="1809534" y="4667774"/>
            <a:ext cx="3581750" cy="461665"/>
          </a:xfrm>
          <a:prstGeom prst="rect">
            <a:avLst/>
          </a:prstGeom>
          <a:noFill/>
        </p:spPr>
        <p:txBody>
          <a:bodyPr wrap="none" rtlCol="0">
            <a:spAutoFit/>
          </a:bodyPr>
          <a:lstStyle/>
          <a:p>
            <a:r>
              <a:rPr lang="es-419" sz="2400" b="1" dirty="0">
                <a:solidFill>
                  <a:srgbClr val="00B050"/>
                </a:solidFill>
              </a:rPr>
              <a:t>ESPACIOS DE FORMACIÓN </a:t>
            </a:r>
            <a:endParaRPr lang="es-CO" sz="2400" b="1" dirty="0">
              <a:solidFill>
                <a:srgbClr val="00B050"/>
              </a:solidFill>
            </a:endParaRPr>
          </a:p>
        </p:txBody>
      </p:sp>
      <p:pic>
        <p:nvPicPr>
          <p:cNvPr id="1026" name="Picture 2" descr="Estos son los lenguajes de programación más odiados y amados d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677" y="1301812"/>
            <a:ext cx="4572000" cy="29718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5" name="Rectángulo 54">
            <a:extLst>
              <a:ext uri="{FF2B5EF4-FFF2-40B4-BE49-F238E27FC236}">
                <a16:creationId xmlns:a16="http://schemas.microsoft.com/office/drawing/2014/main" id="{6BBBCB2E-F413-4381-8378-02FDC20EA4F6}"/>
              </a:ext>
            </a:extLst>
          </p:cNvPr>
          <p:cNvSpPr/>
          <p:nvPr/>
        </p:nvSpPr>
        <p:spPr>
          <a:xfrm>
            <a:off x="10477228" y="6481983"/>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3" name="Imagen 2" descr="Imagen que contiene Interfaz de usuario gráfica&#10;&#10;Descripción generada automáticamente">
            <a:extLst>
              <a:ext uri="{FF2B5EF4-FFF2-40B4-BE49-F238E27FC236}">
                <a16:creationId xmlns:a16="http://schemas.microsoft.com/office/drawing/2014/main" id="{E4C7B192-F8D7-EBCC-3AAF-FFED4D8D432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70448276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626843" y="256154"/>
            <a:ext cx="4747962" cy="512961"/>
          </a:xfrm>
          <a:prstGeom prst="rect">
            <a:avLst/>
          </a:prstGeom>
          <a:noFill/>
        </p:spPr>
        <p:txBody>
          <a:bodyPr wrap="square" lIns="0" tIns="0" rIns="0" bIns="0" rtlCol="0">
            <a:spAutoFit/>
          </a:bodyPr>
          <a:lstStyle/>
          <a:p>
            <a:pPr rtl="0">
              <a:lnSpc>
                <a:spcPts val="4000"/>
              </a:lnSpc>
            </a:pPr>
            <a:r>
              <a:rPr lang="es-ES" sz="3200" b="1" dirty="0">
                <a:solidFill>
                  <a:srgbClr val="002060"/>
                </a:solidFill>
                <a:latin typeface="Segoe UI" panose="020B0502040204020203" pitchFamily="34" charset="0"/>
                <a:cs typeface="Segoe UI" panose="020B0502040204020203" pitchFamily="34" charset="0"/>
              </a:rPr>
              <a:t>RETROALIMENTACIÓN</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11" name="Rectángulo 10">
            <a:extLst>
              <a:ext uri="{FF2B5EF4-FFF2-40B4-BE49-F238E27FC236}">
                <a16:creationId xmlns:a16="http://schemas.microsoft.com/office/drawing/2014/main" id="{6BBBCB2E-F413-4381-8378-02FDC20EA4F6}"/>
              </a:ext>
            </a:extLst>
          </p:cNvPr>
          <p:cNvSpPr/>
          <p:nvPr/>
        </p:nvSpPr>
        <p:spPr>
          <a:xfrm>
            <a:off x="10477228" y="6481983"/>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3" name="Imagen 2"/>
          <p:cNvPicPr>
            <a:picLocks noChangeAspect="1"/>
          </p:cNvPicPr>
          <p:nvPr/>
        </p:nvPicPr>
        <p:blipFill>
          <a:blip r:embed="rId3"/>
          <a:stretch>
            <a:fillRect/>
          </a:stretch>
        </p:blipFill>
        <p:spPr>
          <a:xfrm>
            <a:off x="8037754" y="1733266"/>
            <a:ext cx="3317332" cy="33173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Imagen 4"/>
          <p:cNvPicPr>
            <a:picLocks noChangeAspect="1"/>
          </p:cNvPicPr>
          <p:nvPr/>
        </p:nvPicPr>
        <p:blipFill>
          <a:blip r:embed="rId4"/>
          <a:stretch>
            <a:fillRect/>
          </a:stretch>
        </p:blipFill>
        <p:spPr>
          <a:xfrm>
            <a:off x="1129444" y="1842074"/>
            <a:ext cx="4441974" cy="31935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 name="Imagen 1" descr="Imagen que contiene Interfaz de usuario gráfica&#10;&#10;Descripción generada automáticamente">
            <a:extLst>
              <a:ext uri="{FF2B5EF4-FFF2-40B4-BE49-F238E27FC236}">
                <a16:creationId xmlns:a16="http://schemas.microsoft.com/office/drawing/2014/main" id="{F28A3F15-98BC-CE2E-B02B-51EEBF9B5E6A}"/>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03444098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821361" y="1886970"/>
            <a:ext cx="3799071" cy="512961"/>
          </a:xfrm>
          <a:prstGeom prst="rect">
            <a:avLst/>
          </a:prstGeom>
          <a:noFill/>
        </p:spPr>
        <p:txBody>
          <a:bodyPr wrap="square" lIns="0" tIns="0" rIns="0" bIns="0" rtlCol="0">
            <a:spAutoFit/>
          </a:bodyPr>
          <a:lstStyle/>
          <a:p>
            <a:pPr rtl="0">
              <a:lnSpc>
                <a:spcPts val="4000"/>
              </a:lnSpc>
            </a:pPr>
            <a:r>
              <a:rPr lang="es-ES" sz="3200" b="1" dirty="0">
                <a:solidFill>
                  <a:srgbClr val="002060"/>
                </a:solidFill>
                <a:latin typeface="Segoe UI" panose="020B0502040204020203" pitchFamily="34" charset="0"/>
                <a:cs typeface="Segoe UI" panose="020B0502040204020203" pitchFamily="34" charset="0"/>
              </a:rPr>
              <a:t>SABERES PREVIOS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050" name="Picture 2" descr="3 tendencias emergentes que marcarán el futuro de la programació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91" y="1760562"/>
            <a:ext cx="6008119" cy="32345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Rectángulo 11">
            <a:extLst>
              <a:ext uri="{FF2B5EF4-FFF2-40B4-BE49-F238E27FC236}">
                <a16:creationId xmlns:a16="http://schemas.microsoft.com/office/drawing/2014/main" id="{6BBBCB2E-F413-4381-8378-02FDC20EA4F6}"/>
              </a:ext>
            </a:extLst>
          </p:cNvPr>
          <p:cNvSpPr/>
          <p:nvPr/>
        </p:nvSpPr>
        <p:spPr>
          <a:xfrm>
            <a:off x="7102234" y="3178628"/>
            <a:ext cx="5237324" cy="1231106"/>
          </a:xfrm>
          <a:prstGeom prst="rect">
            <a:avLst/>
          </a:prstGeom>
        </p:spPr>
        <p:txBody>
          <a:bodyPr wrap="square" lIns="0" tIns="0" rIns="0" bIns="0" rtlCol="0">
            <a:spAutoFit/>
          </a:bodyPr>
          <a:lstStyle/>
          <a:p>
            <a:pPr marL="342900" indent="-342900" rtl="0">
              <a:buFont typeface="Arial" panose="020B0604020202020204" pitchFamily="34" charset="0"/>
              <a:buChar char="•"/>
            </a:pPr>
            <a:r>
              <a:rPr lang="es-ES" sz="2000" b="1" i="1" dirty="0">
                <a:latin typeface="+mj-lt"/>
                <a:cs typeface="Segoe UI" panose="020B0502040204020203" pitchFamily="34" charset="0"/>
              </a:rPr>
              <a:t>¿Qué es una dirección IP?.</a:t>
            </a:r>
          </a:p>
          <a:p>
            <a:pPr marL="342900" indent="-342900" rtl="0">
              <a:buFont typeface="Arial" panose="020B0604020202020204" pitchFamily="34" charset="0"/>
              <a:buChar char="•"/>
            </a:pPr>
            <a:r>
              <a:rPr lang="es-ES" sz="2000" b="1" i="1" dirty="0">
                <a:latin typeface="+mj-lt"/>
                <a:cs typeface="Segoe UI" panose="020B0502040204020203" pitchFamily="34" charset="0"/>
              </a:rPr>
              <a:t>Clases de direcciones IP</a:t>
            </a:r>
          </a:p>
          <a:p>
            <a:pPr marL="342900" indent="-342900" rtl="0">
              <a:buFont typeface="Arial" panose="020B0604020202020204" pitchFamily="34" charset="0"/>
              <a:buChar char="•"/>
            </a:pPr>
            <a:r>
              <a:rPr lang="es-ES" sz="2000" b="1" i="1" dirty="0">
                <a:latin typeface="+mj-lt"/>
                <a:cs typeface="Segoe UI" panose="020B0502040204020203" pitchFamily="34" charset="0"/>
              </a:rPr>
              <a:t>¿Cómo asignar una dirección IP?</a:t>
            </a:r>
          </a:p>
          <a:p>
            <a:pPr marL="342900" indent="-342900" rtl="0">
              <a:buFont typeface="Arial" panose="020B0604020202020204" pitchFamily="34" charset="0"/>
              <a:buChar char="•"/>
            </a:pPr>
            <a:r>
              <a:rPr lang="es-ES" sz="2000" b="1" i="1" dirty="0">
                <a:latin typeface="+mj-lt"/>
                <a:cs typeface="Segoe UI" panose="020B0502040204020203" pitchFamily="34" charset="0"/>
              </a:rPr>
              <a:t>¿Cuáles dispositivos asignan direcciones IP?</a:t>
            </a:r>
          </a:p>
        </p:txBody>
      </p:sp>
      <p:sp>
        <p:nvSpPr>
          <p:cNvPr id="11" name="Rectángulo 10">
            <a:extLst>
              <a:ext uri="{FF2B5EF4-FFF2-40B4-BE49-F238E27FC236}">
                <a16:creationId xmlns:a16="http://schemas.microsoft.com/office/drawing/2014/main" id="{6BBBCB2E-F413-4381-8378-02FDC20EA4F6}"/>
              </a:ext>
            </a:extLst>
          </p:cNvPr>
          <p:cNvSpPr/>
          <p:nvPr/>
        </p:nvSpPr>
        <p:spPr>
          <a:xfrm>
            <a:off x="10477228" y="6481983"/>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descr="Imagen que contiene Interfaz de usuario gráfica&#10;&#10;Descripción generada automáticamente">
            <a:extLst>
              <a:ext uri="{FF2B5EF4-FFF2-40B4-BE49-F238E27FC236}">
                <a16:creationId xmlns:a16="http://schemas.microsoft.com/office/drawing/2014/main" id="{3375E090-D5D0-7737-642E-841BB58DEBC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53840825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8114409" y="5844296"/>
            <a:ext cx="3603287" cy="512961"/>
          </a:xfrm>
          <a:prstGeom prst="rect">
            <a:avLst/>
          </a:prstGeom>
          <a:noFill/>
        </p:spPr>
        <p:txBody>
          <a:bodyPr wrap="square" lIns="0" tIns="0" rIns="0" bIns="0" rtlCol="0">
            <a:spAutoFit/>
          </a:bodyPr>
          <a:lstStyle/>
          <a:p>
            <a:pPr algn="ctr" rtl="0">
              <a:lnSpc>
                <a:spcPts val="4000"/>
              </a:lnSpc>
            </a:pPr>
            <a:r>
              <a:rPr lang="es-ES" sz="4400" b="1" dirty="0">
                <a:solidFill>
                  <a:srgbClr val="002060"/>
                </a:solidFill>
                <a:latin typeface="Segoe UI" panose="020B0502040204020203" pitchFamily="34" charset="0"/>
                <a:cs typeface="Segoe UI" panose="020B0502040204020203" pitchFamily="34" charset="0"/>
              </a:rPr>
              <a:t>CONTENIDOS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10" name="Rectángulo 9">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p:cNvPicPr>
            <a:picLocks noChangeAspect="1"/>
          </p:cNvPicPr>
          <p:nvPr/>
        </p:nvPicPr>
        <p:blipFill>
          <a:blip r:embed="rId3"/>
          <a:stretch>
            <a:fillRect/>
          </a:stretch>
        </p:blipFill>
        <p:spPr>
          <a:xfrm>
            <a:off x="2483892" y="2572814"/>
            <a:ext cx="8051474" cy="18815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Imagen 2" descr="Imagen que contiene Interfaz de usuario gráfica&#10;&#10;Descripción generada automáticamente">
            <a:extLst>
              <a:ext uri="{FF2B5EF4-FFF2-40B4-BE49-F238E27FC236}">
                <a16:creationId xmlns:a16="http://schemas.microsoft.com/office/drawing/2014/main" id="{93071D33-5F09-268D-CE31-5F937D948F4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31566888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805086" y="3346758"/>
            <a:ext cx="3603287" cy="512961"/>
          </a:xfrm>
          <a:prstGeom prst="rect">
            <a:avLst/>
          </a:prstGeom>
          <a:noFill/>
        </p:spPr>
        <p:txBody>
          <a:bodyPr wrap="square" lIns="0" tIns="0" rIns="0" bIns="0" rtlCol="0">
            <a:spAutoFit/>
          </a:bodyPr>
          <a:lstStyle/>
          <a:p>
            <a:pPr algn="ctr" rtl="0">
              <a:lnSpc>
                <a:spcPts val="4000"/>
              </a:lnSpc>
            </a:pPr>
            <a:r>
              <a:rPr lang="es-ES" sz="4400" b="1" dirty="0">
                <a:solidFill>
                  <a:srgbClr val="00B050"/>
                </a:solidFill>
                <a:latin typeface="Segoe UI" panose="020B0502040204020203" pitchFamily="34" charset="0"/>
                <a:cs typeface="Segoe UI" panose="020B0502040204020203" pitchFamily="34" charset="0"/>
              </a:rPr>
              <a:t>CONTENIDOS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3" name="Imagen 2"/>
          <p:cNvPicPr>
            <a:picLocks noChangeAspect="1"/>
          </p:cNvPicPr>
          <p:nvPr/>
        </p:nvPicPr>
        <p:blipFill>
          <a:blip r:embed="rId3"/>
          <a:stretch>
            <a:fillRect/>
          </a:stretch>
        </p:blipFill>
        <p:spPr>
          <a:xfrm>
            <a:off x="878291" y="1079257"/>
            <a:ext cx="5386032" cy="51443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6BBBCB2E-F413-4381-8378-02FDC20EA4F6}"/>
              </a:ext>
            </a:extLst>
          </p:cNvPr>
          <p:cNvSpPr/>
          <p:nvPr/>
        </p:nvSpPr>
        <p:spPr>
          <a:xfrm>
            <a:off x="8728871" y="3884548"/>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descr="Imagen que contiene Interfaz de usuario gráfica&#10;&#10;Descripción generada automáticamente">
            <a:extLst>
              <a:ext uri="{FF2B5EF4-FFF2-40B4-BE49-F238E27FC236}">
                <a16:creationId xmlns:a16="http://schemas.microsoft.com/office/drawing/2014/main" id="{52311FF3-5184-DEDB-53A0-695BFE18AF0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411752283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313768" y="1459746"/>
            <a:ext cx="4479347" cy="1025922"/>
          </a:xfrm>
          <a:prstGeom prst="rect">
            <a:avLst/>
          </a:prstGeom>
          <a:noFill/>
        </p:spPr>
        <p:txBody>
          <a:bodyPr wrap="square" lIns="0" tIns="0" rIns="0" bIns="0" rtlCol="0">
            <a:spAutoFit/>
          </a:bodyPr>
          <a:lstStyle/>
          <a:p>
            <a:pPr algn="ctr" rtl="0">
              <a:lnSpc>
                <a:spcPts val="4000"/>
              </a:lnSpc>
            </a:pPr>
            <a:r>
              <a:rPr lang="es-ES" sz="4400" b="1" dirty="0">
                <a:solidFill>
                  <a:srgbClr val="002060"/>
                </a:solidFill>
                <a:latin typeface="Segoe UI" panose="020B0502040204020203" pitchFamily="34" charset="0"/>
                <a:cs typeface="Segoe UI" panose="020B0502040204020203" pitchFamily="34" charset="0"/>
              </a:rPr>
              <a:t>ARCHIVOS DE TRABAJO</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6" name="Grupo 205" descr="Esta imagen es un icono de una persona interactuando con tres personas. ">
            <a:extLst>
              <a:ext uri="{FF2B5EF4-FFF2-40B4-BE49-F238E27FC236}">
                <a16:creationId xmlns:a16="http://schemas.microsoft.com/office/drawing/2014/main" id="{23348E2E-A7EF-4B89-8F8D-D88C5354E9D5}"/>
              </a:ext>
            </a:extLst>
          </p:cNvPr>
          <p:cNvGrpSpPr/>
          <p:nvPr/>
        </p:nvGrpSpPr>
        <p:grpSpPr>
          <a:xfrm>
            <a:off x="7973048" y="3625038"/>
            <a:ext cx="3067397" cy="492443"/>
            <a:chOff x="7999616" y="3566010"/>
            <a:chExt cx="3067397" cy="492443"/>
          </a:xfrm>
        </p:grpSpPr>
        <p:sp>
          <p:nvSpPr>
            <p:cNvPr id="190" name="Rectángulo 189">
              <a:extLst>
                <a:ext uri="{FF2B5EF4-FFF2-40B4-BE49-F238E27FC236}">
                  <a16:creationId xmlns:a16="http://schemas.microsoft.com/office/drawing/2014/main" id="{80F4EEC6-F407-4E25-BBB6-C506B28F5A4C}"/>
                </a:ext>
              </a:extLst>
            </p:cNvPr>
            <p:cNvSpPr/>
            <p:nvPr/>
          </p:nvSpPr>
          <p:spPr>
            <a:xfrm>
              <a:off x="8578718" y="3566010"/>
              <a:ext cx="2488295" cy="492443"/>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Archivos con las temáticas presentadas</a:t>
              </a:r>
            </a:p>
          </p:txBody>
        </p:sp>
        <p:grpSp>
          <p:nvGrpSpPr>
            <p:cNvPr id="191" name="Grupo 190">
              <a:extLst>
                <a:ext uri="{FF2B5EF4-FFF2-40B4-BE49-F238E27FC236}">
                  <a16:creationId xmlns:a16="http://schemas.microsoft.com/office/drawing/2014/main" id="{0FD0F77B-65FD-413C-B2B0-1AD539DC68D3}"/>
                </a:ext>
              </a:extLst>
            </p:cNvPr>
            <p:cNvGrpSpPr/>
            <p:nvPr/>
          </p:nvGrpSpPr>
          <p:grpSpPr>
            <a:xfrm>
              <a:off x="7999616" y="3639194"/>
              <a:ext cx="330200" cy="346075"/>
              <a:chOff x="2686050" y="2895601"/>
              <a:chExt cx="330200" cy="346075"/>
            </a:xfrm>
          </p:grpSpPr>
          <p:sp>
            <p:nvSpPr>
              <p:cNvPr id="192" name="Elipse 309">
                <a:extLst>
                  <a:ext uri="{FF2B5EF4-FFF2-40B4-BE49-F238E27FC236}">
                    <a16:creationId xmlns:a16="http://schemas.microsoft.com/office/drawing/2014/main" id="{C57EF862-9A10-430C-8004-66A9241CE18B}"/>
                  </a:ext>
                </a:extLst>
              </p:cNvPr>
              <p:cNvSpPr>
                <a:spLocks noChangeArrowheads="1"/>
              </p:cNvSpPr>
              <p:nvPr/>
            </p:nvSpPr>
            <p:spPr bwMode="auto">
              <a:xfrm>
                <a:off x="2809875" y="2895601"/>
                <a:ext cx="82550" cy="82550"/>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3" name="Forma libre 310">
                <a:extLst>
                  <a:ext uri="{FF2B5EF4-FFF2-40B4-BE49-F238E27FC236}">
                    <a16:creationId xmlns:a16="http://schemas.microsoft.com/office/drawing/2014/main" id="{13EA5F29-D427-40C4-AB4D-3D59B3F699E4}"/>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4" name="Elipse 311">
                <a:extLst>
                  <a:ext uri="{FF2B5EF4-FFF2-40B4-BE49-F238E27FC236}">
                    <a16:creationId xmlns:a16="http://schemas.microsoft.com/office/drawing/2014/main" id="{D591DE3C-214D-426A-9B8E-741D87BAFB46}"/>
                  </a:ext>
                </a:extLst>
              </p:cNvPr>
              <p:cNvSpPr>
                <a:spLocks noChangeArrowheads="1"/>
              </p:cNvSpPr>
              <p:nvPr/>
            </p:nvSpPr>
            <p:spPr bwMode="auto">
              <a:xfrm>
                <a:off x="2708275"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5" name="Forma libre 312">
                <a:extLst>
                  <a:ext uri="{FF2B5EF4-FFF2-40B4-BE49-F238E27FC236}">
                    <a16:creationId xmlns:a16="http://schemas.microsoft.com/office/drawing/2014/main" id="{921D329D-AC5C-496B-96D4-A220BC49B579}"/>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6" name="Elipse 313">
                <a:extLst>
                  <a:ext uri="{FF2B5EF4-FFF2-40B4-BE49-F238E27FC236}">
                    <a16:creationId xmlns:a16="http://schemas.microsoft.com/office/drawing/2014/main" id="{87933186-B346-44AC-85AA-CA346F5FBDEE}"/>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7" name="Forma libre 314">
                <a:extLst>
                  <a:ext uri="{FF2B5EF4-FFF2-40B4-BE49-F238E27FC236}">
                    <a16:creationId xmlns:a16="http://schemas.microsoft.com/office/drawing/2014/main" id="{E0E3BA39-8375-478D-9CF6-4EC7438136A6}"/>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8" name="Elipse 315">
                <a:extLst>
                  <a:ext uri="{FF2B5EF4-FFF2-40B4-BE49-F238E27FC236}">
                    <a16:creationId xmlns:a16="http://schemas.microsoft.com/office/drawing/2014/main" id="{550D4481-BC6A-476D-80E1-F12F8ED9F75F}"/>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9" name="Forma libre 316">
                <a:extLst>
                  <a:ext uri="{FF2B5EF4-FFF2-40B4-BE49-F238E27FC236}">
                    <a16:creationId xmlns:a16="http://schemas.microsoft.com/office/drawing/2014/main" id="{951EE685-6291-44F0-81B1-A3B5791D1C54}"/>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0" name="Elipse 317">
                <a:extLst>
                  <a:ext uri="{FF2B5EF4-FFF2-40B4-BE49-F238E27FC236}">
                    <a16:creationId xmlns:a16="http://schemas.microsoft.com/office/drawing/2014/main" id="{1822195B-E26A-4DF0-B1B1-A36823632E74}"/>
                  </a:ext>
                </a:extLst>
              </p:cNvPr>
              <p:cNvSpPr>
                <a:spLocks noChangeArrowheads="1"/>
              </p:cNvSpPr>
              <p:nvPr/>
            </p:nvSpPr>
            <p:spPr bwMode="auto">
              <a:xfrm>
                <a:off x="2820988"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1" name="Forma libre 318">
                <a:extLst>
                  <a:ext uri="{FF2B5EF4-FFF2-40B4-BE49-F238E27FC236}">
                    <a16:creationId xmlns:a16="http://schemas.microsoft.com/office/drawing/2014/main" id="{E33AF9C8-AD93-4E36-9887-B8B748838EE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2" name="Forma libre 319">
                <a:extLst>
                  <a:ext uri="{FF2B5EF4-FFF2-40B4-BE49-F238E27FC236}">
                    <a16:creationId xmlns:a16="http://schemas.microsoft.com/office/drawing/2014/main" id="{3E3913FB-5C76-4699-89D5-5A71454116E9}"/>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3" name="Línea 320">
                <a:extLst>
                  <a:ext uri="{FF2B5EF4-FFF2-40B4-BE49-F238E27FC236}">
                    <a16:creationId xmlns:a16="http://schemas.microsoft.com/office/drawing/2014/main" id="{C96335B1-62B8-4482-A67B-BE60CF58E363}"/>
                  </a:ext>
                </a:extLst>
              </p:cNvPr>
              <p:cNvSpPr>
                <a:spLocks noChangeShapeType="1"/>
              </p:cNvSpPr>
              <p:nvPr/>
            </p:nvSpPr>
            <p:spPr bwMode="auto">
              <a:xfrm>
                <a:off x="2851150" y="3044826"/>
                <a:ext cx="0" cy="46038"/>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gr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965111" y="4613136"/>
            <a:ext cx="3075334" cy="738664"/>
            <a:chOff x="7991679" y="4554108"/>
            <a:chExt cx="3075334" cy="738664"/>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738664"/>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Archivo de texto con las URL para desarrollar las actividades en clase.</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55" name="Rectángulo 54"/>
          <p:cNvSpPr/>
          <p:nvPr/>
        </p:nvSpPr>
        <p:spPr>
          <a:xfrm>
            <a:off x="1316091" y="4513789"/>
            <a:ext cx="4232441" cy="584775"/>
          </a:xfrm>
          <a:prstGeom prst="rect">
            <a:avLst/>
          </a:prstGeom>
        </p:spPr>
        <p:txBody>
          <a:bodyPr wrap="none">
            <a:spAutoFit/>
          </a:bodyPr>
          <a:lstStyle/>
          <a:p>
            <a:r>
              <a:rPr lang="es-CO" sz="3200" dirty="0">
                <a:solidFill>
                  <a:schemeClr val="accent5"/>
                </a:solidFill>
              </a:rPr>
              <a:t>https://cutt.ly/UgUYHhx</a:t>
            </a:r>
          </a:p>
        </p:txBody>
      </p:sp>
      <p:pic>
        <p:nvPicPr>
          <p:cNvPr id="7170" name="Picture 2" descr="El plan gratuito de Dropbox cambia y limita a 3 los dispositivo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526" y="1610956"/>
            <a:ext cx="4572000" cy="2286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3" name="Rectángulo 42">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descr="Imagen que contiene Interfaz de usuario gráfica&#10;&#10;Descripción generada automáticamente">
            <a:extLst>
              <a:ext uri="{FF2B5EF4-FFF2-40B4-BE49-F238E27FC236}">
                <a16:creationId xmlns:a16="http://schemas.microsoft.com/office/drawing/2014/main" id="{AEEC2BEE-3F3B-2062-3050-ED596AB10B6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51843277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45121" y="148782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ETHERNET</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298896" y="3006814"/>
            <a:ext cx="4386598" cy="2462213"/>
            <a:chOff x="7991679" y="4554108"/>
            <a:chExt cx="3075334" cy="2462213"/>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2462213"/>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Ethernet es un estándar de redes de área local para computadoras, por sus siglas en español Acceso Múltiple con Escucha de Portadora y Detección de Colisiones (CSMA/CD). Su nombre procede del concepto físico de éter (ETHER, en inglés). Ethernet define las características de cableado y señalización; de nivel físico y los formatos de tramas de datos del nivel de enlace de datos del modelo OSI</a:t>
              </a:r>
              <a:endParaRPr lang="es-ES" sz="1600" i="1" dirty="0">
                <a:solidFill>
                  <a:srgbClr val="002060"/>
                </a:solidFill>
                <a:latin typeface="+mj-lt"/>
                <a:cs typeface="Segoe UI" panose="020B0502040204020203" pitchFamily="34" charset="0"/>
              </a:endParaRP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p:cNvPicPr>
            <a:picLocks noChangeAspect="1"/>
          </p:cNvPicPr>
          <p:nvPr/>
        </p:nvPicPr>
        <p:blipFill>
          <a:blip r:embed="rId3"/>
          <a:stretch>
            <a:fillRect/>
          </a:stretch>
        </p:blipFill>
        <p:spPr>
          <a:xfrm>
            <a:off x="1102119" y="2202969"/>
            <a:ext cx="4799350" cy="29806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 name="Imagen 2" descr="Imagen que contiene Interfaz de usuario gráfica&#10;&#10;Descripción generada automáticamente">
            <a:extLst>
              <a:ext uri="{FF2B5EF4-FFF2-40B4-BE49-F238E27FC236}">
                <a16:creationId xmlns:a16="http://schemas.microsoft.com/office/drawing/2014/main" id="{168D9D74-288D-17FA-5456-3EF0D23636E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01912841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67951" y="3178628"/>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ESPECIFICACIONES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ETHERNET</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3" name="Imagen 2"/>
          <p:cNvPicPr>
            <a:picLocks noChangeAspect="1"/>
          </p:cNvPicPr>
          <p:nvPr/>
        </p:nvPicPr>
        <p:blipFill>
          <a:blip r:embed="rId3"/>
          <a:stretch>
            <a:fillRect/>
          </a:stretch>
        </p:blipFill>
        <p:spPr>
          <a:xfrm>
            <a:off x="778275" y="1784597"/>
            <a:ext cx="5146338" cy="3865575"/>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8211D7D5-3D45-3864-625C-292D58761F5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97012587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3" name="Imagen 2"/>
          <p:cNvPicPr>
            <a:picLocks noChangeAspect="1"/>
          </p:cNvPicPr>
          <p:nvPr/>
        </p:nvPicPr>
        <p:blipFill>
          <a:blip r:embed="rId3"/>
          <a:stretch>
            <a:fillRect/>
          </a:stretch>
        </p:blipFill>
        <p:spPr>
          <a:xfrm>
            <a:off x="71168" y="1559897"/>
            <a:ext cx="6644246" cy="4349584"/>
          </a:xfrm>
          <a:prstGeom prst="rect">
            <a:avLst/>
          </a:prstGeom>
        </p:spPr>
      </p:pic>
      <p:pic>
        <p:nvPicPr>
          <p:cNvPr id="5" name="Imagen 4"/>
          <p:cNvPicPr>
            <a:picLocks noChangeAspect="1"/>
          </p:cNvPicPr>
          <p:nvPr/>
        </p:nvPicPr>
        <p:blipFill>
          <a:blip r:embed="rId4"/>
          <a:stretch>
            <a:fillRect/>
          </a:stretch>
        </p:blipFill>
        <p:spPr>
          <a:xfrm>
            <a:off x="6312321" y="2550059"/>
            <a:ext cx="6200169" cy="1877731"/>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1C9F6100-023B-AFCB-712D-558DD1CE3F2A}"/>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45536428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67951" y="3178628"/>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ESPECIFICACIONES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ETHERNET</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1026" name="Picture 2" descr="Descripción general de Ethern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1393" y="2248190"/>
            <a:ext cx="5761097" cy="2930958"/>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DE8ED321-A5F5-5760-7513-74273A36C3A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10548704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67951" y="3178628"/>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ESPECIFICACIONES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ETHERNET – CSMA /CD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5" name="Imagen 4"/>
          <p:cNvPicPr>
            <a:picLocks noChangeAspect="1"/>
          </p:cNvPicPr>
          <p:nvPr/>
        </p:nvPicPr>
        <p:blipFill>
          <a:blip r:embed="rId3"/>
          <a:stretch>
            <a:fillRect/>
          </a:stretch>
        </p:blipFill>
        <p:spPr>
          <a:xfrm>
            <a:off x="834456" y="1184065"/>
            <a:ext cx="4728767" cy="4827774"/>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3F2972B9-E36D-6913-F716-8B8AE206A55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3918488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63485" y="56783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CSMA /CD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p:cNvPicPr>
            <a:picLocks noChangeAspect="1"/>
          </p:cNvPicPr>
          <p:nvPr/>
        </p:nvPicPr>
        <p:blipFill>
          <a:blip r:embed="rId3"/>
          <a:stretch>
            <a:fillRect/>
          </a:stretch>
        </p:blipFill>
        <p:spPr>
          <a:xfrm>
            <a:off x="1066014" y="934363"/>
            <a:ext cx="4088427" cy="5414846"/>
          </a:xfrm>
          <a:prstGeom prst="rect">
            <a:avLst/>
          </a:prstGeom>
        </p:spPr>
      </p:pic>
      <p:sp>
        <p:nvSpPr>
          <p:cNvPr id="10" name="Rectángulo 9">
            <a:extLst>
              <a:ext uri="{FF2B5EF4-FFF2-40B4-BE49-F238E27FC236}">
                <a16:creationId xmlns:a16="http://schemas.microsoft.com/office/drawing/2014/main" id="{E522F3F9-ECF0-4D2A-9244-1942DCB20E98}"/>
              </a:ext>
            </a:extLst>
          </p:cNvPr>
          <p:cNvSpPr/>
          <p:nvPr/>
        </p:nvSpPr>
        <p:spPr>
          <a:xfrm>
            <a:off x="7437339" y="2161598"/>
            <a:ext cx="4427115" cy="3447098"/>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En comunicaciones, CSMA/CD (del inglés </a:t>
            </a:r>
            <a:r>
              <a:rPr lang="es-MX" sz="1600" i="1" dirty="0" err="1">
                <a:solidFill>
                  <a:srgbClr val="002060"/>
                </a:solidFill>
                <a:latin typeface="+mj-lt"/>
                <a:cs typeface="Segoe UI" panose="020B0502040204020203" pitchFamily="34" charset="0"/>
              </a:rPr>
              <a:t>Carrier</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Sense</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Multiple</a:t>
            </a:r>
            <a:r>
              <a:rPr lang="es-MX" sz="1600" i="1" dirty="0">
                <a:solidFill>
                  <a:srgbClr val="002060"/>
                </a:solidFill>
                <a:latin typeface="+mj-lt"/>
                <a:cs typeface="Segoe UI" panose="020B0502040204020203" pitchFamily="34" charset="0"/>
              </a:rPr>
              <a:t> Access </a:t>
            </a:r>
            <a:r>
              <a:rPr lang="es-MX" sz="1600" i="1" dirty="0" err="1">
                <a:solidFill>
                  <a:srgbClr val="002060"/>
                </a:solidFill>
                <a:latin typeface="+mj-lt"/>
                <a:cs typeface="Segoe UI" panose="020B0502040204020203" pitchFamily="34" charset="0"/>
              </a:rPr>
              <a:t>with</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Collision</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Detection</a:t>
            </a:r>
            <a:r>
              <a:rPr lang="es-MX" sz="1600" i="1" dirty="0">
                <a:solidFill>
                  <a:srgbClr val="002060"/>
                </a:solidFill>
                <a:latin typeface="+mj-lt"/>
                <a:cs typeface="Segoe UI" panose="020B0502040204020203" pitchFamily="34" charset="0"/>
              </a:rPr>
              <a:t>) o, en español, acceso múltiple con escucha de portadora y detección de colisiones, es un algoritmo de acceso al medio compartido. Su uso está especialmente extendido en redes Ethernet donde es empleado para mejorar sus prestaciones. </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En CSMA/CD, los dispositivos de red escuchan el medio antes de transmitir, es decir, es necesario determinar si el canal y sus recursos se encuentran disponibles para realizar una transmisión. Además, mejora el rendimiento de CSMA finalizando el envío cuando se ha detectado una colisión.</a:t>
            </a:r>
            <a:endParaRPr lang="es-ES" sz="1600" i="1" dirty="0">
              <a:solidFill>
                <a:srgbClr val="002060"/>
              </a:solidFill>
              <a:latin typeface="+mj-lt"/>
              <a:cs typeface="Segoe UI" panose="020B0502040204020203" pitchFamily="34" charset="0"/>
            </a:endParaRPr>
          </a:p>
        </p:txBody>
      </p:sp>
      <p:pic>
        <p:nvPicPr>
          <p:cNvPr id="3" name="Imagen 2" descr="Imagen que contiene Interfaz de usuario gráfica&#10;&#10;Descripción generada automáticamente">
            <a:extLst>
              <a:ext uri="{FF2B5EF4-FFF2-40B4-BE49-F238E27FC236}">
                <a16:creationId xmlns:a16="http://schemas.microsoft.com/office/drawing/2014/main" id="{78BCF70D-8A5D-D89E-56FB-6D32CB090C8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7889539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63485" y="56783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CSMA /CD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10" name="Rectángulo 9">
            <a:extLst>
              <a:ext uri="{FF2B5EF4-FFF2-40B4-BE49-F238E27FC236}">
                <a16:creationId xmlns:a16="http://schemas.microsoft.com/office/drawing/2014/main" id="{E522F3F9-ECF0-4D2A-9244-1942DCB20E98}"/>
              </a:ext>
            </a:extLst>
          </p:cNvPr>
          <p:cNvSpPr/>
          <p:nvPr/>
        </p:nvSpPr>
        <p:spPr>
          <a:xfrm>
            <a:off x="7437339" y="2161598"/>
            <a:ext cx="4427115" cy="3447098"/>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En comunicaciones, CSMA/CD (del inglés </a:t>
            </a:r>
            <a:r>
              <a:rPr lang="es-MX" sz="1600" i="1" dirty="0" err="1">
                <a:solidFill>
                  <a:srgbClr val="002060"/>
                </a:solidFill>
                <a:latin typeface="+mj-lt"/>
                <a:cs typeface="Segoe UI" panose="020B0502040204020203" pitchFamily="34" charset="0"/>
              </a:rPr>
              <a:t>Carrier</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Sense</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Multiple</a:t>
            </a:r>
            <a:r>
              <a:rPr lang="es-MX" sz="1600" i="1" dirty="0">
                <a:solidFill>
                  <a:srgbClr val="002060"/>
                </a:solidFill>
                <a:latin typeface="+mj-lt"/>
                <a:cs typeface="Segoe UI" panose="020B0502040204020203" pitchFamily="34" charset="0"/>
              </a:rPr>
              <a:t> Access </a:t>
            </a:r>
            <a:r>
              <a:rPr lang="es-MX" sz="1600" i="1" dirty="0" err="1">
                <a:solidFill>
                  <a:srgbClr val="002060"/>
                </a:solidFill>
                <a:latin typeface="+mj-lt"/>
                <a:cs typeface="Segoe UI" panose="020B0502040204020203" pitchFamily="34" charset="0"/>
              </a:rPr>
              <a:t>with</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Collision</a:t>
            </a:r>
            <a:r>
              <a:rPr lang="es-MX" sz="1600" i="1" dirty="0">
                <a:solidFill>
                  <a:srgbClr val="002060"/>
                </a:solidFill>
                <a:latin typeface="+mj-lt"/>
                <a:cs typeface="Segoe UI" panose="020B0502040204020203" pitchFamily="34" charset="0"/>
              </a:rPr>
              <a:t> </a:t>
            </a:r>
            <a:r>
              <a:rPr lang="es-MX" sz="1600" i="1" dirty="0" err="1">
                <a:solidFill>
                  <a:srgbClr val="002060"/>
                </a:solidFill>
                <a:latin typeface="+mj-lt"/>
                <a:cs typeface="Segoe UI" panose="020B0502040204020203" pitchFamily="34" charset="0"/>
              </a:rPr>
              <a:t>Detection</a:t>
            </a:r>
            <a:r>
              <a:rPr lang="es-MX" sz="1600" i="1" dirty="0">
                <a:solidFill>
                  <a:srgbClr val="002060"/>
                </a:solidFill>
                <a:latin typeface="+mj-lt"/>
                <a:cs typeface="Segoe UI" panose="020B0502040204020203" pitchFamily="34" charset="0"/>
              </a:rPr>
              <a:t>) o, en español, acceso múltiple con escucha de portadora y detección de colisiones, es un algoritmo de acceso al medio compartido. Su uso está especialmente extendido en redes Ethernet donde es empleado para mejorar sus prestaciones. </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En CSMA/CD, los dispositivos de red escuchan el medio antes de transmitir, es decir, es necesario determinar si el canal y sus recursos se encuentran disponibles para realizar una transmisión. Además, mejora el rendimiento de CSMA finalizando el envío cuando se ha detectado una colisión.</a:t>
            </a:r>
            <a:endParaRPr lang="es-ES" sz="1600" i="1" dirty="0">
              <a:solidFill>
                <a:srgbClr val="002060"/>
              </a:solidFill>
              <a:latin typeface="+mj-lt"/>
              <a:cs typeface="Segoe UI" panose="020B0502040204020203" pitchFamily="34" charset="0"/>
            </a:endParaRPr>
          </a:p>
        </p:txBody>
      </p:sp>
      <p:pic>
        <p:nvPicPr>
          <p:cNvPr id="2050" name="Picture 2" descr="https://upload.wikimedia.org/wikipedia/commons/7/7f/Csma_c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922" y="1950449"/>
            <a:ext cx="5609658" cy="2771675"/>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2C0A4D50-E62A-C41C-52AD-B9990CAB142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410664677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63485" y="56783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DOMINIO DE COLISIÓN</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10" name="Rectángulo 9">
            <a:extLst>
              <a:ext uri="{FF2B5EF4-FFF2-40B4-BE49-F238E27FC236}">
                <a16:creationId xmlns:a16="http://schemas.microsoft.com/office/drawing/2014/main" id="{E522F3F9-ECF0-4D2A-9244-1942DCB20E98}"/>
              </a:ext>
            </a:extLst>
          </p:cNvPr>
          <p:cNvSpPr/>
          <p:nvPr/>
        </p:nvSpPr>
        <p:spPr>
          <a:xfrm>
            <a:off x="7437339" y="2161598"/>
            <a:ext cx="4427115" cy="3200876"/>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Un dominio de colisión es un segmento físico de una red de computadores donde es posible que las tramas puedan "colisionar" (interferir) con otros. Estas colisiones se dan particularmente en el protocolo de red Ethernet.</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A medida que aumenta el número de nodos que pueden transmitir en un segmento de red, aumentan las posibilidades de que dos de ellos transmitan a la vez. Esta transmisión simultánea ocasiona una interferencia entre las señales de ambos nodos, que se conoce como colisión. Conforme aumenta el número de colisiones disminuye el rendimiento de la red.</a:t>
            </a:r>
            <a:endParaRPr lang="es-ES" sz="1600" i="1" dirty="0">
              <a:solidFill>
                <a:srgbClr val="002060"/>
              </a:solidFill>
              <a:latin typeface="+mj-lt"/>
              <a:cs typeface="Segoe UI" panose="020B0502040204020203" pitchFamily="34" charset="0"/>
            </a:endParaRPr>
          </a:p>
        </p:txBody>
      </p:sp>
      <p:pic>
        <p:nvPicPr>
          <p:cNvPr id="2" name="Imagen 1"/>
          <p:cNvPicPr>
            <a:picLocks noChangeAspect="1"/>
          </p:cNvPicPr>
          <p:nvPr/>
        </p:nvPicPr>
        <p:blipFill>
          <a:blip r:embed="rId3"/>
          <a:stretch>
            <a:fillRect/>
          </a:stretch>
        </p:blipFill>
        <p:spPr>
          <a:xfrm>
            <a:off x="528916" y="1941066"/>
            <a:ext cx="5878936" cy="3641940"/>
          </a:xfrm>
          <a:prstGeom prst="rect">
            <a:avLst/>
          </a:prstGeom>
        </p:spPr>
      </p:pic>
      <p:pic>
        <p:nvPicPr>
          <p:cNvPr id="3" name="Imagen 2" descr="Imagen que contiene Interfaz de usuario gráfica&#10;&#10;Descripción generada automáticamente">
            <a:extLst>
              <a:ext uri="{FF2B5EF4-FFF2-40B4-BE49-F238E27FC236}">
                <a16:creationId xmlns:a16="http://schemas.microsoft.com/office/drawing/2014/main" id="{1DB8CEBF-3946-66BB-E9DA-4273CECB202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19025764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82633" y="3154490"/>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DOMINIO DE COLISIÓN</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3" name="Imagen 2"/>
          <p:cNvPicPr>
            <a:picLocks noChangeAspect="1"/>
          </p:cNvPicPr>
          <p:nvPr/>
        </p:nvPicPr>
        <p:blipFill>
          <a:blip r:embed="rId3"/>
          <a:stretch>
            <a:fillRect/>
          </a:stretch>
        </p:blipFill>
        <p:spPr>
          <a:xfrm>
            <a:off x="313148" y="1552817"/>
            <a:ext cx="6214877" cy="4661158"/>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F28DF37D-D129-446C-89CC-A32FF08E57B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427776619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51085" y="133211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BROADCAST</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10" name="Rectángulo 9">
            <a:extLst>
              <a:ext uri="{FF2B5EF4-FFF2-40B4-BE49-F238E27FC236}">
                <a16:creationId xmlns:a16="http://schemas.microsoft.com/office/drawing/2014/main" id="{E522F3F9-ECF0-4D2A-9244-1942DCB20E98}"/>
              </a:ext>
            </a:extLst>
          </p:cNvPr>
          <p:cNvSpPr/>
          <p:nvPr/>
        </p:nvSpPr>
        <p:spPr>
          <a:xfrm>
            <a:off x="7437339" y="3758386"/>
            <a:ext cx="4427115" cy="1477328"/>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En Informática, la difusión amplia, difusión ancha o </a:t>
            </a:r>
            <a:r>
              <a:rPr lang="es-MX" sz="1600" b="1" i="1" dirty="0">
                <a:solidFill>
                  <a:srgbClr val="002060"/>
                </a:solidFill>
                <a:latin typeface="+mj-lt"/>
                <a:cs typeface="Segoe UI" panose="020B0502040204020203" pitchFamily="34" charset="0"/>
              </a:rPr>
              <a:t>BROADCAST</a:t>
            </a:r>
            <a:r>
              <a:rPr lang="es-MX" sz="1600" i="1" dirty="0">
                <a:solidFill>
                  <a:srgbClr val="002060"/>
                </a:solidFill>
                <a:latin typeface="+mj-lt"/>
                <a:cs typeface="Segoe UI" panose="020B0502040204020203" pitchFamily="34" charset="0"/>
              </a:rPr>
              <a:t>, es una forma de transmisión de información donde un nodo emisor envía información a una multitud de nodos receptores de manera simultánea, sin necesidad de reproducir la misma transmisión nodo por nodo</a:t>
            </a:r>
            <a:endParaRPr lang="es-ES" sz="1600" i="1" dirty="0">
              <a:solidFill>
                <a:srgbClr val="002060"/>
              </a:solidFill>
              <a:latin typeface="+mj-lt"/>
              <a:cs typeface="Segoe UI" panose="020B0502040204020203" pitchFamily="34" charset="0"/>
            </a:endParaRPr>
          </a:p>
        </p:txBody>
      </p:sp>
      <p:pic>
        <p:nvPicPr>
          <p:cNvPr id="7" name="Imagen 6"/>
          <p:cNvPicPr>
            <a:picLocks noChangeAspect="1"/>
          </p:cNvPicPr>
          <p:nvPr/>
        </p:nvPicPr>
        <p:blipFill>
          <a:blip r:embed="rId3"/>
          <a:stretch>
            <a:fillRect/>
          </a:stretch>
        </p:blipFill>
        <p:spPr>
          <a:xfrm>
            <a:off x="465363" y="1845074"/>
            <a:ext cx="5399398" cy="3597349"/>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992EC1FD-80D3-B6E5-4F27-CA5BCE5BBD6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12339009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82633" y="3154490"/>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BROADCAST</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5" name="Imagen 4"/>
          <p:cNvPicPr>
            <a:picLocks noChangeAspect="1"/>
          </p:cNvPicPr>
          <p:nvPr/>
        </p:nvPicPr>
        <p:blipFill>
          <a:blip r:embed="rId3"/>
          <a:stretch>
            <a:fillRect/>
          </a:stretch>
        </p:blipFill>
        <p:spPr>
          <a:xfrm>
            <a:off x="1102119" y="2228149"/>
            <a:ext cx="4442040" cy="2878603"/>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0BCBAD06-153D-5172-8190-477DDB3C59D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00451479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82633" y="3154490"/>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CONEXIÓN DISPOSITIVOS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DE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5122" name="Picture 2" descr="3. Conexiones externas de un encaminador - Redes locales y globa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35" y="2392601"/>
            <a:ext cx="5999908" cy="328486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E5829F60-19EB-0F91-0D63-00089BCBFD5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56418436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82633" y="3154490"/>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CONEXIÓN DISPOSITIVOS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DE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5122" name="Picture 2" descr="3. Conexiones externas de un encaminador - Redes locales y globa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35" y="2392601"/>
            <a:ext cx="5999908" cy="328486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3F742794-D936-ACE9-065B-696DCB22FAF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23942514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78168" y="2908830"/>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CONEXIÓN DISPOSITIVOS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DE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10242" name="Picture 2" descr="Trunk: Entienda lo que es el Troncal. - SeaCCN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937" y="2908830"/>
            <a:ext cx="5388116" cy="1648854"/>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01400B7F-DA92-1B1B-3E55-7D3C419CF1A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16396004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259804" y="2970504"/>
            <a:ext cx="6199622" cy="1538883"/>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CONEXIÓN DISPOSITIVOS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DE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3" name="Imagen 2"/>
          <p:cNvPicPr>
            <a:picLocks noChangeAspect="1"/>
          </p:cNvPicPr>
          <p:nvPr/>
        </p:nvPicPr>
        <p:blipFill>
          <a:blip r:embed="rId3"/>
          <a:stretch>
            <a:fillRect/>
          </a:stretch>
        </p:blipFill>
        <p:spPr>
          <a:xfrm>
            <a:off x="341777" y="2402007"/>
            <a:ext cx="6103028" cy="2675878"/>
          </a:xfrm>
          <a:prstGeom prst="rect">
            <a:avLst/>
          </a:prstGeom>
        </p:spPr>
      </p:pic>
      <p:pic>
        <p:nvPicPr>
          <p:cNvPr id="2" name="Imagen 1" descr="Imagen que contiene Interfaz de usuario gráfica&#10;&#10;Descripción generada automáticamente">
            <a:extLst>
              <a:ext uri="{FF2B5EF4-FFF2-40B4-BE49-F238E27FC236}">
                <a16:creationId xmlns:a16="http://schemas.microsoft.com/office/drawing/2014/main" id="{985257BB-A457-AC69-9C14-DF35842AC18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832350679"/>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3927903" y="1126491"/>
            <a:ext cx="4520062"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RETO: </a:t>
            </a:r>
            <a:r>
              <a:rPr lang="es-ES" sz="4400" b="1" dirty="0">
                <a:solidFill>
                  <a:srgbClr val="00B050"/>
                </a:solidFill>
                <a:latin typeface="Segoe UI" panose="020B0502040204020203" pitchFamily="34" charset="0"/>
                <a:cs typeface="Segoe UI" panose="020B0502040204020203" pitchFamily="34" charset="0"/>
              </a:rPr>
              <a:t>ETHERNET</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3" name="CuadroTexto 2"/>
          <p:cNvSpPr txBox="1"/>
          <p:nvPr/>
        </p:nvSpPr>
        <p:spPr>
          <a:xfrm>
            <a:off x="1588638" y="2606722"/>
            <a:ext cx="9479697" cy="3416320"/>
          </a:xfrm>
          <a:prstGeom prst="rect">
            <a:avLst/>
          </a:prstGeom>
          <a:noFill/>
        </p:spPr>
        <p:txBody>
          <a:bodyPr wrap="square" rtlCol="0">
            <a:spAutoFit/>
          </a:bodyPr>
          <a:lstStyle/>
          <a:p>
            <a:pPr marL="342900" indent="-342900">
              <a:buAutoNum type="arabicPeriod"/>
            </a:pPr>
            <a:r>
              <a:rPr lang="es-419" dirty="0"/>
              <a:t>Realizar una Infografía por equipos de acuerdo al documento presentado en el aula virtual.</a:t>
            </a:r>
          </a:p>
          <a:p>
            <a:pPr marL="342900" indent="-342900">
              <a:buAutoNum type="arabicPeriod"/>
            </a:pPr>
            <a:endParaRPr lang="es-419" dirty="0"/>
          </a:p>
          <a:p>
            <a:pPr marL="342900" indent="-342900">
              <a:buAutoNum type="arabicPeriod"/>
            </a:pPr>
            <a:endParaRPr lang="es-419" dirty="0"/>
          </a:p>
          <a:p>
            <a:r>
              <a:rPr lang="es-419" dirty="0"/>
              <a:t>Equipo 1. </a:t>
            </a:r>
            <a:r>
              <a:rPr lang="es-419" dirty="0">
                <a:sym typeface="Wingdings" panose="05000000000000000000" pitchFamily="2" charset="2"/>
              </a:rPr>
              <a:t> Pagina 1 hasta la Pagina 25</a:t>
            </a:r>
            <a:endParaRPr lang="es-419" dirty="0"/>
          </a:p>
          <a:p>
            <a:endParaRPr lang="es-419" dirty="0"/>
          </a:p>
          <a:p>
            <a:endParaRPr lang="es-419" dirty="0"/>
          </a:p>
          <a:p>
            <a:r>
              <a:rPr lang="es-419" dirty="0"/>
              <a:t>Equipo 2. </a:t>
            </a:r>
            <a:r>
              <a:rPr lang="es-419" dirty="0">
                <a:sym typeface="Wingdings" panose="05000000000000000000" pitchFamily="2" charset="2"/>
              </a:rPr>
              <a:t> Pagina 25 (temporización) hasta la Pagina 51</a:t>
            </a:r>
            <a:endParaRPr lang="es-419" dirty="0"/>
          </a:p>
          <a:p>
            <a:pPr marL="342900" indent="-342900">
              <a:buAutoNum type="arabicPeriod"/>
            </a:pPr>
            <a:endParaRPr lang="es-419" dirty="0"/>
          </a:p>
          <a:p>
            <a:pPr marL="342900" indent="-342900">
              <a:buAutoNum type="arabicPeriod"/>
            </a:pPr>
            <a:endParaRPr lang="es-419" dirty="0"/>
          </a:p>
          <a:p>
            <a:pPr marL="342900" indent="-342900">
              <a:buAutoNum type="arabicPeriod"/>
            </a:pPr>
            <a:endParaRPr lang="es-419" dirty="0"/>
          </a:p>
          <a:p>
            <a:pPr marL="342900" indent="-342900">
              <a:buAutoNum type="arabicPeriod"/>
            </a:pPr>
            <a:endParaRPr lang="es-419" dirty="0"/>
          </a:p>
          <a:p>
            <a:pPr marL="342900" indent="-342900">
              <a:buAutoNum type="arabicPeriod"/>
            </a:pPr>
            <a:endParaRPr lang="es-CO" dirty="0"/>
          </a:p>
        </p:txBody>
      </p:sp>
      <p:pic>
        <p:nvPicPr>
          <p:cNvPr id="5" name="Imagen 4" descr="Imagen que contiene Interfaz de usuario gráfica&#10;&#10;Descripción generada automáticamente">
            <a:extLst>
              <a:ext uri="{FF2B5EF4-FFF2-40B4-BE49-F238E27FC236}">
                <a16:creationId xmlns:a16="http://schemas.microsoft.com/office/drawing/2014/main" id="{3B55594E-FCF2-BB99-002A-57AD3B16C94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775424568"/>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45121" y="148782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298896" y="3006814"/>
            <a:ext cx="4386598" cy="1477328"/>
            <a:chOff x="7991679" y="4554108"/>
            <a:chExt cx="3075334" cy="1477328"/>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1477328"/>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La dirección IP es un conjunto de números que identifica, de manera lógica y jerárquica, a una Interfaz en la red de un dispositivo que utilice el protocolo o, que corresponde al nivel de red del modelo TCP/IP.​</a:t>
              </a:r>
              <a:endParaRPr lang="es-ES" sz="1600" i="1" dirty="0">
                <a:solidFill>
                  <a:srgbClr val="002060"/>
                </a:solidFill>
                <a:latin typeface="+mj-lt"/>
                <a:cs typeface="Segoe UI" panose="020B0502040204020203" pitchFamily="34" charset="0"/>
              </a:endParaRP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pic>
        <p:nvPicPr>
          <p:cNvPr id="2" name="Imagen 1"/>
          <p:cNvPicPr>
            <a:picLocks noChangeAspect="1"/>
          </p:cNvPicPr>
          <p:nvPr/>
        </p:nvPicPr>
        <p:blipFill>
          <a:blip r:embed="rId3"/>
          <a:stretch>
            <a:fillRect/>
          </a:stretch>
        </p:blipFill>
        <p:spPr>
          <a:xfrm>
            <a:off x="970672" y="1736149"/>
            <a:ext cx="4910919" cy="3271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 name="Imagen 2" descr="Imagen que contiene Interfaz de usuario gráfica&#10;&#10;Descripción generada automáticamente">
            <a:extLst>
              <a:ext uri="{FF2B5EF4-FFF2-40B4-BE49-F238E27FC236}">
                <a16:creationId xmlns:a16="http://schemas.microsoft.com/office/drawing/2014/main" id="{C206BF6F-2997-078B-ED07-6FD17C12131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749797364"/>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6" name="Imagen 5"/>
          <p:cNvPicPr>
            <a:picLocks noChangeAspect="1"/>
          </p:cNvPicPr>
          <p:nvPr/>
        </p:nvPicPr>
        <p:blipFill>
          <a:blip r:embed="rId3"/>
          <a:stretch>
            <a:fillRect/>
          </a:stretch>
        </p:blipFill>
        <p:spPr>
          <a:xfrm>
            <a:off x="1551393" y="2156346"/>
            <a:ext cx="3683795" cy="27592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 name="Imagen 1" descr="Imagen que contiene Interfaz de usuario gráfica&#10;&#10;Descripción generada automáticamente">
            <a:extLst>
              <a:ext uri="{FF2B5EF4-FFF2-40B4-BE49-F238E27FC236}">
                <a16:creationId xmlns:a16="http://schemas.microsoft.com/office/drawing/2014/main" id="{4336512D-0065-C2A0-8372-851B8C5B60A9}"/>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84627255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 name="Imagen 1"/>
          <p:cNvPicPr>
            <a:picLocks noChangeAspect="1"/>
          </p:cNvPicPr>
          <p:nvPr/>
        </p:nvPicPr>
        <p:blipFill>
          <a:blip r:embed="rId3"/>
          <a:stretch>
            <a:fillRect/>
          </a:stretch>
        </p:blipFill>
        <p:spPr>
          <a:xfrm>
            <a:off x="923130" y="2337796"/>
            <a:ext cx="4940321" cy="24701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Imagen 4" descr="Imagen que contiene Interfaz de usuario gráfica&#10;&#10;Descripción generada automáticamente">
            <a:extLst>
              <a:ext uri="{FF2B5EF4-FFF2-40B4-BE49-F238E27FC236}">
                <a16:creationId xmlns:a16="http://schemas.microsoft.com/office/drawing/2014/main" id="{F438F580-916D-9579-E12F-8771B6FEB55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438956327"/>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 name="Imagen 1"/>
          <p:cNvPicPr>
            <a:picLocks noChangeAspect="1"/>
          </p:cNvPicPr>
          <p:nvPr/>
        </p:nvPicPr>
        <p:blipFill>
          <a:blip r:embed="rId3"/>
          <a:stretch>
            <a:fillRect/>
          </a:stretch>
        </p:blipFill>
        <p:spPr>
          <a:xfrm>
            <a:off x="1491840" y="2344292"/>
            <a:ext cx="4385214" cy="24639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Imagen 4" descr="Imagen que contiene Interfaz de usuario gráfica&#10;&#10;Descripción generada automáticamente">
            <a:extLst>
              <a:ext uri="{FF2B5EF4-FFF2-40B4-BE49-F238E27FC236}">
                <a16:creationId xmlns:a16="http://schemas.microsoft.com/office/drawing/2014/main" id="{451EE67A-6F77-87BB-CB2D-4D5ED3B4A2B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177291336"/>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6" name="Imagen 5"/>
          <p:cNvPicPr>
            <a:picLocks noChangeAspect="1"/>
          </p:cNvPicPr>
          <p:nvPr/>
        </p:nvPicPr>
        <p:blipFill>
          <a:blip r:embed="rId3"/>
          <a:stretch>
            <a:fillRect/>
          </a:stretch>
        </p:blipFill>
        <p:spPr>
          <a:xfrm>
            <a:off x="1428289" y="2426388"/>
            <a:ext cx="4508487" cy="25247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 name="Imagen 1" descr="Imagen que contiene Interfaz de usuario gráfica&#10;&#10;Descripción generada automáticamente">
            <a:extLst>
              <a:ext uri="{FF2B5EF4-FFF2-40B4-BE49-F238E27FC236}">
                <a16:creationId xmlns:a16="http://schemas.microsoft.com/office/drawing/2014/main" id="{C8B26389-29DA-90BC-C6F2-51BA44677DD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775105414"/>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7410" name="Picture 2" descr="Cacharreo puro y duro: Direccionamiento 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630932"/>
            <a:ext cx="5832587" cy="415572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7DE1744B-0542-A1C9-D472-BDD9CF88805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837208359"/>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9458" name="Picture 2" descr="Direccion 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513" y="2048737"/>
            <a:ext cx="5582848" cy="309646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4C6588B4-9BA8-1BE2-AB25-9E1BBBFBFAD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246113617"/>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9458" name="Picture 2" descr="Direccion 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513" y="2048737"/>
            <a:ext cx="5582848" cy="309646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794A65C5-EEA0-A941-AC2A-224761004C6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16074016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0482" name="Picture 2" descr="IPv4 – Sistemas Operativ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01" y="2095621"/>
            <a:ext cx="5524380" cy="310417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56835E33-E47D-C0ED-2E36-746618D59E4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572598939"/>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2530" name="Picture 2" descr="Direccionamiento IP | Redes Telemátic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119" y="3109555"/>
            <a:ext cx="4876800" cy="714375"/>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BB645CD1-1475-93B3-858B-CB7849F8838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127084942"/>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3554" name="Picture 2" descr="Máscara de subred personalizadas | Direccionamiento IP y Subred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230" y="1780817"/>
            <a:ext cx="5429250" cy="4086226"/>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63E0D97C-6BFA-CCA9-2C98-6FAD7B20B51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126364004"/>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 name="Imagen 1"/>
          <p:cNvPicPr>
            <a:picLocks noChangeAspect="1"/>
          </p:cNvPicPr>
          <p:nvPr/>
        </p:nvPicPr>
        <p:blipFill>
          <a:blip r:embed="rId3"/>
          <a:stretch>
            <a:fillRect/>
          </a:stretch>
        </p:blipFill>
        <p:spPr>
          <a:xfrm>
            <a:off x="506804" y="2524836"/>
            <a:ext cx="5881030" cy="2245484"/>
          </a:xfrm>
          <a:prstGeom prst="rect">
            <a:avLst/>
          </a:prstGeom>
        </p:spPr>
      </p:pic>
      <p:pic>
        <p:nvPicPr>
          <p:cNvPr id="5" name="Imagen 4" descr="Imagen que contiene Interfaz de usuario gráfica&#10;&#10;Descripción generada automáticamente">
            <a:extLst>
              <a:ext uri="{FF2B5EF4-FFF2-40B4-BE49-F238E27FC236}">
                <a16:creationId xmlns:a16="http://schemas.microsoft.com/office/drawing/2014/main" id="{A1E8A2EF-186D-ABD2-F305-EBD1A78A766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809817682"/>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4578" name="Picture 2" descr="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88" y="2412420"/>
            <a:ext cx="6116406" cy="228241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4E4E3051-B96E-DD0F-5553-C55CF02EA36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773880096"/>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6628" name="Picture 4" descr="Prácticas de Las redes Administre una red en Windows o Linux (2ª edición) -  Solución 5.6 Direcciones privadas y públic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937" y="2212075"/>
            <a:ext cx="5619750" cy="270510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B9BBB64D-3C03-D14E-7230-720D37C30C5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986558260"/>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508894" y="2798008"/>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7650" name="Picture 2" descr="1.Introducción 2.Direcciones 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287" y="2093592"/>
            <a:ext cx="5388008" cy="30556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42C49AAA-10F6-75BC-E2F2-9967DE19501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78896126"/>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13360" y="192360"/>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2800" b="1" dirty="0">
                <a:solidFill>
                  <a:srgbClr val="00B050"/>
                </a:solidFill>
                <a:latin typeface="Segoe UI" panose="020B0502040204020203" pitchFamily="34" charset="0"/>
                <a:cs typeface="Segoe UI" panose="020B0502040204020203" pitchFamily="34" charset="0"/>
              </a:rPr>
              <a:t>DIRECCIONAMIENTO IP</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Rectángulo 26">
            <a:extLst>
              <a:ext uri="{FF2B5EF4-FFF2-40B4-BE49-F238E27FC236}">
                <a16:creationId xmlns:a16="http://schemas.microsoft.com/office/drawing/2014/main" id="{6BBBCB2E-F413-4381-8378-02FDC20EA4F6}"/>
              </a:ext>
            </a:extLst>
          </p:cNvPr>
          <p:cNvSpPr/>
          <p:nvPr/>
        </p:nvSpPr>
        <p:spPr>
          <a:xfrm>
            <a:off x="10108738" y="6357257"/>
            <a:ext cx="1755716"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ADMON REDES</a:t>
            </a:r>
          </a:p>
        </p:txBody>
      </p:sp>
      <p:sp>
        <p:nvSpPr>
          <p:cNvPr id="3" name="AutoShape 2" descr="data:image/jpeg;base64,/9j/4AAQSkZJRgABAQAAAQABAAD/2wCEAAkGBxAQEhUQEBAQFRAVFRUVDxUQFRYVFRAXFRUXFxUVFRUYHSggGBomHhUWITEhJSkrLi4wFx8zODMsNygtLisBCgoKDg0OGxAQGi0lHyUtLS0tLTAtLS0tLy0tLS0tLS0tLS0tLS0tLS0tLS0tLS0tLS0tLS0tLS0tLS0tLS0tLf/AABEIAMIBAwMBEQACEQEDEQH/xAAcAAACAgMBAQAAAAAAAAAAAAAAAQUGAgMEBwj/xABDEAACAQMCAwUFBQQIBQUAAAABAgMABBESIQUTMQYiQVFhFDJxgZEHI0JioTNSscEVNENy0eHw8SRjgpKiRFNzk8P/xAAaAQEAAgMBAAAAAAAAAAAAAAAAAQQCAwUG/8QAOBEAAgEDAQUFBwMCBwEAAAAAAAECAwQRIQUSMUFREyJxkaEUMlJhgbHRweHwI0IVM0NTkqLxYv/aAAwDAQACEQMRAD8A9woAoAoAoAoAoAoAoAoAoAoAoAoAoAoAoAoAoAoAoAoAoAoAoAoAoAoAoAoAoAoAoAoAoAoAoAoAoAoAoAoAoAoAoAoAoAoAoAoAzQBQBQBQBQBQBQBQBQBQBQBQBQBQBQBQBQBQBQBQBQBQBQBQBQBQBQCoAzQGOqgNcs4UFj0AJPwG9AVDjPHbkoxgkjjk/stYYxg5216d8fpQHN2d7ZX/ADBb8QsGDY/rFsQ0JwOrAnK/Dr6UBdLS9jlBMbqwB0tg+6wAJU+R3G3rQHRqoB5oB0A6AKAKAKAKAKAKAKAKAKAKAKAKAKAKAKAKARNAYSShRkkAeZ2oCNueNouyAsfoPrQG214rHJt7reR/kfGgO0PQGWaAWaARNAapGoQUv7Q+1PsFvq5ZcyNylAIUAlGbLHfbCnwoSeRwfaLcq+XSMJ5KCcD1yd/j+lAdvbHtm8sEUcBePWWMxQ4JAAwoYb4Ook9OnxoC6fYbMFsXUY/rMh2/+OKgZ6HfcXgt11TzRxjw1sAT8B1PyrGU4x4s2U6NSo8Qi2Vi5+06zWRUjSV1LAPIRoRFJALYbvHHXoOlV3dwzhHRhsevuuUtNOHUvKmrRyTLNCQoQOgFQk4JblxcxxZ7jwzMRge9G8IG/wAJG+lASFAGaAKAKAKAKAKAKAKAKAKAxJoCudr+0fsKLJpZlZ9LlFLNGCD39I6jI3+NARiXonUSh9asAVbO2CMj4UA6AwkkVfeIFAdXCONkyCMEkeu5H+vWhBaY2zQGdCRGgNbrQgqvbHspHxCLlyZwDqUqcFWAIBH1P1oT8zyjiP2VtA2bi9iSD8JbCyN6bnB+QrGU4x4s2U6NSppCLZGcV4TZgKqSSyaMhSBoU5xnJO7dPIfGq0r2CeiydCGx60l3nu/c7bPtLPEnJtyIIh0WAaT8Sxyc+oIqvVuKkuDwdO22db0+Ky/mcTSlyWYkserMSzH4k7mqssvidKOI6RWEGKxNiPcPs2417VZqrHMsP3UmepAHcb5rgZ8wa69tU34eB5HaVDsq7xwepaqsFAdAImgNckwG5O3rQEDfcWU3ELICwTmaz07rKBgee4U/KhBM23EY5PdbfyOx/wA6EnNayNLcu4LcqEclQCcSSNpaViOh0gIoPgTIKAlM0A6AKAKAKAKAKAKAVAYMKA4L6wWUEMAR60IKtd8Akg71v7v7nh8qA5HkuH7qROG8diMfM/yoGc39B3KNqkPNXGWiVsSgea598fSt8FCSw9GVKrrU+9DVdOf0Lb2f9lZfuMZHvqRpdD5Mp3BrCpSlDibKFzTre49eaejXiTqitZYMqAKA5OJX8VvG00zhI1GWY/oAPEnoAOtRKSisszhTlUluxWp4/wAd+0O8uWb2ctBbElY9IGtwOpL+B/u4x5nrXOr16nLRHoLKwt9d/vSXkVSWRnJZ2ZmPVnJZj8SdzVNtvidiMYxWIrBqYUIaOTThq25yjTjDOiIVrZtijbUGwtf2a8Z9mvFVjiKfET+QbP3bfXb/AK6s2tTdnjqc3alv2tByXGOv0Pbga6p5MM0AjQFb7aWEk9tJHHMYicHmAkadLBs5BGOnnUpNvCIlJRWZaI847PcVvYmZbhhPCMBJ9OknfcFwMN4YOPnW2dFwXeK9K5VV9xadS1NxJSBpBLHoK0lks/ZrKQqmkjdmOd93csTnxOWJoCbBoSZg0AUAUA6AKAVAGaARNAKgFQGJQUAhGPKgKfx7gd4ryXML82VsLE37NraFWV2gGnchzq1SIOZsg0t4Ac/BFN2hlkYmOKGPl36ryJpZUDLcB4tROAVydQXGorpOCa3U68oacV0ZUr2dOt3uElwa0ZLWfG5IkV5sTWzANHdQDKspGQzoOgx4jIrZ2cKvuPD6P9GaFXrUP85Nr4l+q/BP290kihkYMp6FTkH51XlFxeJIvQqQmsxeUbM1ibDyjtTwvifEJBLeRiCzV8RQCQM564ZguRuAckkHwA6mq0oSm8y4HRjXpUI7tL3nxZDdtIVtreEBVCmQL093u7Y/UVFenvQ8CbC57OutePH6lZrlnqxUAiooRhDxQYHQkPhkHzHUUIfRnvvZLjPtlrHOffxplHk67N9evwIrtUZ78Ezxd5QdCs4cuXgTGqthVIfifaBI25UatLOekce5Hq56KPjVinQbW9LRFOtexi9ymt6XRcvFkX7EbiYR3symQo0sdohITQrBSzH8W7Ab+Z2NZOvGC3aS+vM1qzlVlvV3nouX7+JGnhL8RQjCKAksUiOuu2tbmGWJMxABWk2ExDZyMgZUjas23xOgopaIt1twWFMEImrbUVULqPiceG/hUGR3JCB0oDaBQDoDLNAFAOgCgNUsyqMsQB60BG3PGB0jGfVun0oQRV1eM28j7euw+lAbeD8azIsO5VsgE+GASMem1AWLNCQzQDoAzQETxrgMN0CrakL6BM0RCmdEYtyZdu/GdTgqfB26ZoQUjicPErF2k1B+a287M/It0BIYONHLhiC8tsOMKsUml2eTYGsk/LbKlwYbWQxXnKE0qohNswJ05cfgJIbHQkA9cGrMK+Vu1FleqKFSzal2lF7svR+KO6349pYRXacmToGO8Uh/I/8AI4NS6G8s03lepEb3ce7XW6+v9r8H+j4dTbxudCgQsuokFQSMtjrgeNV3CTTeNC320N5Rzq/XwKrxng8F7DypBleqMp3RumoGtZvTeTzji3CntHELtq7qlWxjWMYJ+oIrkV4bk2ev2fcKtQT5rRnHWouhQCoDOKNnOlFLN5KMn6CpUW9EYTnGCzJ4J/hHZSSVhz5FgjJ7zMQSPLxwM9Nz41cpWNSb1/c491tyhRi3HXHN6LzPTOF2lnwmFlEjgMwZjI2ppGxjuqBjpjoK6Vvatd2CPOX+0lN9pVeOmP06mia9uLrTqcWls7BELsFmmLdFXOyk+Q3q3/So/wD1L0OXi4uuPch6/Ujr2Z4mNnZ28iMWkimYH7461QQ3GtVcrEdUp1HTvFgsvQ16lWU3mReo0IUo4iie4ZwB3hgS+YSNCGARScMGDoVmcnMoKFQVPdJBzq2xrNxYxQDoSGaAeaAKAeaAM0BlmgHQgrPbC5MKrNpyoyrj06gj9aAhpr8/hA+J3+lSDhkcnckk+tCDK0m5bo/7rKfod6EI9A11BmZhqAYNAPNCBZoDFjUjJAzcH5IleywjylmlRmKpK7BF18wKzxMFTCle6NRJU7YYIyQtyI7CyS2kCyzMo1AlmjLBQGcKx7q5GcDAJJOBk1ds6EqksrTBydqXkaNPdxlvh+StcKmPOjyScZAyScDScDfwrp3kUqEsHB2ZN+1wbf8AMHF2Vnni4ndWzlxA4kmjVvdzrQa08s6jnHWvOs9ryJbtzYiWHmrgvCe9j9xsagfh3W+GaqXVPehvdDq7Judys4PhL7nn5rmHqTvseDzzbpGdP7zbL+u5+Vb4UJz4IpV7+hR0by+iLDY9k0Helcv6L3V+vU/pVuFnFe9qcavtqctKawiu8K7XtLcw29vBFDC8ihttTsvjk9B08ifWrcYqOiOXVnOprN5L7xlwIj8V/jmr1iv6yOJtd5tWvmiO4NfCNwzhWOnTE0uWEJ/C2M+6D1A3x0rqXVBzg9zRnBsLtUaydRZXDw+aJix4Zc3zc+SVo43ELYaPVypYJYW+4WRiugmKQh9ChhImdeNuDg9mmi8WlskeSq95sa3O7vjpqc7nGdh4eGKgk6gagkyzQkRNAQva7jjWVuZkRXfWiIrkgMWbvbjcd0MflWynTdSe6jTXrKjTc2R3BftAtJ8JKTbynbExHLY7e5MO71PRtJ9KyqW86fFGuheUq3uvXoWsPWktDDUBkGoBg0A80BC9pIBLbyL6ZHy3/wAaEFLtidAz4DH023qQZMaGJy3NwqDLHArKMXLRIwqTjBZbLjwjiSPGjGRclRkFhnp41LpT6MhXFL4l5ksl0n76/UVG5LoZdtD4l5m1Zh5j5Go3WuRKqwfNeZmH9ajBlvLqBamCcmt2oQzlnmxWaWTXJ4PNO0F2ZZ5GPgSq+gXb+OT869BbQUKSX1PFX1R1LiTfXHloV/iPEZLcCWNNRVgWHmviB61rvN7smkjfsyMPaIubwi0cD4tDdKs0ZBIBG/vx5xqRvLoK4J6zWOjK/wAfup4eKQldXIuOVDMCMxyhjpYH1AbY9R9awa5MsU3wa5FmtOz1tAcomSOjP3m+p6fKtMKEI8izW2hWq8XoeX9uuMXLXE8BmcQoxVUQ6VIwPe0+918c1uK66nqtmwEUY/5aD/wFZYK8pYZXuC9lLS0KuA0kq7q8h6HzVRsKndIlVb0RnxvjcOVgEqmVm3RTkgAE746fOrtjKKq6nM2pTm7fK66nPGa7iPKyL92Rvi0KqTuhKfIAEfxx8q4l7TUamh6rZFZzoJPk8fTBZY3qizrpm4NUYM8mYNQBMaA8++1W77lvD5yPJ/8AWmj/APX9KuWUc1MnM2rLFBLqzzl5vDAx6+NdRyOAoEnwXtDc2m1vMVT/ANqTvw/JCe5/0larVLanPhoXqN/XpaPvI9H7K9tlvGMMkJimWNpGIYNEVUqGOs4K+8uxHwJwa51ajKk8M7dtdQuI5jyKf27+1Y72/DHHXElzgEbeEIOx/vkY8h41pLRr7K/bDPqSG9gEuplRZLfCyZYhV1RnutueoK/CgPZs0IOC7OxHmMUJKPNG0WVYEb7HGx+B+m1CBwWE0vRdC+bDf5L/AI4qQStv2ehI76Bz5yAN9B0HyrKM3HgzXOlCfvLJHX8ljbvOklimII7dy55YVzcymKMZz3FyrZZsYAJxjc59vU+Jmr2Oh8C8h8OksJ2tVXh403QlKOrRsF5WsM2FOTH3B95jH3iedT7TU+JkOxofCvIz4o3DLdrhZbVlFukDFsqBKbh2SJYyXGMspBLaQOp23qfaqvUx9gt3/avI1WsnDpLiG1W3m5kyCQGOZWREZZGVyUlOpMR++oKgugzk4E+11epi9nUOnq0SVtwu0knmtlW7V4VjZ2aSQIwl16Qh15P7M528utT7XU6+hH+HUOj82RV7c2EUU07vfosMrQlS0uuV1RXblITlgFJOTjAVielPap/LyMXs+l8/NikhiaaS3Wa9Ekah21SHSVLFdjk43B2OM4yMis43EnyXkap2UEs5fmyt3celyuScE7ncn1J8TXZoy3oJnl7iG5VlH5nDOuQayktCIPDK+8UtpJ7TanB/tEPuyDyI/nXKubX+6J6Gxv8A/TqcC88A41BfoCQNSMrMj+9E6nIP1GxrnNcjrrTVcCxSyiscByPCu2Umby58+Y3T4CoZYj7qLrddt4UVUhV5pAqjCgqoOkdWI/gDWyKcvdRXkox1m0iGubu+u/2knKjP4Icrt6t1P8Kt07OUveKFXaVOnpBHVwjg8URyF7w8T1+tdGjbwhwRxLq9qVViT0J1KuHMZOcAuLpARDFGyE57zlTnAHkfKubdunKpiTZ3dmqtGjmCWH/OpZYb6/x/VIz8Jf8AFapOFD4n5fudVVLr4F6m8cVvh/6DPwnT+YqOyo/G/Int7pf6S/5fsP8Apq8HXh0nymjNOxo/H6Me03X+z/2X4NTdo5xsbGb5PGf51HY03/f6MyV1X/2n5r8Fc7Tyx3mDLZ3ayICEeMqdIJBIxnBBwOo8Kypx7N5jNfz6GutLto4nSf0/9PMpeLQhmUuNIOAx2z8sn9CatK6hwk0UJbPq43oJ+D4nUhDDKsCD0xW9Yayim8xeJIiOOcQeOJlViOYypIoOAyRjUVb8pMiHH5BXMu5Zng7+zYYpN9WQ0cobzqqdAtf2Y2HtHE7cEZWMmd8/8oZX/wAzHQH0iGoQYvFmhJrNuPKgELcUINixCgIx+zVuWlkzcq82nnMlzcKToJKhdMg0AZOy4GCRQGMHZO0jdpIlmjZolhIinmRRGi6URVDYUDJIxjck9STQkc/Ze3d5JC1xrleKRmEz5RoWzGU/dxkjA2waEHPa9jbOFg8XOQgAR6ZG+7IjWIspOW1FEAOSepPUk0B1Q8FCSyzCe41SujyAsmnuAqqgaNkwQMeg9cyMkPP2Kt3iMUst1ITI8vMaQLJmR0eVcxKoKOU3BGwJAxgYnBDYRcCSGSWfmSPLMFDs4jXCoWKriNFDEaz3myx862RK9R5RUOOQlJTnod1P6Ef6867NnPMMHlNpUnGs5dSNYVbKKZxOu+K1NallPTJFXdjJE4uLYlZV8ujeYYeIqjc2m9rHidax2hudyeqO647a3UihYbYLJjEjSbqreOkeI+dc+NGpJ4wdedehBbzlkqk/CrmSRnkILOdTt03PoK2exzya/wDFKKjnmT3C+FCJcE5Ock4ro0bdU1g4l1eOtLPAk4wM4qwijLJ2QpW1I0TZtZwKlvBgotkxNwqaS3ijSF3Jmhkk0uqaUSVXcHU66srqGN/ltXCuZ70mz1uz6fZ00n0+5nc8EvRJczLavMJdcSJI0QZhJNzDLJibTJHEqKsalkJ1kEKMtVRnTWCb4hYzezWtrHBekRT2oZ+bEGaKExNI8mmYawwLpp33BONlJjBkQd9Y8WbnkxSlpJs6w2WVVmkdUVFnAeApHAmByz94xOe9kSSF3Z3At7SDl3okSW3Wd1fVlY9BlZ3UjmKTldwM7nG1SYYOTjdrdTXMLR+0LEChdWDxrGFdmkZiG0Sa1CppOSM5GMkickJJFW4/9lqSMXtpuUCSTG66kH90g5A9N6NGSZ08P7HiGARyyZmBOJIxpAG2FIOdQ+PntisoVJwehqq0aVVYkjzntTEVnMRYNo94gYBLd7pk+BUf9NYTk5PeZspU1TioLkcAICjrnfV5emP1rA2HrH2NcNeFpbmVdJkVUhB2bTksxPlkhf8AtqQeuLNtQEmVoBaaANNAGKAMUAUAUBiaEGthUohmtxUkHJPHmskzXKOSuce4SJVx0I3U+RqzQrOm8o593aqtHdZQbtTG5jfGoeRzn1rsQqKaPOToyhJp8hYBwfGtmDTqhMN/SjRKeguUPSo3Rvs53i3rFxNqlodHLGKy3TVvaijjA38aKOCZSbMnkx0/3qc4IjDJLdmbFZ31MR3T7njkeLCqVzVajiPPmdKxtoynmXLl1PRLK201ypM9FCJIotazckbAKgyBloSYGMUBolgBoRg4pbKmRgj7mx9KNhI8+7U/Z8tw5liblyn3sjUj+pHgfUViZHN2c+zd425t1ocg/dquSgx0Y5G59PChJ6Lw+w0UBNopxQE7QBQBQBigFQBQCoQI0JMCKEGthUkHBxK9igUvK4VfXx9APE1tp05TeIor169OjHem/wAsq015cXm0Q5FuSBzJNmkycAID0zVnFOjx7z9F+SgpV7p6Lcj6v8fzUql8IT9xFrgcyIss90iMSs0cpgk0se6jSRqp1AEahsCwNapXM5POSxCxpQjjGep12HAWuLeK4Q6DJGrlCdSgkZIVh+HPQ77Yq5SvnjvI5lfZWr7N+Zyz8GuE/syR5qc/xwatxuqcuZz52NaPLJHXb8nHN+71HCczu6j5Lnqa2dvT+JeZrVrVf9r8mKUMMZVh5bHesu0i+DI7KXDB0w2M7dIn+Yx/GsHcU1xZkrWq9FF+RJ2nZqd/ewg/7j+m1V53sV7pap7MqS97Qn7Hs/BAA8hUYIGuVgBknAGTsCScVSq3Up8zp0LCEHwyyLW8tZFNxOPZwXf2KeHmO88UYy9wY1TKwjI77bY32BBOqFzKPgWatjCpyw+q4/QscHEp7YD2pdcJAK3EIyMHoXUdB6jas3Tp1fceH0/BpVWtb6VdY/EuP1XP+cSx2dykqh42VlPQqciq04Si8SWp0KVWFWO9Bpr5HQBWBtMtNCTHTQCKUGDEx0Bra3BoQaHsVPhQkyFoKgkyFsKA2iKgJCgFQBQCoANAKgEaECNAa5HAGSdvH0qUiJSSWStXvaQuxhsk5snQv/Zp6lvH5VcjbqC3qrwunM5k76VR9nbrL68v3OG64PJHG93IjXt0o+7hBAUtkDSM7KBnJPgAdqxqXGm7BYXyM6NilLtKj3pdX+hzdrEtr+zieGEzzSxLLZRocOEeSASSqrEKHQMO8cackbAtVVvJ0EscCTtuzSPO15cxQCR4yrQoisi6yhk5shAM7ZjXBIAAGAPEyQ0TZtx0xt4Y8KnJg4I1PaA+FZKRi4IqXbHhoLxO1s8kEavJctGe9yxJEWTl6SJBlVcrkMRGdOTkE5BQS4GjiFgqWNs41d1IDl8FsFV94jqd6t2cszx8n9jm7Sgo09/o0Wy2slwNvAVVci/GmjrS2ArHeNigjKeyjkUxyIrxsMOrgMrA9QQdiKhsySK12h7H8xMxF5EjUCG1LrErKFVWt/aApdYWCgshJBIG4HTEzM+y1sxmmuJpBG7woZbJVZFtxqcc2QOxBY6GUMulSq+IwaZDimsM5eHvFKi3dqxsmlkZYUuGjEd5p/FGgY6lbfBG564wQTZhcJrdqLK9ShVsmnv0Xuy9PImrTtFoYRXicmXorE5ik/uv4fA1MrfeW9SeV05mML7s5blwt19f7cePIsKsDvVU6SafAdQB4oBYoSLTQgNNAGihIaKAemhBvoSBoDEmgNNxcpGpd2VVUZZmIAUDqST0FAVUfaLYGZYdUgVzpinZCsEj/uK5338DjSfAms3Tkllo1RqwlJxTTZaY5gehrA2GzVQEPxntBDb90ktKfcjTdmPw8KsUreU9eC6lO4vadLurWXRfqQ0lpc3QaW9k5FqoLNEpx3VBJMjegH+1bu2p0v8AKWvX8FVW1a4ebh4j8K0X1Iy+7SwwpA9qknsclvczP7OiLKRCQsuTIw0GMFmIGWLBQOhzTlNyeWdOnTjBYikkbfs94Ve24mjxyoTKr5kgVDIVJiflqj4w0UUL8wj33Y4OTjE2Fs4JwSCyj5VumlSxdyTlpHb3ndvEnHwGAAABihB3aanJGBFaZGDHRQYILtK18qubaK3li5D6leSSKUvg7RumcEgjGw3HvDamRg1drbf/AIRh4gJ5noR4nerVo8VUc7acM208fL7ol+HHManzUfwrRPSTRcpPME/kvsdgFYm3AwKgnAwKA4eOcEgvYjBcoWjPkzKynBXKspBGzEeoJByCRUAp/aPs5PDM9+FS5jAWMxMJGLWxjWI27QqrJylbMxZUZzggChJ19kIria1lk4k/NTGyOh1gxF9c2kojIsgCOsZXYY33rKEnF5TNdSnGpHdksoz4SZRCl1w13ltHGpIbgMjackZjLgEA42zsc53q32tOrpUWvVfqc521a2ebd934Xw+j5E7wjj8M50HMcw96KTZh8PMfCtVW3lBZWq6m+3vYVXuy7suj/QltVVy7k1S3KoMsQAOtFqG8Cgu0cZRgR6VLTTwyFJNZT06nQKgyHigHigDTQGw0BgxoCn9o+3ENu7W8Cme6UZZFIVIs9ObJvp8NgC2428a20qMqssRK1zdU7aG/UePuyjcSuZrtg93JzMHKRKNMEZ8CseTqI/ebJ8sV2aFhCnrLVnl7zbFWt3Yd1ev1NFzbpKpSRQykYIPSrcoKcd2S0OVTqzpy34PD6nTwDtPNw0iO4Z5bHYJKctJbeSyeLp073UVw7mzlSeY6o9hs/akLlbs9JffwLbHxy54hgWY5cB6zv1YfkH86KNKlrLvP0E6lzcvdityP/b9jXf3VrwqMSqi3EzNIrs0yIcwoZJgZGyA4CnCdSdthkjTVryqcfLkW7e0p0Vpx68/MOB8dk9pnjW4e95ttBcWsWlUVTKJpNIZVIhi5YhGqQnJYbkmtJawTVh2UiV5WuNEyPctcQQvGnKtXJzrjDZbmH3mOcZJwBUAsVAKgDFAIigERUg897aGZrrRHckI/LgkgcMY3yAfvFZHj5RM0YYkKW1aNXSoJLT2oXNvL/carFu8VY+KKV8s28/Bj7OSareI/kXP0qLhYqy8WTZS3reD+S+xKVpLaMhUAYoB0JGKAhuP9mobtGTU8Wtg0/JOkXONAK3Cj9qpVFXffGwIBIIHD2iluuQYBCseEZ5LlJzBbWaRsSralPMZlVVJQKFO4JxQgr/Bb7+kJPZZoZJDEn9eEckEhKqjJK0ZjVY1k1ZQKzEhckY3G2nWnTfdZXr2tOssSRLG8vLNhG/8AxEJOFcECRB+fOxA863S7Gos+6+nJlWmrm3ko53o9ea/n8ZA8Z4y0xKqe54/n/wAq6lpZKn358Tg7S2q6/wDTpe76vxOOyv5YTmNiPTw+lWa1tSqrvL6lC1vq9s/6cvpyLp2f7SGbuuhBGBqHQk9K4V3a9g1rnPmeu2dtD2uL7uGuPQtCGqh0TOhI6AZoDXKNqA8b+0XsfOszcQtC3OO8ij8eBjK+uABg7HFZwqShLeizVWowrQ3KiyiF4HxpLkaT3Zl95T446lc/qOorvW13GssPieN2hs2drLK1j1/JKirZzTga9MrmC1j5824YAgRR7b8yQ7efdG9ULi9hBOK1Z2LHZNaricu6vUmezt1HwdQk91qaZxy4kB0oxYApHEe+oydyTjbwPXht5eT18Y4WPvxLPw3s9IZp0jVIrKXlzK5CPMl0Fw8sCuGVcjTlnGdQYgHOagyLhw3h8VvGkUKBURERcddMahUDN1bAAGTQg6cUAYoAIoBYoAoBGgKZ2g4RO90twbexkQS26RMebHcLFrQyamVtMwDa2CNgDAPeO1AV7tP2ruUv7mBCslsiRRvE2AdTR62ZH8G742OQceHWrltbyqJyjxRzb68jSahJaST+hZOwnFI5rZQrd9MrKh2eM52DL4eh6HwzWF1rVbNmz040Ip6/NalnDVXLyMgagkzBoDIUA6AdCDGRQQVIBBBDAjIIOxBHiKEkLHaW1krC3hSPWQWCfiIUKvXwAAAHQAbUBD3FySdR/wBeWKEEfdcNjk3Hcc+XQ/Efzq9b39Slo9Ucm82PRr96Pdl6Eb/Rbqx1kKg3LjcEenrXRltGkob0ePQ4kNiV3W3Je6uZYuB8OZyrYKxr+zXx/vN5k1w51JVJOUj1tGhCjBU4LCRcoV2rA2m4UAUIMqEmJFAct1bhhgihB5N2/wCwLava7PKzDdguwkx4jyb18ehqYycXlGM4RnHdksohOD2Ml5C011OkdvGStxFE2iUlfe5rt+z89PiPEVaq3tWot3OEULfZVvRk5Yy+WeRui4vJMPY+DQKIgcNOUKxIRjvxqRnX6+YBxvmqh0mW3sn9nyQv7Tcs09027yy7nP5QegoD0SCLSMChBuFCQoQFAI0AqAKAVAefxXpkvuXHcTMrXMjSpdRty8QtIq+yMwKqytE6ldtQUsPdJIMoVxdc25u5v37qUD1EZ5a/ogrt7PWKXieY2xLeuMdEjKJ2R1lido5l9yROuPJh0ZfynIqzWt4VlhlK3uqtvLMHp0L12c7bLIVhuwsU5wFcbQznp3ST3G/KfkTXEr2s6T14Hp7S+p3C00fQuaSVWLxvVqAzFAZigMqARoCI45wwzKNLFWBypH+FCCoTyywPpuI8L0WRN13/AH1/D8R86A6VYadeoacZLdRjwx5+n8KA6uG2DTsHcYjHuKep/M3rQkttvbhRgChB0gUJGKAdAOhAsUJMSKA0T24YYNAU7jH2dWd1JzJEOTjUFZlD6fd1gHDY8M9M0BYOFcCht1CRoqqNgFAAFCCVSPFCTMCgHQgKkCNQBGgEaAxY1JGTTLLipGTzLjHEnspWuZhYBGmkdpYYmSdtKTJAG72JX0ydcbZO34qYIb0PNI7trcB9XNtXZisyjvKWOSJV8Gyd/wDar1tcuC3ZcDlX1iqst6L73TqTVtcBgGUgg9COhrqwmpLKOBUpuLxJYMeLTKsErMAQEbY+O21RXlilJ/IytYOVeCXVHrPZFHjtLeORmZ1hjDliSS2kE5J36mvNntSxRtQG9aEGwUJMhQgdCRFaA5rmyVxhgDQgiY+y8KtkagM5057oPmF8KAmoLcKMCgN4FCR0A6AKAyoBUIDFCRYoBYoAxQDxQBQBQCoQKgA0BiakGt6EFZ4hfl2ZAcaThh0P+1MjB5f9o3Ze4mPtULPIFGGiO5jA6mIePqOvx2Akg86sb6SAkqRpO0iNusg8mHn13G4rJNrgYTipLDJa0I3kss+c1s53XzMfmPUfPHSrFKq46x8ilcW6mt2p/wAvydj3qXSxwLnVJNFHIjbMoLDVkfAGrFxcxnRwuPQqWdlOlcpyWiTw+TPdrH9Nq5Z3mTEIoDpWhBsFCTIUIMqEhQDxQBigAUA6AKAdAFAOgChAqEhQBQBQBigCgFQBQgVSBVAEakGDChBF8U4Ws24OmQe669R6HzHoaAp/GuGmZTbTl43PutEzLq07ho2HX1U/50JKZxvsA0sevmqbsZ1OE0JNv3dajOHx1YdfEGska3lFIsuzV4Zimh4mjILyHKrGP3g46+mD9KyS1MZSSWT0bsn2R9ouYrth3YukpAU3J0lc6QANO+dWN8bbblUaeiMaEZLLfB8F0PWobAL0rUWTpSPFAbVWhBkBQkyoAoB4oB0AUAUA6AKAKAKAdAFAKgCgCgCgCgCgCgEaECqQKoAYoDEipBgRQg5L+wSZSjqCPDzB8CD4H1oEVm/tXt/2mp4/CRVLEY8HVd8+oG/pQk5OH8CkuyJLhSluN44T7z/mm/knQeOT0nOTHCRdLa2CAADAoDrQViZGWKEhigDFAOgHigCgHQBigCgCgHQgVAOgChIUAUAUAqAdAKgCgCgCgEaECoAqQKgERQCK0IEUoBCOgMwtAh4qCTIUAUJCgCgHQBQBQBQBQBQBQDoQFAFCQoAoAoAoBUAGhAChIUIChIqECoAqQFQANSDGoBlQBUgKAKgBQGVCQoAoBVAHUgKAKAKAdAFAFCBUJ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8674" name="Picture 2" descr="VLSM (Variable Lenght Subnet Mask) ¿Que es y como se come? - Underc0de -  Hacking y seguridad informáti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461" y="1431852"/>
            <a:ext cx="8167869" cy="49254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 name="Imagen 1" descr="Imagen que contiene Interfaz de usuario gráfica&#10;&#10;Descripción generada automáticamente">
            <a:extLst>
              <a:ext uri="{FF2B5EF4-FFF2-40B4-BE49-F238E27FC236}">
                <a16:creationId xmlns:a16="http://schemas.microsoft.com/office/drawing/2014/main" id="{7F7E80F0-71F1-46DE-BAEF-8D7127D11C6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577181421"/>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9" name="Imagen 8"/>
          <p:cNvPicPr>
            <a:picLocks noChangeAspect="1"/>
          </p:cNvPicPr>
          <p:nvPr/>
        </p:nvPicPr>
        <p:blipFill rotWithShape="1">
          <a:blip r:embed="rId3"/>
          <a:srcRect b="29941"/>
          <a:stretch/>
        </p:blipFill>
        <p:spPr>
          <a:xfrm>
            <a:off x="0" y="934363"/>
            <a:ext cx="12192000" cy="4802339"/>
          </a:xfrm>
          <a:prstGeom prst="rect">
            <a:avLst/>
          </a:prstGeom>
        </p:spPr>
      </p:pic>
      <p:pic>
        <p:nvPicPr>
          <p:cNvPr id="3" name="Imagen 2" descr="Imagen que contiene Interfaz de usuario gráfica&#10;&#10;Descripción generada automáticamente">
            <a:extLst>
              <a:ext uri="{FF2B5EF4-FFF2-40B4-BE49-F238E27FC236}">
                <a16:creationId xmlns:a16="http://schemas.microsoft.com/office/drawing/2014/main" id="{FF239074-DDC7-88E2-CA62-C5F81463498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150906644"/>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2713251" y="1261909"/>
            <a:ext cx="7877411"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RETO +</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7" name="CuadroTexto 6"/>
          <p:cNvSpPr txBox="1"/>
          <p:nvPr/>
        </p:nvSpPr>
        <p:spPr>
          <a:xfrm>
            <a:off x="2511188" y="3125337"/>
            <a:ext cx="7266220" cy="1754326"/>
          </a:xfrm>
          <a:prstGeom prst="rect">
            <a:avLst/>
          </a:prstGeom>
          <a:noFill/>
        </p:spPr>
        <p:txBody>
          <a:bodyPr wrap="none" rtlCol="0">
            <a:spAutoFit/>
          </a:bodyPr>
          <a:lstStyle/>
          <a:p>
            <a:r>
              <a:rPr lang="es-419" dirty="0"/>
              <a:t>Por favor por equipos desarrollar los siguientes componentes:</a:t>
            </a:r>
          </a:p>
          <a:p>
            <a:endParaRPr lang="es-419" dirty="0"/>
          </a:p>
          <a:p>
            <a:pPr marL="3028950" lvl="6" indent="-285750">
              <a:buFont typeface="Arial" panose="020B0604020202020204" pitchFamily="34" charset="0"/>
              <a:buChar char="•"/>
            </a:pPr>
            <a:r>
              <a:rPr lang="es-419" dirty="0"/>
              <a:t>Taller Cisco Packet Tracert </a:t>
            </a:r>
            <a:r>
              <a:rPr lang="es-419" dirty="0">
                <a:sym typeface="Wingdings" panose="05000000000000000000" pitchFamily="2" charset="2"/>
              </a:rPr>
              <a:t> 20 Minutos.</a:t>
            </a:r>
          </a:p>
          <a:p>
            <a:pPr marL="3028950" lvl="6" indent="-285750">
              <a:buFont typeface="Arial" panose="020B0604020202020204" pitchFamily="34" charset="0"/>
              <a:buChar char="•"/>
            </a:pPr>
            <a:r>
              <a:rPr lang="es-419" dirty="0">
                <a:sym typeface="Wingdings" panose="05000000000000000000" pitchFamily="2" charset="2"/>
              </a:rPr>
              <a:t>Taller Cisco Router  20 Minutos.</a:t>
            </a:r>
          </a:p>
          <a:p>
            <a:pPr marL="3028950" lvl="6" indent="-285750">
              <a:buFont typeface="Arial" panose="020B0604020202020204" pitchFamily="34" charset="0"/>
              <a:buChar char="•"/>
            </a:pPr>
            <a:r>
              <a:rPr lang="es-419" dirty="0">
                <a:sym typeface="Wingdings" panose="05000000000000000000" pitchFamily="2" charset="2"/>
              </a:rPr>
              <a:t>Taller Cisco Router + Switch  20 Minutos.</a:t>
            </a:r>
          </a:p>
          <a:p>
            <a:r>
              <a:rPr lang="es-419" dirty="0">
                <a:sym typeface="Wingdings" panose="05000000000000000000" pitchFamily="2" charset="2"/>
              </a:rPr>
              <a:t> </a:t>
            </a:r>
            <a:endParaRPr lang="es-CO" dirty="0"/>
          </a:p>
        </p:txBody>
      </p:sp>
      <p:pic>
        <p:nvPicPr>
          <p:cNvPr id="3" name="Imagen 2" descr="Imagen que contiene Interfaz de usuario gráfica&#10;&#10;Descripción generada automáticamente">
            <a:extLst>
              <a:ext uri="{FF2B5EF4-FFF2-40B4-BE49-F238E27FC236}">
                <a16:creationId xmlns:a16="http://schemas.microsoft.com/office/drawing/2014/main" id="{3FB4CA83-099C-1A73-0454-775018AD6CA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563763071"/>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3109036" y="1008917"/>
            <a:ext cx="7877411"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ACTIVIDADES CORTE 1</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6" name="Imagen 5"/>
          <p:cNvPicPr>
            <a:picLocks noChangeAspect="1"/>
          </p:cNvPicPr>
          <p:nvPr/>
        </p:nvPicPr>
        <p:blipFill>
          <a:blip r:embed="rId3"/>
          <a:stretch>
            <a:fillRect/>
          </a:stretch>
        </p:blipFill>
        <p:spPr>
          <a:xfrm>
            <a:off x="1102119" y="2609708"/>
            <a:ext cx="10358321" cy="2876692"/>
          </a:xfrm>
          <a:prstGeom prst="rect">
            <a:avLst/>
          </a:prstGeom>
        </p:spPr>
      </p:pic>
      <p:pic>
        <p:nvPicPr>
          <p:cNvPr id="3" name="Imagen 2" descr="Imagen que contiene Interfaz de usuario gráfica&#10;&#10;Descripción generada automáticamente">
            <a:extLst>
              <a:ext uri="{FF2B5EF4-FFF2-40B4-BE49-F238E27FC236}">
                <a16:creationId xmlns:a16="http://schemas.microsoft.com/office/drawing/2014/main" id="{1321EC2B-3AD5-B194-F7BD-7418B7EE763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230686562"/>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3109036" y="1008917"/>
            <a:ext cx="7877411"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ACTIVIDADES CORTE 2</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5" name="Imagen 4"/>
          <p:cNvPicPr>
            <a:picLocks noChangeAspect="1"/>
          </p:cNvPicPr>
          <p:nvPr/>
        </p:nvPicPr>
        <p:blipFill>
          <a:blip r:embed="rId3"/>
          <a:stretch>
            <a:fillRect/>
          </a:stretch>
        </p:blipFill>
        <p:spPr>
          <a:xfrm>
            <a:off x="1509712" y="2238375"/>
            <a:ext cx="9172575" cy="2381250"/>
          </a:xfrm>
          <a:prstGeom prst="rect">
            <a:avLst/>
          </a:prstGeom>
        </p:spPr>
      </p:pic>
      <p:pic>
        <p:nvPicPr>
          <p:cNvPr id="3" name="Imagen 2" descr="Imagen que contiene Interfaz de usuario gráfica&#10;&#10;Descripción generada automáticamente">
            <a:extLst>
              <a:ext uri="{FF2B5EF4-FFF2-40B4-BE49-F238E27FC236}">
                <a16:creationId xmlns:a16="http://schemas.microsoft.com/office/drawing/2014/main" id="{1E2E9835-B109-AFA4-94A4-2E58540CD16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69080136"/>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3109036" y="1008917"/>
            <a:ext cx="7877411"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ACTIVIDADES CORTE 3</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3" name="Imagen 2"/>
          <p:cNvPicPr>
            <a:picLocks noChangeAspect="1"/>
          </p:cNvPicPr>
          <p:nvPr/>
        </p:nvPicPr>
        <p:blipFill>
          <a:blip r:embed="rId3"/>
          <a:stretch>
            <a:fillRect/>
          </a:stretch>
        </p:blipFill>
        <p:spPr>
          <a:xfrm>
            <a:off x="1628775" y="2313792"/>
            <a:ext cx="8934450" cy="3076575"/>
          </a:xfrm>
          <a:prstGeom prst="rect">
            <a:avLst/>
          </a:prstGeom>
        </p:spPr>
      </p:pic>
      <p:pic>
        <p:nvPicPr>
          <p:cNvPr id="5" name="Imagen 4" descr="Imagen que contiene Interfaz de usuario gráfica&#10;&#10;Descripción generada automáticamente">
            <a:extLst>
              <a:ext uri="{FF2B5EF4-FFF2-40B4-BE49-F238E27FC236}">
                <a16:creationId xmlns:a16="http://schemas.microsoft.com/office/drawing/2014/main" id="{0EF15AEE-0C72-E9C3-EC7D-F8883196672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754296702"/>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831085" y="3344447"/>
            <a:ext cx="5513448" cy="512961"/>
          </a:xfrm>
          <a:prstGeom prst="rect">
            <a:avLst/>
          </a:prstGeom>
          <a:noFill/>
        </p:spPr>
        <p:txBody>
          <a:bodyPr wrap="square" lIns="0" tIns="0" rIns="0" bIns="0" rtlCol="0">
            <a:spAutoFit/>
          </a:bodyPr>
          <a:lstStyle/>
          <a:p>
            <a:pPr algn="ctr" rtl="0">
              <a:lnSpc>
                <a:spcPts val="4000"/>
              </a:lnSpc>
            </a:pPr>
            <a:r>
              <a:rPr lang="es-ES" sz="4400" b="1" dirty="0">
                <a:solidFill>
                  <a:srgbClr val="002060"/>
                </a:solidFill>
                <a:latin typeface="Segoe UI" panose="020B0502040204020203" pitchFamily="34" charset="0"/>
                <a:cs typeface="Segoe UI" panose="020B0502040204020203" pitchFamily="34" charset="0"/>
              </a:rPr>
              <a:t>CONCLUSIONES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 name="AutoShape 2" descr="data:image/jpeg;base64,/9j/4AAQSkZJRgABAQAAAQABAAD/2wCEAAkGBxMSEhUTERMVFRUWFRUWFRcVFRcWFRUVFRgWFhUVFRUYHSggGBolHRUVITEhJikrLi4uFx8zODMtNyguLisBCgoKDg0OGxAQGi0dHyUvMC0tLS0tLS0tLS0tKy0uKy0tLS0tLS0tKy0tLS0tLS0tLS0tLS0tLS0tLS0rLS0tLf/AABEIALABHgMBIgACEQEDEQH/xAAcAAACAwEBAQEAAAAAAAAAAAAEBQIDBgcBAAj/xABFEAACAQIEAwUDCAgFAgcAAAABAgMAEQQFEiExQVEGEyJhcTKBkQcUI0JSobHBJDNDU2Jy0eEVgpKT8NLxFjREVGODwv/EABkBAAMBAQEAAAAAAAAAAAAAAAECAwAEBf/EACwRAAICAQIFAwQBBQAAAAAAAAABAhEDITEEEkFRYRMi8BQjcbGRBTJCgaH/2gAMAwEAAhEDEQA/AMhGtXqteRrV6iiA8C1MrXqip2pQgJTxGi4U24UISdRo6AX51NlEWxR+VHphj0qmKL1pphxcUoScMXkKJRfKoqtudTS/WsAuQeVXaahGvU1ctEBYieVWiOoIR1q5fWiY8VPKrAPKvL+dWx260QEQnlUjHflU7DrXu3WsYh3dt7U3gb6MelLCPOidfhAvyrGF+OJ1G1QwikMDRLxA18qW50aMHfOK9E56UD76j3nnTAGiy1JmpYs/nVgxPnWMfY8be40sA3Btwo+eS/OhJTbnSmHcMtxXzNSbC4y216KOMHWmMGrJvSPObE7iivnovxoDFy6jsaBgzIRYNt0pjKoOxpXlsoF96KM3nWMDZ4ngO3KsfDGeQPOtjmD3U78qQaDWoNmGjWrlFRQVcoqgh8BXtegV6RSMKAFPjN+tMIGHIUDp8R9aOgWpMqthrh0oxWtypdC/nV8TnrQs1DCOTqKneh03q9B51jUXI3lVuu/KqUPU1bYHnWAWIPKjI1oaOiol86KMTWPyqbL5VEG3OvQaxj3T5V6iX5V7pqQrGLBCasEdRU+dfFvOjQDwr5UDicfGjaWdVO+zGxNuNr8aFzntCkFxYsRxte1wLkX6/wDL1zvOcwWWcvptdwx63ta59yiivAVHubrMO0IiTvWC6CwVNzqkP8Nha2xPp0ptgsQsqB13DC4rkUkhkViGNlYhRc2BuRdRy2tw60PlHaubB61iKlSdtQ1D3f2pqM0dr0eVfe6sd2T7ejEsI5Iwj7XIbY3IXUARwuRffa/OtuyedYUDY+VVtGbXtRvc+dRK8r0KNYDbbhUCPKiGXfjVRTfjRMDvahpOPA0RJGb8a8Kc70KMVxyaeANQbFNfgasK35ihpAd96NGITY0m4IPSqom6XqQ53qMbHyrUYyyCrVFQQVaKoIe18a+rwmlYUDxixNxzo+CYDlStGJPGjYV4b1FlUMISOlFBKDXw86ujxAJtelsIdE/K1TdyLaVvQ8dutNcnsX91Ux/3ak8m2mgFHihYhlIa/Cr4n1GyKTVWZr9M3pTXs0m7Uqf32ug7j9hO9QP55oazLRcOOU0FnP61qBiHiHrXbLDFq9jz1nnF1uaeOiFXyoPB70eBauE7yOk9K9A8q+D16o86YBZAoJpf2hx3chVUEFwxLAX0KouW4cdwB5mmWF41ne2eGMjxqouWBQdeKkgetxR6BivcYuWfvfBAjuW8XM2N78/WneVdgbJrxDeIj2Ry42v8TXRsmyKHCxhY1FwN2tuTzNDZrNStuiqps412ryk4a6j2TuP+/wAfjWIxD710v5QiXQH7J2/58K5hNGb08JJoXJFpkYpSpDKbEbgiu79ge0vz3DDX+uj8Mn8XSQDobH3g1wVhat58jeN04qSIjZ4yVPRkPL1BPwpmSOyEgcqg1rcK9O/OosLc6FgoFdrH2fxqJIPKrb+dVSA8jWRgWRvKqjbnRLk1SaxilgOQoV2HQ0ZLtQkhJrBBmRTvY0Ow6XouzW4iqZXPCsYzyCrAKigqYqgh4ag5r1zVEj0jGQNh+Jo6L0oCA07yzLWkXUDYXqLKIT57I4UFb38r0uyjFSGTcHfrXQMNkRuCxBHQircR2bDEFLKfQUVGNaiu7FWHc7XplhsUU3XjV0PZp/tij4Oz5HFqphpT12J5rcHy7geGw7zOzUbE7QG3Wiocmdb6XterRlLH2mvQio+u5dAycvQUVuIMa5ZyTVSDcU/fs+Sb6qi3ZxvtV2vLE4Vhnd0Sy03pgfOl+TwHWyX4U6ODPWuCrPRsEGGY78q9VbCmaxWW1DHBHrTtdhU2VYU7mpT4RZWjbgUdWBtfgf6Ej31fhsJpN70Hn3eL3RVisevTLpHi8YshB5DVt6stZI16jzHYlI1JYgetYPtH2qwsexk8XJQCWPoo3PwoXO8BOsgdsS7RSyCNGY3MSWB+qPCCzMvU6Bc71KTscfnEZM7FWjIuAt9EZUgXAuR4iN+o3pGlR0Q0pmRzbGyYpSsWHcKfrykILeSe0furEYrASI2kgn0/KutZ/pXwINl28zWFzDHaZRtfj8ajCetJHRPGmrkwfEwpLhZCESPuR4VC2IsCQS/FidLXv1FXfJKyjMF1Dcxyad/rWudufh1Vfmk6LgXVB9LI2qU25Fv6G3pes32Vzf5pi4pypYIWuo2JDKVNr7Xsb+6q49mQ4irX4P0cDXpQUDlGYpiIkmiN0cXF9iOoI5EUexqhzAkyiqWFEyC/OqDeiYPynBow1OAeW9MTgYPsr8BQuWL9EL9T+NFFB0FOkSb1K2wmG5qnwFQMGGH1U+Aqxox0HwqplpuVC2fE4cck+FVNNh+i/wCn+1etVTUeVAtnJkNWCqkqypliuU0FI3Gi5TS6VuNIx0eQNWvyYkYckcd6x0L1sMnP6MfRqmOKsvOLl8Sy2FyKKgXGMWAm9k2ovsyv0Q9TTHL4/FJ/NTUIRwOX4ki7Tn4VZl80+qVGkvawU24XFOsKNqVwj6aX1X8KDQQ18DMq3747Clwxk1794belaTE+wfSsuvD3VHO3GqLYIqV2OcshmkXUZTv5UxyzWGdXbVbhVXZ4/QrRGE/WSVaK0TIy3F+US3xMgoyYO0jAPYAcKT9npL4ybytTuE/SvWjsBiPP5Z4lBSXiQNx1NVPLiQqHvvaIHDrV3bZrIlvtr+NVYx7CEdWWvQ4bFFxbaODicrjJJDuDATbEzE8CRaqJoJpZGTvLJaxFgb09h9kegpbl7fTyVyUdYv7RY04eOMGIyqqkubqBqNydV+V+QvyrNdm+06hXE7MAznTq1EhelzyBvWz7QQ6rctNn/wBO9ZfFZNg2CEhmcgFgPCC53JOkDf3+6pTWp24ZpxoX9oSttQYWYXG+xHlXN81l8V6ddqZxFIURjpF7DiBfcgVkcROSaEMVahyZb0NJgJdaG/SkMOV95iBGuqzMAdILEDmbDoLn3U9yyPTFc8xemXZKJIpppmleF4YyfEmxke9lsRyFhv1o4YtzaJ8TNRxJvcY4TMJoe8iwkg7pe7i7wKF0H6zsjcHsAurYbcqhkGdYzDOYpnsm4DyuXRDxDXAN1NxwPPlTfFsMJEglMEusasQRcTOsp9gW2uSOZ+rRDxgQazH84wP7CK15Fe9i9uNhc7fHqfRhjWzPJeZjLBdofoi0yXYNY9z4kYbWdSx4G/Am9MhOjcDvYEg7ML8LjiKyr9mxpOKheR5vCRFuJY0+zpNtuuodeNU4TGCZxHIY0xSfqyoJ1jiY3EYABtzG+3xafCxauLNHiZJ09TqOWx/RL6VLFRsUIU6WI2PQ9az3YjtJ3jthpjplW5QMNLWXZ42G12U735hgeRrUZg1luBvXNytOjoUk/cgZAQoDG5tuepoPMoJHUd0+ghgSbXuoO499QOLkI9mq4J5C4BG1USrUWVPQJdrC/Sl2IzVF539KazLQhhX7I+FScW3dhOVJUr1UpqV6QuUzGl0rcaOnNLJW41OQyJxEVssp/wDKn0asRCa2eVG+F9xqY5f2bYCFbniTamuCIGq+12pbkOHHdpq4qSeNNIIVN7/avxprFoaRSAWuePClcX62T+YUxRVNr224b0DDEe8c8iRWMOsS40MOYFZtVJB9K0eJjGhrcSKzjYd7e6ocQraL4HuaDs2foForCnxyUL2eTTCobjRWGHikNdMdkc8t2Z3ss98biPUU+w7fTSVm+yD3x2J9R+daXDRfTSE8Da1LDYzE3bVgUj/nX8aCzV7PAP41/CnHanBF1TQL2YHjSrNMDI0sBC7KwJ3G21erw0ksbvz+jyuLjJ5FS7fs28LCwHkKU5a308vuptFGAAedqW5bhz30pbgeFcB6Bfjk1sF+0rD41yvOM7mhEsDXBVifRrmxv8LeorrckP0iWrIZ3lMeZmURqYpYJGik1WBto1IzEcVva3qaZY3LXsGOXk0fU4tmE+q55k3PPjUspyd5zdQdI4nkP710UfJ4kc2FRyJVmZxJobgEUk2IseI40sx6jKJ4+7fvEZPpImWz6Cd2axttxW++zcBTZMcktA480ZSoFkwTLGdIJ0DURzsu+w501yDETqkGHlUM2JmM0okTfQtmN+HGw417nbrOFECg96V0ve3dcy5/htf86tyDtuTKI5Lzzd0YkZkULqViAPB9ra5tbY0eFSraxONb5q6BPzlsZix3awlHxNu756MOpBJ9bsffTiaVH+dxGF1k1qlogSAuwuCLAX/OsvlczYdosQcOiPJN3UfUKD9I2m1hc+EX5X8qZZVnc8cmYzsb6GR7EAA23AuRtsK61B9Pmp57d7/NDQRyCKeaUR4hV1iM2UXmkUBFVfrEbXuNqx/aDFQxSMyAwOEaVYglihBsrOw6m50j39K1uJMvzSWSaTRKqxFXJ8KsQNboAdiWLe7T51nc6ynDvOp7yWQy4aTcC92A134edNzbmpKVPv8At0Ybs7msiSCa/eSJPFJqv9JuSPgeHvr9HRYtZo0kXg6hgDxF+IPmDt7q/LeHw360I9mVL2OxujDh51335OhJ82MbuHtpdSGvZZVvpJ9VY++uWUd2dqfQ0ckgFVpJermwPlURhSt7CltG1KcQaHNXy0OayAcjU16TVatXzNUToKp2pXKeNHztSuU8anIZFsNa3C7YPY22NZLDvtWsib9E91TKFUeWsE1CR72vxonARzSouhZSbb2U7/dXU8jOHkhSSKJACo20i4IG4J6imqv029Ko8Kl1EjmUehy7LsF3i6i7A8LXq6LDEM8etrG1jzHCtBmOA7lyQPCxv7zxpMT9Mfd+VKoUqM5W7QNm2XvHEWWZ77c70WmUkxg9619N69z9/oG91MMM30Q/l/Kn5ULYuw2UPp/XPzq3slM5Eyu2rS5AJ6Uywx8PxpT2WbxYn+c/gKLQExf2Kb9OxX839aMzrEOZ2VHK2A4AedLOwr/p2K/m/rR2Yn9Jf0H51zZm4w0L4UnLUNyvBvNctK2xqGKy6QToglbSRuLD8aM7Mv7XqaLxQ/SEPlXRh1gmRzJKTopxmAeMBhK3tC4PMdKd4FbqCeNqDzg+D3ii8ubwD0qhMLSMXFZnN8C2HeSW6tDMyviAR4yu6jQwtcKTqA42HE7Vo0nGvQGAci9jzX6xHuB+6s4ZTiZJ41jZBoRHSXeJgXRVKEXFwobhV8KatnLnknpuB57Mq/NsSEKxJh5GEkDA6TKyjgBuvPhzrN9vMnRsYZiJJgIk1RpfWUj8DOP4kJvbgQfI3fZlAgwuKiSJ4jDIkaFTq0xyPquBzUM0m3QCmr93iIjKLTSrePXH4HUM63XY3FhIPgap+ScG1LT58/BzzC5PIBHDCl5RKpkXfREsr2hVy1rix1EC/Ctf2Z7OfNZQAkBlaN3kc3LazbQqi2wC3vzJY01wOXQRyT93DMp7yG/GzaQCCDfcb/jQkODjGYlhhJbtru5vpN11fa/KtBJJpaUvnUpPJKbTfevmgBP84aLCM0sF1xAva9vaYbUD2zwspwmMvKhMk+HRQm2osAoVz9klhROLgRMLDbBNtibAE7jxNvxrSNEE1KIFjDkkFiCNccaMjW8iD/oprr55IR3V+O/YWxYYD5xh0heUrh4wHkvpcomnYt51RMZe7wMjvHEAwjYAX2YaLb/y07MTHFF2mcoIiCqqFUm/InjyrI4nHxx4KNocPrHzjYzNcg62sfj+NCOvzwGSr/v7s5vhMvZ8bLAQspLSre+n63tX5V135KsR4XjIjBVFFozv9Gzr4vOzLXMcKhOcuXhBJnfUoayXe9t+lyK6B2GBgzGWNkjQPqACncawHA9LJ8aVx9jLuX3EdNqrEHarapxJ8Nc50MVyGqGq16paqEzjqmvnaqg1eM1QZ0FU5pc/OjZzS6Q8anIZBEbVqQ/6J/lrHxvWpS5wth9mpFDYdjc8WFkjc+GRRfop5N+R/tXSEri+EkTu1uRqC24i9bz5Pc9M8JhlP0sWwN7l4+Ct6jgfd1q0JdCU4dTT4/DCRCPhWDxEZWYg8R/auiCkHaTLb2lUbjj6VRoRMyWezAwPY8KYYScaFW++n8qX53BeFwlrn76NwiLoW9rhbUoQyGYAAE7m9K+zB3xP85/AUxRFsCbXHCgOz2HYNOLe0x0253rMyEvYJv03Ffzf1pricMz4iQjoPzr3sh2VxUOJnlkQBZGuviBNt+I5Uyn7P4rvWZdIU2+tvUMkbirTZXFOnoyrs94WcNyP5CmUzAyoR0qvJ8inR3Mi7N535UxfLm1Cymw9KthVQSJ5Xc2CZtKDHsfrCmOVp4FJ4bAnpt/w0Lj8AWARRYlgeHAczQ+a5ocFE77Oqi0YB8cjXs5ZbeFBYC++wPDnaEHN0jnyT5dwPFmZ5ZHxfgwwRhdWIWRGHhCMCCr+Zte9udB5RNLhysdw8cshdVxDgTmO108JG9mC8L+lCw4xsVG+M72WKMMGliU+3IltPdX5WsLc9h6LJs6MbM51iSWxjeUAhI9JNlRT9HKGUiwtxB8j2zuPtf8ABwxu7Xz52NEqh9CqJYnmlcFGJ9lZRJc33GwIF7e3QnZbMSHlgxHhZsVMgZRpf2GYG/MXj/CsymdrNIrk91KHiczM7OzBFWTQU0gKCQADWufTFPh5UlvFPNK7CYfbUspV+Xl60jlGqKRg1TZou8jDPpmcF51Rri/iCltI22Gm29Z7NczjhxEEzYuQBliNgDoYA6JCdttmB91PcwihQ63dlCziQ3W+9owOA4b/AI1j+0GUYZoWjknbVAZl2FrLJuNVweq2oYVG9bKS03/fkOziJBGqnFSeHGqvPiX9nh0NGY/NYWxMaRu0sizzRMjHSq6xZibj6ot7rjnQuJw0EmGEvfj/ANPijexuY9KPbhx0C/nWYwzRDMXlSQy6yroyghBMzBVHCx2Jb3U6im66k9jQ5hiJWxgLSOjXMS37sJ3Vi2rujc3uOtAxTYcQTxTSqMPEzBmMR70y8QYhc2FzTbtOZEWfE9wskgYQ4a8as+qwBcXF/aJPotZHN5jGY4EQCaWMNiCL28IvqaPhe4O+3CjFNrQWXd+fn+9xF20x0LTQzRMwkeJWfSAviU2DN1Y239BV2MzlI58Pi8O5EpUMyOhFiCAN+BBvbbpSbtPMuLxyjwogRIyy3Cgpct95oWVhqbWdSgiONuoTxMo8yNr1KWWSXKdKxp0+p+pFa4B6i+3D3VTijtSPsG4GX4UBtVolF/MXBX0BuvuptiWrnrUs3oAvQ7iiHqlqcQ4kGrxmqkNVkMbOwVFLMeAUEn4CoHQVzGl8hraYXsVM6lpXWLa9iNRA5lrEAfGqH7CX4YpTf7MTN7vC1I4MKmjJJWlkb9F26U1g+TKU8J1NuNoz/wBVOJOwUvc933nLj3bfheleOXYb1InPezUPeu4dm2G25p20rYKaKeFm1K17EmzD6ynyIuKfZL8nsmHLMZg2r/42FvvonM+xryhfpAtuqE/nVcUKmnLYnkncXW50nKMxTEwpNEbq4v5g81PmDce6i5BcWPA1iuwmWSYLUjyh43N7aSNL8NQN+Y2PoK2x4+lUlV6E1sYvNcrEbnodx/SqcJlqu1r2+JrYZpgxIhHPlSSGFEudRLWNxwK250qjYXKgebICh+s38oJpjkuW92126bA8fhUMPjm03V2IPAlb/ea9w+DVvGbm1/EQSQfU0/prcm8krqtRhicyCo5HFASb0Bl2cyvCruoGpWY2BFlGw58TxpXj51kWRIibEMHJBtdeX3mlGNzGSGCNI730FTcH2W6f1rnyc0X4PQwxhKNaXYE/aGZJGdZHUFtgD4NuqnY10jJc4TEQiW4HJx9lxxH5j1rIdnOzwKd5iVBYi4Q/VHUjrV80rhSYlREU6b8B8BUozcd9SuWEZ6LoPc1x1vEuoC1rjYn4bgbVj89zGKRr4hWcLugUhWDDhY7XXc3HnX3+MkGzy3H8I/rS3MHX6uplPHUL299Ks8oy5kzfSwa5ZItTMYxHHK5jRYyxTCw2NpGvpkFuI47W2ufMVnZ4WxTbjVNLu/hvpmX9WkX2QL7n186YYLDxqzlbp3g0vptcr5E+zetB2biw+E8ftudl5lRzt09fXrXZ9ZGUddzh+gnCWmpmJMhlWVYsTIwMrIxEekaTexufhwrpGMwVlwyLIoVGbaQAlgEJG/xpBnFpJ0mN102IB52N6bPn67ExqbA8d+ItcdKjHOlJ2yuThpSikkWYDMTPhgVlAbVJGfDdQysyAjy8aG3kKoxGKLOGGIhtPALXW+qSPbhfcbms/keKbCd4qNdHbXpNtIbgbdLi4++imz5bJdI7xsWU6RcFuP48qquJxLqSlweVvRB2TTloAjPhZArPE1jsIpQdFv8AMLWpd2PwTqCuI7olMQO6HBdMN9Ug6+2APMCl82bINdooxr06rKvi0nUp2HEGgcR2ka2kWA32A2347UZcbC24pmj/AE7J/k0bTGYhJnMz3aCDUyyLICGlN9RCjkoNhWXgxyqk+MkZJWkusccg0yBPqqD5/lWPzHMiylVYqCbkIdKkjqBtVU2eLipoxjCEjiXwldrtyv0/tVMXEwlpsQzcHkg73E+eL3IAW4ZyWdWG6dB8Lb0P3ltCQjV4S2/EP9a3nap5rOZpWcksLHQTzRfZ1fj768ic8CQo0i21jIL8R/EN7Ucm+o0dEjsvyPZtHJgUw+sGWLWWT62h3LBvPckf9628lcM+TzPhhMWmpFKSBYn2GpBIy7oeJ8QViB1PSuz4vN8Op8UqL/MbfjS2jUy1hVDLVIznDHhPEf8A7F/rVy4hG9l1PowP4UyYtM5nlnZDgZ2/yp+bf0rVYTBLEumJRGOqgX9STe/voiOMnkaIjw7dKypCvmZThxKoFpuF92gjc78r7VdDiZ1Nw0N+pw9j7rSC1FR4Fzyq3/D2HEgepo85uWRQMwxPIwf7L/lLVwxeJ4nuD/lkX/8AZq+HCrY3dfcRQeLyKV3LJiZFWwsqlLbc91NDnQ3LIvOKxXJcP7+8P414MbjPsQH/ADSD8qG/8OTc8TP/AK1/6akOzsnOfEf7n9q3MvBqZKSbMD7KwD/O3/TTvJJZjH+kKocEi6EspHI77g0mj7Pm4BmxH+635UcvZ4Dbv5/91/61pNMMU0PRSvM8OBduVt6JwWDEahQzNbmzEnfzJvVObk6NtxfcWvU+ozAcIw0fRWsPOqZ8QxuL8rbUPrsCqiwPkRUsvlEbX0Fz0/OtTC5InkqJFGQTuWY78dzUc0KGzDxlNwNre/bevc8y/vBwIvvbcb+oNZhfnEd7q1uXBx+RpJ3XcfG9b2GU+YvDC7OwZ3NxbkD7K+6vsaCuDjjAvIwvYn6x3N6VZhOXhBkAtq+qrBveDTF8onnWOQFVClWCtfgOF+lcrttqjui4pJtizH5OkAXvNUjsLneyqegAqHz3WmgBQvQUz7Q45kkVtUakAg6rkH7qy8+Y6mvaAHqENTlHXQtGTath5w96uQ6RQOG1n9onwaiGRuckduYIbek5GM5Esdjg1vKl0mII50+ifBFfpVAbmY2f86oxGEy48JpF+/05VT0fKEWZLSn/AAZ95z1oSaY0bPl8R4Yke9TXmB7OiZtKYlb+akUFhbGedLUUTOTS7EMa2WI7BTL+1UjrahJuwUhH64X/AJf71VcPMjLiYGLkagsXHcVp8b2Jxce6hZB/CbH4GkOIyvEANrjZdIudQt8OvuplimnsI80GtwTBtqWwAFyVuDuxsdh0HX0qSYSQKZDZWhYCznxb8LL0oYK8IQ+EE+IEWJFuBPSrcRI88heRrMRfUb+O21q7Kpa7nA/Gx9Fi2EqmM3swKki4YqbrdeW/3U4/xppxdtm5i/OgcJhWf9UqhjZdB9sMN9a35VVoWNiT4jwKrsUPDxAgX58PjSOFhU60DTJR2EjJG16DyyJZCdRsqqWJ8hbYepIrSwQhUD8AbAeQtSR3Hlojq8GYL0FEjHA8KxceYw/vF+NEx5lD+9Hxq1HMsiNhHix1qffA8bH1rLR5pF+9HxFXLmsf7xfjQodZDSqE6L8KtSQDgKzIzmP94vxq5M8j+2PjQob1DQd6eS1NXc+VZ9u0SD64oSbtWBwNajPLFGxF+ZoLMM4jh9pvhvWTTPO8PiksPLaiQ2GPFwfU1qMskWFYrtcB+rUt6giqD2onbZYx671ZGcMPrL8aKixWHH1l+IoG5z5MzncewB7qLwKMT42tVf8AicP21+Ir7/E4f3i/GtYLDpdwedqq+bC1xQq5xAP2i/EV4c7w/wC8X4ihYyoJWBeYB91XYg7W07eVLxnuHH7VfiK8btHh/wB6vxFC0HXoVY/LYpf1kJahFyDDDhh6MbtPhv3i/Gqz2rww/aLQ9ngonk8kP8Jh/cmotlMP7k163a/Cj9oKqbtrhR+0FD2eDXl8njZNB+4NVtkkH7g1F+3WFH1/uoaT5QsMPrfdR9gLy+S85HB/7c19FlMSEMsBBHAil0nyk4bz+FCyfKbByBplyAby+TVzYpytu7JpdCkn1ltWck+U+PkhoST5UF5Rmm5kIlPsbfuz0qifDahYre/G4rDv8qfSL76Fk+VJ+UQ+NFTXcDjLsabMeyWHlXS0QFrkafDSPMOwQIHckgr7IfcD39aWv8p83KNaFl+UnEngqim9VC+nMKxvZTFiBmch3vcPc61C9D0/50rOZHlxdi5IMqEaYmH63mSfLnTI9usTIrKSN9ttrA0olzQNGwYEygDS67WAPsny/GmU09ewHCSVFMmIJZjbTdidI4DfgPIVp5MZfDwjna59axkJubcN61uXQhyFbgEv94tXMmd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3" name="Imagen 2"/>
          <p:cNvPicPr>
            <a:picLocks noChangeAspect="1"/>
          </p:cNvPicPr>
          <p:nvPr/>
        </p:nvPicPr>
        <p:blipFill>
          <a:blip r:embed="rId3"/>
          <a:stretch>
            <a:fillRect/>
          </a:stretch>
        </p:blipFill>
        <p:spPr>
          <a:xfrm>
            <a:off x="7563978" y="2009958"/>
            <a:ext cx="4337089" cy="26689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Rectángulo 9">
            <a:extLst>
              <a:ext uri="{FF2B5EF4-FFF2-40B4-BE49-F238E27FC236}">
                <a16:creationId xmlns:a16="http://schemas.microsoft.com/office/drawing/2014/main" id="{6BBBCB2E-F413-4381-8378-02FDC20EA4F6}"/>
              </a:ext>
            </a:extLst>
          </p:cNvPr>
          <p:cNvSpPr/>
          <p:nvPr/>
        </p:nvSpPr>
        <p:spPr>
          <a:xfrm>
            <a:off x="8929327" y="6481983"/>
            <a:ext cx="3412801" cy="615553"/>
          </a:xfrm>
          <a:prstGeom prst="rect">
            <a:avLst/>
          </a:prstGeom>
        </p:spPr>
        <p:txBody>
          <a:bodyPr wrap="square" lIns="0" tIns="0" rIns="0" bIns="0" rtlCol="0">
            <a:spAutoFit/>
          </a:bodyPr>
          <a:lstStyle/>
          <a:p>
            <a:r>
              <a:rPr lang="es-ES" sz="2000" b="1" i="1" dirty="0">
                <a:cs typeface="Segoe UI" panose="020B0502040204020203" pitchFamily="34" charset="0"/>
              </a:rPr>
              <a:t>HERRAMIENTAS OFIMÁTICAS</a:t>
            </a:r>
          </a:p>
          <a:p>
            <a:pPr rtl="0"/>
            <a:endParaRPr lang="es-ES" sz="2000" b="1" i="1" dirty="0">
              <a:latin typeface="+mj-lt"/>
              <a:cs typeface="Segoe UI" panose="020B0502040204020203" pitchFamily="34" charset="0"/>
            </a:endParaRPr>
          </a:p>
        </p:txBody>
      </p:sp>
      <p:pic>
        <p:nvPicPr>
          <p:cNvPr id="5" name="Imagen 4" descr="Imagen que contiene Interfaz de usuario gráfica&#10;&#10;Descripción generada automáticamente">
            <a:extLst>
              <a:ext uri="{FF2B5EF4-FFF2-40B4-BE49-F238E27FC236}">
                <a16:creationId xmlns:a16="http://schemas.microsoft.com/office/drawing/2014/main" id="{F649E317-5702-1C13-58BA-3BF3C0FDEC1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280232543"/>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4283962" y="3812052"/>
            <a:ext cx="5283118" cy="512961"/>
          </a:xfrm>
          <a:prstGeom prst="rect">
            <a:avLst/>
          </a:prstGeom>
          <a:noFill/>
        </p:spPr>
        <p:txBody>
          <a:bodyPr wrap="square" lIns="0" tIns="0" rIns="0" bIns="0" rtlCol="0">
            <a:spAutoFit/>
          </a:bodyPr>
          <a:lstStyle/>
          <a:p>
            <a:pPr rtl="0">
              <a:lnSpc>
                <a:spcPts val="4000"/>
              </a:lnSpc>
            </a:pPr>
            <a:r>
              <a:rPr lang="es-ES" sz="5400" b="1" dirty="0">
                <a:solidFill>
                  <a:srgbClr val="002060"/>
                </a:solidFill>
                <a:latin typeface="Segoe UI" panose="020B0502040204020203" pitchFamily="34" charset="0"/>
                <a:cs typeface="Segoe UI" panose="020B0502040204020203" pitchFamily="34" charset="0"/>
              </a:rPr>
              <a:t>¿ PREGUNTAS ?</a:t>
            </a:r>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7" name="Rectángulo 6">
            <a:extLst>
              <a:ext uri="{FF2B5EF4-FFF2-40B4-BE49-F238E27FC236}">
                <a16:creationId xmlns:a16="http://schemas.microsoft.com/office/drawing/2014/main" id="{6BBBCB2E-F413-4381-8378-02FDC20EA4F6}"/>
              </a:ext>
            </a:extLst>
          </p:cNvPr>
          <p:cNvSpPr/>
          <p:nvPr/>
        </p:nvSpPr>
        <p:spPr>
          <a:xfrm>
            <a:off x="8929327" y="6481983"/>
            <a:ext cx="3412801" cy="615553"/>
          </a:xfrm>
          <a:prstGeom prst="rect">
            <a:avLst/>
          </a:prstGeom>
        </p:spPr>
        <p:txBody>
          <a:bodyPr wrap="square" lIns="0" tIns="0" rIns="0" bIns="0" rtlCol="0">
            <a:spAutoFit/>
          </a:bodyPr>
          <a:lstStyle/>
          <a:p>
            <a:r>
              <a:rPr lang="es-ES" sz="2000" b="1" i="1" dirty="0">
                <a:cs typeface="Segoe UI" panose="020B0502040204020203" pitchFamily="34" charset="0"/>
              </a:rPr>
              <a:t>HERRAMIENTAS OFIMÁTICAS</a:t>
            </a:r>
          </a:p>
          <a:p>
            <a:pPr rtl="0"/>
            <a:endParaRPr lang="es-ES" sz="2000" b="1" i="1" dirty="0">
              <a:latin typeface="+mj-lt"/>
              <a:cs typeface="Segoe UI" panose="020B0502040204020203" pitchFamily="34" charset="0"/>
            </a:endParaRPr>
          </a:p>
        </p:txBody>
      </p:sp>
      <p:pic>
        <p:nvPicPr>
          <p:cNvPr id="2" name="Imagen 1" descr="Imagen que contiene Interfaz de usuario gráfica&#10;&#10;Descripción generada automáticamente">
            <a:extLst>
              <a:ext uri="{FF2B5EF4-FFF2-40B4-BE49-F238E27FC236}">
                <a16:creationId xmlns:a16="http://schemas.microsoft.com/office/drawing/2014/main" id="{63D45998-C60B-D5E8-07AF-7C0DC685AB3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428895734"/>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 de texto 2">
            <a:extLst>
              <a:ext uri="{FF2B5EF4-FFF2-40B4-BE49-F238E27FC236}">
                <a16:creationId xmlns:a16="http://schemas.microsoft.com/office/drawing/2014/main" id="{9436B850-15F2-41BC-A54E-6E0F332F011D}"/>
              </a:ext>
            </a:extLst>
          </p:cNvPr>
          <p:cNvSpPr txBox="1"/>
          <p:nvPr/>
        </p:nvSpPr>
        <p:spPr>
          <a:xfrm>
            <a:off x="733192" y="4331033"/>
            <a:ext cx="4845708" cy="830997"/>
          </a:xfrm>
          <a:prstGeom prst="rect">
            <a:avLst/>
          </a:prstGeom>
          <a:noFill/>
        </p:spPr>
        <p:txBody>
          <a:bodyPr wrap="square" lIns="0" tIns="0" rIns="0" bIns="0" rtlCol="0">
            <a:spAutoFit/>
          </a:bodyPr>
          <a:lstStyle/>
          <a:p>
            <a:pPr rtl="0"/>
            <a:r>
              <a:rPr lang="es-ES" sz="5400" b="1" dirty="0">
                <a:solidFill>
                  <a:srgbClr val="002060"/>
                </a:solidFill>
                <a:latin typeface="Segoe UI" panose="020B0502040204020203" pitchFamily="34" charset="0"/>
                <a:cs typeface="Segoe UI" panose="020B0502040204020203" pitchFamily="34" charset="0"/>
              </a:rPr>
              <a:t>Gracias</a:t>
            </a:r>
          </a:p>
        </p:txBody>
      </p:sp>
      <p:grpSp>
        <p:nvGrpSpPr>
          <p:cNvPr id="5" name="Grupo 4" descr="Esta imagen es un icono de tres seres humanos. ">
            <a:extLst>
              <a:ext uri="{FF2B5EF4-FFF2-40B4-BE49-F238E27FC236}">
                <a16:creationId xmlns:a16="http://schemas.microsoft.com/office/drawing/2014/main" id="{5D1C056A-1D7A-4D89-A2E0-446D9944C6FB}"/>
              </a:ext>
            </a:extLst>
          </p:cNvPr>
          <p:cNvGrpSpPr/>
          <p:nvPr/>
        </p:nvGrpSpPr>
        <p:grpSpPr>
          <a:xfrm>
            <a:off x="791651" y="3549996"/>
            <a:ext cx="569186" cy="530997"/>
            <a:chOff x="-27444701" y="-10180638"/>
            <a:chExt cx="10883901" cy="10153650"/>
          </a:xfrm>
          <a:solidFill>
            <a:schemeClr val="bg1">
              <a:lumMod val="50000"/>
            </a:schemeClr>
          </a:solidFill>
        </p:grpSpPr>
        <p:sp>
          <p:nvSpPr>
            <p:cNvPr id="6" name="Forma libre 35">
              <a:extLst>
                <a:ext uri="{FF2B5EF4-FFF2-40B4-BE49-F238E27FC236}">
                  <a16:creationId xmlns:a16="http://schemas.microsoft.com/office/drawing/2014/main" id="{C9FAB44B-F1A9-406C-8DC0-7BC29AA64A5B}"/>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 name="Forma libre 36">
              <a:extLst>
                <a:ext uri="{FF2B5EF4-FFF2-40B4-BE49-F238E27FC236}">
                  <a16:creationId xmlns:a16="http://schemas.microsoft.com/office/drawing/2014/main" id="{12B0F9D4-64CB-42CD-88AA-7E8CAD1F1229}"/>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8" name="Forma libre 37">
              <a:extLst>
                <a:ext uri="{FF2B5EF4-FFF2-40B4-BE49-F238E27FC236}">
                  <a16:creationId xmlns:a16="http://schemas.microsoft.com/office/drawing/2014/main" id="{0FD5A500-BBCF-4857-86E7-EBF5AA53DDB4}"/>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9" name="Forma libre 38">
              <a:extLst>
                <a:ext uri="{FF2B5EF4-FFF2-40B4-BE49-F238E27FC236}">
                  <a16:creationId xmlns:a16="http://schemas.microsoft.com/office/drawing/2014/main" id="{443598C0-BD9C-4522-87F3-C9C8F628EF08}"/>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0" name="Forma libre 39">
              <a:extLst>
                <a:ext uri="{FF2B5EF4-FFF2-40B4-BE49-F238E27FC236}">
                  <a16:creationId xmlns:a16="http://schemas.microsoft.com/office/drawing/2014/main" id="{426B4897-8470-4A76-9FA9-4E7CD62BFE0C}"/>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1" name="Forma libre 40">
              <a:extLst>
                <a:ext uri="{FF2B5EF4-FFF2-40B4-BE49-F238E27FC236}">
                  <a16:creationId xmlns:a16="http://schemas.microsoft.com/office/drawing/2014/main" id="{08884941-111D-4BB6-BD63-1DA532A17165}"/>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2" name="Forma libre 41">
              <a:extLst>
                <a:ext uri="{FF2B5EF4-FFF2-40B4-BE49-F238E27FC236}">
                  <a16:creationId xmlns:a16="http://schemas.microsoft.com/office/drawing/2014/main" id="{0E89D6C0-E5F8-47FF-8190-4361ED77715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3" name="Forma libre 42">
              <a:extLst>
                <a:ext uri="{FF2B5EF4-FFF2-40B4-BE49-F238E27FC236}">
                  <a16:creationId xmlns:a16="http://schemas.microsoft.com/office/drawing/2014/main" id="{F2B683ED-11A9-4ED1-A941-C7F0C5096E24}"/>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4" name="Forma libre 43">
              <a:extLst>
                <a:ext uri="{FF2B5EF4-FFF2-40B4-BE49-F238E27FC236}">
                  <a16:creationId xmlns:a16="http://schemas.microsoft.com/office/drawing/2014/main" id="{5F24A4C5-7DDA-4711-B85E-9A4348702CB8}"/>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grpSp>
        <p:nvGrpSpPr>
          <p:cNvPr id="23" name="Grupo 22" descr="Esta imagen es de una forma abstracta. ">
            <a:extLst>
              <a:ext uri="{FF2B5EF4-FFF2-40B4-BE49-F238E27FC236}">
                <a16:creationId xmlns:a16="http://schemas.microsoft.com/office/drawing/2014/main" id="{C5C1EC81-7459-4B76-B0C8-CF221BB21A2F}"/>
              </a:ext>
            </a:extLst>
          </p:cNvPr>
          <p:cNvGrpSpPr/>
          <p:nvPr/>
        </p:nvGrpSpPr>
        <p:grpSpPr>
          <a:xfrm>
            <a:off x="4855953" y="-2833465"/>
            <a:ext cx="8948964" cy="12105059"/>
            <a:chOff x="4855953" y="-2833465"/>
            <a:chExt cx="8948964" cy="12105059"/>
          </a:xfrm>
        </p:grpSpPr>
        <p:sp>
          <p:nvSpPr>
            <p:cNvPr id="20" name="Forma libre 10">
              <a:extLst>
                <a:ext uri="{FF2B5EF4-FFF2-40B4-BE49-F238E27FC236}">
                  <a16:creationId xmlns:a16="http://schemas.microsoft.com/office/drawing/2014/main"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21" name="Forma libre 11">
              <a:extLst>
                <a:ext uri="{FF2B5EF4-FFF2-40B4-BE49-F238E27FC236}">
                  <a16:creationId xmlns:a16="http://schemas.microsoft.com/office/drawing/2014/main"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22" name="Forma libre 12">
              <a:extLst>
                <a:ext uri="{FF2B5EF4-FFF2-40B4-BE49-F238E27FC236}">
                  <a16:creationId xmlns:a16="http://schemas.microsoft.com/office/drawing/2014/main"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25" name="Título 24" hidden="1">
            <a:extLst>
              <a:ext uri="{FF2B5EF4-FFF2-40B4-BE49-F238E27FC236}">
                <a16:creationId xmlns:a16="http://schemas.microsoft.com/office/drawing/2014/main" id="{24922840-A8AD-427F-889C-2B79CACC872F}"/>
              </a:ext>
            </a:extLst>
          </p:cNvPr>
          <p:cNvSpPr>
            <a:spLocks noGrp="1"/>
          </p:cNvSpPr>
          <p:nvPr>
            <p:ph type="title"/>
          </p:nvPr>
        </p:nvSpPr>
        <p:spPr/>
        <p:txBody>
          <a:bodyPr rtlCol="0"/>
          <a:lstStyle/>
          <a:p>
            <a:r>
              <a:rPr lang="es-ES" dirty="0"/>
              <a:t>Diapositiva de recursos humanos 10</a:t>
            </a:r>
          </a:p>
        </p:txBody>
      </p:sp>
      <p:pic>
        <p:nvPicPr>
          <p:cNvPr id="2" name="Imagen 1" descr="Imagen que contiene Interfaz de usuario gráfica&#10;&#10;Descripción generada automáticamente">
            <a:extLst>
              <a:ext uri="{FF2B5EF4-FFF2-40B4-BE49-F238E27FC236}">
                <a16:creationId xmlns:a16="http://schemas.microsoft.com/office/drawing/2014/main" id="{97893954-4188-A128-0C02-A0E7FE3F0E9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352568571"/>
      </p:ext>
    </p:extLst>
  </p:cSld>
  <p:clrMapOvr>
    <a:masterClrMapping/>
  </p:clrMapOvr>
  <p:transition spd="slow">
    <p:push dir="u"/>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740563_TF33668227.potx" id="{B848F757-4882-4260-9664-369339BAC206}" vid="{4D2DE6CD-11E4-4246-B83E-0A0B217F758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Recursos humanos, de 24Slides</Template>
  <TotalTime>0</TotalTime>
  <Words>1253</Words>
  <Application>Microsoft Office PowerPoint</Application>
  <PresentationFormat>Panorámica</PresentationFormat>
  <Paragraphs>275</Paragraphs>
  <Slides>49</Slides>
  <Notes>48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49</vt:i4>
      </vt:variant>
    </vt:vector>
  </HeadingPairs>
  <TitlesOfParts>
    <vt:vector size="55" baseType="lpstr">
      <vt:lpstr>Arial</vt:lpstr>
      <vt:lpstr>Calibri</vt:lpstr>
      <vt:lpstr>Calibri Light</vt:lpstr>
      <vt:lpstr>Segoe UI</vt:lpstr>
      <vt:lpstr>Wingdings</vt:lpstr>
      <vt:lpstr>Tema de Office</vt:lpstr>
      <vt:lpstr>Presentación de PowerPoint</vt:lpstr>
      <vt:lpstr>Diapositiva de recursos humanos 1</vt:lpstr>
      <vt:lpstr>Diapositiva de recursos humanos 2</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10</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2020-05-22T01:55:02Z</dcterms:created>
  <dcterms:modified xsi:type="dcterms:W3CDTF">2025-02-09T03:43:56Z</dcterms:modified>
</cp:coreProperties>
</file>