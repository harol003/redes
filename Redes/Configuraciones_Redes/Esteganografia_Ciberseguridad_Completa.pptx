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91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3/21/2025</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C1FF6DA9-008F-8B48-92A6-B652298478BF}" type="slidenum">
              <a:rPr lang="en-US" smtClean="0"/>
              <a:t>‹Nº›</a:t>
            </a:fld>
            <a:endParaRPr lang="en-US"/>
          </a:p>
        </p:txBody>
      </p:sp>
    </p:spTree>
    <p:extLst>
      <p:ext uri="{BB962C8B-B14F-4D97-AF65-F5344CB8AC3E}">
        <p14:creationId xmlns:p14="http://schemas.microsoft.com/office/powerpoint/2010/main" val="882148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355013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5BCAD085-E8A6-8845-BD4E-CB4CCA059FC4}" type="datetimeFigureOut">
              <a:rPr lang="en-US" smtClean="0"/>
              <a:t>3/21/2025</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832748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2996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747895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5BCAD085-E8A6-8845-BD4E-CB4CCA059FC4}" type="datetimeFigureOut">
              <a:rPr lang="en-US" smtClean="0"/>
              <a:t>3/21/2025</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184119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546882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5BCAD085-E8A6-8845-BD4E-CB4CCA059FC4}" type="datetimeFigureOut">
              <a:rPr lang="en-US" smtClean="0"/>
              <a:t>3/21/2025</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335525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5BCAD085-E8A6-8845-BD4E-CB4CCA059FC4}" type="datetimeFigureOut">
              <a:rPr lang="en-US" smtClean="0"/>
              <a:t>3/21/2025</a:t>
            </a:fld>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406289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93496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336555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5BCAD085-E8A6-8845-BD4E-CB4CCA059FC4}" type="datetimeFigureOut">
              <a:rPr lang="en-US" smtClean="0"/>
              <a:t>3/21/2025</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0590900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defRPr sz="4400" b="1">
                <a:solidFill>
                  <a:srgbClr val="0066CC"/>
                </a:solidFill>
              </a:defRPr>
            </a:pPr>
            <a:r>
              <a:rPr dirty="0"/>
              <a:t>ESTEGANOGRAFÍA Y CIBERSEGURIDAD</a:t>
            </a:r>
          </a:p>
        </p:txBody>
      </p:sp>
      <p:sp>
        <p:nvSpPr>
          <p:cNvPr id="3" name="Subtitle 2"/>
          <p:cNvSpPr>
            <a:spLocks noGrp="1"/>
          </p:cNvSpPr>
          <p:nvPr>
            <p:ph type="subTitle" idx="1"/>
          </p:nvPr>
        </p:nvSpPr>
        <p:spPr/>
        <p:txBody>
          <a:bodyPr/>
          <a:lstStyle/>
          <a:p>
            <a:pPr algn="ctr">
              <a:defRPr sz="2400">
                <a:solidFill>
                  <a:srgbClr val="808080"/>
                </a:solidFill>
              </a:defRPr>
            </a:pPr>
            <a:r>
              <a:rPr lang="es-CO" dirty="0"/>
              <a:t>Harol Hernan Torres Neuta</a:t>
            </a:r>
            <a:endParaRPr dirty="0"/>
          </a:p>
          <a:p>
            <a:r>
              <a:rPr lang="es-CO" dirty="0"/>
              <a:t>Politécnico Internacional.</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Índice</a:t>
            </a:r>
          </a:p>
        </p:txBody>
      </p:sp>
      <p:sp>
        <p:nvSpPr>
          <p:cNvPr id="3" name="Content Placeholder 2"/>
          <p:cNvSpPr>
            <a:spLocks noGrp="1"/>
          </p:cNvSpPr>
          <p:nvPr>
            <p:ph idx="1"/>
          </p:nvPr>
        </p:nvSpPr>
        <p:spPr/>
        <p:txBody>
          <a:bodyPr>
            <a:normAutofit fontScale="92500" lnSpcReduction="10000"/>
          </a:bodyPr>
          <a:lstStyle/>
          <a:p>
            <a:pPr>
              <a:spcAft>
                <a:spcPts val="1000"/>
              </a:spcAft>
            </a:pPr>
            <a:r>
              <a:t>1. ¿Qué es la Esteganografía?</a:t>
            </a:r>
          </a:p>
          <a:p>
            <a:pPr>
              <a:spcAft>
                <a:spcPts val="1000"/>
              </a:spcAft>
            </a:pPr>
            <a:r>
              <a:t>2. Historia y Evolución</a:t>
            </a:r>
          </a:p>
          <a:p>
            <a:pPr>
              <a:spcAft>
                <a:spcPts val="1000"/>
              </a:spcAft>
            </a:pPr>
            <a:r>
              <a:t>3. Principios de Funcionamiento</a:t>
            </a:r>
          </a:p>
          <a:p>
            <a:pPr>
              <a:spcAft>
                <a:spcPts val="1000"/>
              </a:spcAft>
            </a:pPr>
            <a:r>
              <a:t>4. Tipos de Esteganografía</a:t>
            </a:r>
          </a:p>
          <a:p>
            <a:pPr>
              <a:spcAft>
                <a:spcPts val="1000"/>
              </a:spcAft>
            </a:pPr>
            <a:r>
              <a:t>5. Herramientas Comunes</a:t>
            </a:r>
          </a:p>
          <a:p>
            <a:pPr>
              <a:spcAft>
                <a:spcPts val="1000"/>
              </a:spcAft>
            </a:pPr>
            <a:r>
              <a:t>6. Aplicaciones en Ciberseguridad</a:t>
            </a:r>
          </a:p>
          <a:p>
            <a:pPr>
              <a:spcAft>
                <a:spcPts val="1000"/>
              </a:spcAft>
            </a:pPr>
            <a:r>
              <a:t>7. Casos de Uso Reales</a:t>
            </a:r>
          </a:p>
          <a:p>
            <a:pPr>
              <a:spcAft>
                <a:spcPts val="1000"/>
              </a:spcAft>
            </a:pPr>
            <a:r>
              <a:t>8. Desafíos y Futuro</a:t>
            </a:r>
          </a:p>
          <a:p>
            <a:pPr>
              <a:spcAft>
                <a:spcPts val="1000"/>
              </a:spcAft>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¿Qué es la Esteganografía?</a:t>
            </a:r>
          </a:p>
        </p:txBody>
      </p:sp>
      <p:sp>
        <p:nvSpPr>
          <p:cNvPr id="3" name="Content Placeholder 2"/>
          <p:cNvSpPr>
            <a:spLocks noGrp="1"/>
          </p:cNvSpPr>
          <p:nvPr>
            <p:ph idx="1"/>
          </p:nvPr>
        </p:nvSpPr>
        <p:spPr/>
        <p:txBody>
          <a:bodyPr/>
          <a:lstStyle/>
          <a:p>
            <a:pPr>
              <a:spcAft>
                <a:spcPts val="1000"/>
              </a:spcAft>
            </a:pPr>
            <a:r>
              <a:t>La esteganografía es la técnica de ocultar información dentro de otros archivos o mensajes, de modo que la existencia de dicha información pase desapercibida. Se diferencia de la criptografía en que esta última busca proteger el contenido del mensaje, mientras que la esteganografía busca ocultar su existencia.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Historia y Evolución</a:t>
            </a:r>
          </a:p>
        </p:txBody>
      </p:sp>
      <p:sp>
        <p:nvSpPr>
          <p:cNvPr id="3" name="Content Placeholder 2"/>
          <p:cNvSpPr>
            <a:spLocks noGrp="1"/>
          </p:cNvSpPr>
          <p:nvPr>
            <p:ph idx="1"/>
          </p:nvPr>
        </p:nvSpPr>
        <p:spPr/>
        <p:txBody>
          <a:bodyPr/>
          <a:lstStyle/>
          <a:p>
            <a:pPr>
              <a:spcAft>
                <a:spcPts val="1000"/>
              </a:spcAft>
            </a:pPr>
            <a:r>
              <a:t>La esteganografía tiene sus raíces en la antigüedad, cuando los mensajes se ocultaban en tablillas de cera o se tatuaban en la cabeza de mensajeros. Con el avance tecnológico, se ha adaptado a los medios digitales, permitiendo ocultar información en imágenes, audios y videos.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Principios de Funcionamiento</a:t>
            </a:r>
          </a:p>
        </p:txBody>
      </p:sp>
      <p:sp>
        <p:nvSpPr>
          <p:cNvPr id="3" name="Content Placeholder 2"/>
          <p:cNvSpPr>
            <a:spLocks noGrp="1"/>
          </p:cNvSpPr>
          <p:nvPr>
            <p:ph idx="1"/>
          </p:nvPr>
        </p:nvSpPr>
        <p:spPr/>
        <p:txBody>
          <a:bodyPr/>
          <a:lstStyle/>
          <a:p>
            <a:pPr>
              <a:spcAft>
                <a:spcPts val="1000"/>
              </a:spcAft>
            </a:pPr>
            <a:r>
              <a:t>El funcionamiento de la esteganografía digital se basa en la modificación imperceptible de datos dentro de archivos portadores. Por ejemplo, en una imagen, se pueden alterar los bits menos significativos de los píxeles para almacenar información, sin que la diferencia visual sea detectable.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Tipos de Esteganografía</a:t>
            </a:r>
          </a:p>
        </p:txBody>
      </p:sp>
      <p:sp>
        <p:nvSpPr>
          <p:cNvPr id="3" name="Content Placeholder 2"/>
          <p:cNvSpPr>
            <a:spLocks noGrp="1"/>
          </p:cNvSpPr>
          <p:nvPr>
            <p:ph idx="1"/>
          </p:nvPr>
        </p:nvSpPr>
        <p:spPr/>
        <p:txBody>
          <a:bodyPr/>
          <a:lstStyle/>
          <a:p>
            <a:pPr>
              <a:spcAft>
                <a:spcPts val="1000"/>
              </a:spcAft>
            </a:pPr>
            <a:r>
              <a:t>Existen diversos tipos de esteganografía, como la esteganografía en imágenes, audio, video y texto. Cada tipo utiliza métodos específicos para ocultar la información, adaptándose a las características del medio portador.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Herramientas Comunes</a:t>
            </a:r>
          </a:p>
        </p:txBody>
      </p:sp>
      <p:sp>
        <p:nvSpPr>
          <p:cNvPr id="3" name="Content Placeholder 2"/>
          <p:cNvSpPr>
            <a:spLocks noGrp="1"/>
          </p:cNvSpPr>
          <p:nvPr>
            <p:ph idx="1"/>
          </p:nvPr>
        </p:nvSpPr>
        <p:spPr/>
        <p:txBody>
          <a:bodyPr/>
          <a:lstStyle/>
          <a:p>
            <a:pPr>
              <a:spcAft>
                <a:spcPts val="1000"/>
              </a:spcAft>
            </a:pPr>
            <a:r>
              <a:t>Entre las herramientas más usadas para la esteganografía digital se encuentran Steghide, OpenStego y SilentEye. Estas herramientas permiten incrustar y extraer información oculta de manera sencilla y efectiva.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Aplicaciones en Ciberseguridad</a:t>
            </a:r>
          </a:p>
        </p:txBody>
      </p:sp>
      <p:sp>
        <p:nvSpPr>
          <p:cNvPr id="3" name="Content Placeholder 2"/>
          <p:cNvSpPr>
            <a:spLocks noGrp="1"/>
          </p:cNvSpPr>
          <p:nvPr>
            <p:ph idx="1"/>
          </p:nvPr>
        </p:nvSpPr>
        <p:spPr/>
        <p:txBody>
          <a:bodyPr/>
          <a:lstStyle/>
          <a:p>
            <a:pPr>
              <a:spcAft>
                <a:spcPts val="1000"/>
              </a:spcAft>
            </a:pPr>
            <a:r>
              <a:t>En el ámbito de la ciberseguridad, la esteganografía se utiliza tanto para proteger información sensible como para realizar actividades maliciosas. Los analistas de seguridad deben estar preparados para detectar posibles usos indebidos de esta técnica.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Casos de Uso Reales</a:t>
            </a:r>
          </a:p>
        </p:txBody>
      </p:sp>
      <p:sp>
        <p:nvSpPr>
          <p:cNvPr id="3" name="Content Placeholder 2"/>
          <p:cNvSpPr>
            <a:spLocks noGrp="1"/>
          </p:cNvSpPr>
          <p:nvPr>
            <p:ph idx="1"/>
          </p:nvPr>
        </p:nvSpPr>
        <p:spPr/>
        <p:txBody>
          <a:bodyPr/>
          <a:lstStyle/>
          <a:p>
            <a:pPr>
              <a:spcAft>
                <a:spcPts val="1000"/>
              </a:spcAft>
            </a:pPr>
            <a:r>
              <a:t>Existen casos documentados donde la esteganografía ha sido empleada para la comunicación secreta, la filtración de datos y el control de malware. Estos casos resaltan la importancia de la vigilancia y la detección en entornos digitales.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Desafíos y Futuro</a:t>
            </a:r>
          </a:p>
        </p:txBody>
      </p:sp>
      <p:sp>
        <p:nvSpPr>
          <p:cNvPr id="3" name="Content Placeholder 2"/>
          <p:cNvSpPr>
            <a:spLocks noGrp="1"/>
          </p:cNvSpPr>
          <p:nvPr>
            <p:ph idx="1"/>
          </p:nvPr>
        </p:nvSpPr>
        <p:spPr/>
        <p:txBody>
          <a:bodyPr/>
          <a:lstStyle/>
          <a:p>
            <a:pPr>
              <a:spcAft>
                <a:spcPts val="1000"/>
              </a:spcAft>
            </a:pPr>
            <a:r>
              <a:t>El principal desafío de la esteganografía es mantenerse indetectable frente a las herramientas de análisis forense digital. En el futuro, se espera que esta técnica evolucione junto con los avances en inteligencia artificial y ciberseguridad.</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Letras en madera">
  <a:themeElements>
    <a:clrScheme name="Letras en madera">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Letras en madera">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Letras en madera">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Letras en madera</Template>
  <TotalTime>2</TotalTime>
  <Words>412</Words>
  <Application>Microsoft Office PowerPoint</Application>
  <PresentationFormat>Presentación en pantalla (4:3)</PresentationFormat>
  <Paragraphs>28</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Rockwell</vt:lpstr>
      <vt:lpstr>Rockwell Condensed</vt:lpstr>
      <vt:lpstr>Wingdings</vt:lpstr>
      <vt:lpstr>Letras en madera</vt:lpstr>
      <vt:lpstr>ESTEGANOGRAFÍA Y CIBERSEGURIDAD</vt:lpstr>
      <vt:lpstr>Índice</vt:lpstr>
      <vt:lpstr>¿Qué es la Esteganografía?</vt:lpstr>
      <vt:lpstr>Historia y Evolución</vt:lpstr>
      <vt:lpstr>Principios de Funcionamiento</vt:lpstr>
      <vt:lpstr>Tipos de Esteganografía</vt:lpstr>
      <vt:lpstr>Herramientas Comunes</vt:lpstr>
      <vt:lpstr>Aplicaciones en Ciberseguridad</vt:lpstr>
      <vt:lpstr>Casos de Uso Reales</vt:lpstr>
      <vt:lpstr>Desafíos y Futuro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X .</dc:creator>
  <cp:keywords/>
  <dc:description>generated using python-pptx</dc:description>
  <cp:lastModifiedBy>Harol Hernan Torres Neuta</cp:lastModifiedBy>
  <cp:revision>2</cp:revision>
  <dcterms:created xsi:type="dcterms:W3CDTF">2013-01-27T09:14:16Z</dcterms:created>
  <dcterms:modified xsi:type="dcterms:W3CDTF">2025-03-21T22:58:40Z</dcterms:modified>
  <cp:category/>
</cp:coreProperties>
</file>