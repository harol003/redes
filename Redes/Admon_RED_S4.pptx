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271" r:id="rId3"/>
    <p:sldId id="258" r:id="rId4"/>
    <p:sldId id="277" r:id="rId5"/>
    <p:sldId id="288" r:id="rId6"/>
    <p:sldId id="353" r:id="rId7"/>
    <p:sldId id="278" r:id="rId8"/>
    <p:sldId id="316" r:id="rId9"/>
    <p:sldId id="287" r:id="rId10"/>
    <p:sldId id="386" r:id="rId11"/>
    <p:sldId id="418" r:id="rId12"/>
    <p:sldId id="419" r:id="rId13"/>
    <p:sldId id="420" r:id="rId14"/>
    <p:sldId id="421" r:id="rId15"/>
    <p:sldId id="422" r:id="rId16"/>
    <p:sldId id="423" r:id="rId17"/>
    <p:sldId id="424" r:id="rId18"/>
    <p:sldId id="425" r:id="rId19"/>
    <p:sldId id="426" r:id="rId20"/>
    <p:sldId id="427" r:id="rId21"/>
    <p:sldId id="428" r:id="rId22"/>
    <p:sldId id="309" r:id="rId23"/>
    <p:sldId id="352" r:id="rId24"/>
    <p:sldId id="417" r:id="rId25"/>
    <p:sldId id="414" r:id="rId26"/>
    <p:sldId id="415" r:id="rId27"/>
    <p:sldId id="303" r:id="rId28"/>
    <p:sldId id="279" r:id="rId29"/>
    <p:sldId id="266" r:id="rId30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EBD8"/>
    <a:srgbClr val="8335E5"/>
    <a:srgbClr val="6B8DE1"/>
    <a:srgbClr val="6C92E1"/>
    <a:srgbClr val="6313DC"/>
    <a:srgbClr val="1E3ADA"/>
    <a:srgbClr val="030553"/>
    <a:srgbClr val="7D4BC9"/>
    <a:srgbClr val="16286E"/>
    <a:srgbClr val="652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AF606853-7671-496A-8E4F-DF71F8EC918B}" styleName="Estilo oscuro 1 - Énfasis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79" autoAdjust="0"/>
    <p:restoredTop sz="94434" autoAdjust="0"/>
  </p:normalViewPr>
  <p:slideViewPr>
    <p:cSldViewPr snapToGrid="0" showGuides="1">
      <p:cViewPr varScale="1">
        <p:scale>
          <a:sx n="36" d="100"/>
          <a:sy n="36" d="100"/>
        </p:scale>
        <p:origin x="42" y="1518"/>
      </p:cViewPr>
      <p:guideLst>
        <p:guide orient="horz" pos="2064"/>
        <p:guide pos="3840"/>
        <p:guide pos="456"/>
        <p:guide pos="7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7" d="100"/>
          <a:sy n="77" d="100"/>
        </p:scale>
        <p:origin x="386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3A5E5A06-49CA-4CC1-87DE-FA77A677BB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AB57FBC-7FA3-4A4B-999A-96FD7DC0D48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E61690C-4C47-4C78-B862-66354E985A5A}" type="datetime1">
              <a:rPr lang="es-ES" smtClean="0"/>
              <a:t>08/02/2025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EE13074-6DA0-4561-A86B-2939D8B458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F2B7A8E5-C1F9-40CC-A2A5-13CF7BD3F75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9DEC52A-C4AE-45FE-B7FF-C255388ED1F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477634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747B61-BF17-45FD-9803-9BB2EB150729}" type="datetime1">
              <a:rPr lang="es-ES" smtClean="0"/>
              <a:pPr/>
              <a:t>08/02/2025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Editar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DF8F48A-6110-47DA-8521-A1D1FFD22FEF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07598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s-ES" dirty="0"/>
              <a:t> </a:t>
            </a:r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42023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5589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79499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43740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58210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360701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161770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76142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56054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034690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993845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752881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910210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464697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17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54081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18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265171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19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145866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20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27760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21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446607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22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631514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23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139582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24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327071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25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462832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26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659019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27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541456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28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562714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29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90047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0BBB5-FEB0-47AD-A01D-A9D346203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207C41-C17D-4E84-B9CC-CA142B94C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45F25D-6082-47DE-9B2C-675944DD1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9B9459-25CE-40A2-B345-3C37E8C43C15}" type="datetime1">
              <a:rPr lang="es-ES" noProof="0" smtClean="0"/>
              <a:t>08/02/2025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24B0FF-3B25-4E5C-A0A7-4E1636362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09377007-1A01-499B-ACAD-C9F9C20B7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1699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DADCE2-978E-4923-B0E9-4C966B679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6CEB0BD6-F012-4C6D-BDAD-9E90ED25A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E2F9E5-192C-4E88-9147-D263893B1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26A0A6F-BECE-41EA-BF07-798F4132C9EF}" type="datetime1">
              <a:rPr lang="es-ES" noProof="0" smtClean="0"/>
              <a:t>08/02/2025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4A7138-3EAF-4C9D-903E-55D9BC040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8DB0B82-496D-45C3-A682-7AF9AFFB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51512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93DAD0-5F6F-47DA-A010-1C4A30C88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AC8EFA6E-A768-42A8-B2C3-F100D8260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F46640-E89E-47CE-984D-0C0ECF7CF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BA4E8EF-BBD5-4328-B9AD-651CDE96AA78}" type="datetime1">
              <a:rPr lang="es-ES" noProof="0" smtClean="0"/>
              <a:t>08/02/2025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177A8F-F167-4C43-AEE7-450670801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EA1DA754-ED79-4909-833D-55BF9A5D8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160087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9AA026-BFE6-4D2A-9ABF-C593B5666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214747E8-A36B-4B4A-B2A4-B5283152AB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D6C6B59D-87BD-4F32-B9BC-31F9B1A5D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C49B47-0C41-4DCC-9902-126916D9C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BBCEF7A-A401-4FF2-808B-CF842632DA4F}" type="datetime1">
              <a:rPr lang="es-ES" noProof="0" smtClean="0"/>
              <a:t>08/02/2025</a:t>
            </a:fld>
            <a:endParaRPr lang="es-ES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7CD28B7-2F2D-4E80-A107-C1F266C6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835D650A-4D0F-46AE-A132-267FCD921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219876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64C6F9-F6F6-4EA1-98AA-81B84F7CC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31B8B83E-B37C-46C9-8284-D6EBA0033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el estilo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19A150B8-0288-44AC-9CE7-E7BD9FB32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DCF5DCAE-6027-49B9-A818-F45FADE27B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el estilo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84FAE16-DBCB-4A42-BFFC-053F2D529A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6E8C038-E6A1-499D-9E24-FA5980421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E182FAF-75BA-4122-805A-A75045D55CE9}" type="datetime1">
              <a:rPr lang="es-ES" noProof="0" smtClean="0"/>
              <a:t>08/02/2025</a:t>
            </a:fld>
            <a:endParaRPr lang="es-ES" noProof="0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9F911B6-A759-487E-8CB6-CF9EF737F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A906EC0-369D-4138-8D70-148CFDEE5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824554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E02F8A-97AC-456C-B9E3-45A7D520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340F483-F2B9-47A3-9B5C-8C264B70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F72C4E0-D24B-4FEB-8047-4C0D0110F0CE}" type="datetime1">
              <a:rPr lang="es-ES" noProof="0" smtClean="0"/>
              <a:t>08/02/2025</a:t>
            </a:fld>
            <a:endParaRPr lang="es-ES" noProof="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5849874-9D9B-4597-B20D-33D6F58BC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5B35894C-9062-435A-9758-82ED9C6D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681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6A3F6AD-4D61-4238-AB7D-613625BFF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FCECD4F-F723-4DE4-AF10-E28D68B82B2D}" type="datetime1">
              <a:rPr lang="es-ES" noProof="0" smtClean="0"/>
              <a:t>08/02/2025</a:t>
            </a:fld>
            <a:endParaRPr lang="es-ES" noProof="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8AACDC9-944D-47C6-B286-82C86AD94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EAAC43-3846-4080-B764-AB2DB308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821370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6F4779-0336-4AFA-B9A7-259EE8BEC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DB82F449-DDC3-4694-81E5-91A4B8F43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 noProof="0"/>
              <a:t>Haga clic para modificar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CF00A2C4-3B2E-46AC-9605-73F5B2CC1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6909769-F5A5-4635-BD0C-D6049DEB9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6148780-B602-44CF-86FF-34AFCE04270A}" type="datetime1">
              <a:rPr lang="es-ES" noProof="0" smtClean="0"/>
              <a:t>08/02/2025</a:t>
            </a:fld>
            <a:endParaRPr lang="es-ES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9252DC3-D3D7-446F-A866-D7820B7BF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471CDB00-5218-4567-902B-845073BE8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776128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F661E4-9FF7-494B-A1C9-C9A1DD705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D245657-DA21-4769-84F8-88DC64450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A167B310-6692-4981-9CB8-FE79A091F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7DA2C9E-A9AD-4BB9-A691-90BB84F58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CF502F7-479D-448B-8DD6-F7BE5FAA2482}" type="datetime1">
              <a:rPr lang="es-ES" noProof="0" smtClean="0"/>
              <a:t>08/02/2025</a:t>
            </a:fld>
            <a:endParaRPr lang="es-ES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B3D45D-C826-4846-BBFC-A0D98B7E7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93516961-40DC-443E-9DB8-3A987DF4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631333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081C24-32F4-4208-B651-CDCBFCD03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>
            <a:extLst>
              <a:ext uri="{FF2B5EF4-FFF2-40B4-BE49-F238E27FC236}">
                <a16:creationId xmlns:a16="http://schemas.microsoft.com/office/drawing/2014/main" id="{48B74779-B577-461F-A409-71F6A5A11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s-ES" noProof="0"/>
              <a:t>Haga clic para modificar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B044BD-4FA0-432C-95D7-517D2DE8C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9DCB996-CD22-4BBC-9BD8-D422A4A670AF}" type="datetime1">
              <a:rPr lang="es-ES" noProof="0" smtClean="0"/>
              <a:t>08/02/2025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17F283-FE61-4C9A-9E39-74D429C58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69F9B807-6FE9-4E47-846B-BCB39B7A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103985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42594DD-FFD4-4AA9-BCDA-0BA87C146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>
            <a:extLst>
              <a:ext uri="{FF2B5EF4-FFF2-40B4-BE49-F238E27FC236}">
                <a16:creationId xmlns:a16="http://schemas.microsoft.com/office/drawing/2014/main" id="{B79C2B6E-24EB-42CE-8B4D-3178D08C7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 rtlCol="0"/>
          <a:lstStyle/>
          <a:p>
            <a:pPr lvl="0" rtl="0"/>
            <a:r>
              <a:rPr lang="es-ES" noProof="0"/>
              <a:t>Haga clic para modificar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C92C56-63F3-4246-AAEE-2FBC89E80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E769469-E73C-4D84-894B-33B71544AD78}" type="datetime1">
              <a:rPr lang="es-ES" noProof="0" smtClean="0"/>
              <a:t>08/02/2025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C10319-C816-40EC-B1D0-FD9748E41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3854E9AB-6952-407A-9F06-2EB917172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0371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961850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>
            <a:extLst>
              <a:ext uri="{FF2B5EF4-FFF2-40B4-BE49-F238E27FC236}">
                <a16:creationId xmlns:a16="http://schemas.microsoft.com/office/drawing/2014/main" id="{CE341CFC-63B9-4A19-A8AB-62B9E45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115A838B-134E-40B6-A7E3-1119BB8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 rtl="0"/>
            <a:r>
              <a:rPr lang="es-ES" noProof="0" dirty="0"/>
              <a:t>Editar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8943BB-9EAD-4CBC-9CA2-75F70C6B5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A1B3EB86-27BA-4D1C-9385-C80361276849}" type="datetime1">
              <a:rPr lang="es-ES" noProof="0" smtClean="0"/>
              <a:t>08/02/2025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04E537-5CBA-4B86-9D30-577B9F74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66E79E72-0F12-4646-BCDF-4C9EAA89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5437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>
            <a:extLst>
              <a:ext uri="{FF2B5EF4-FFF2-40B4-BE49-F238E27FC236}">
                <a16:creationId xmlns:a16="http://schemas.microsoft.com/office/drawing/2014/main" id="{3DC1CF96-8B3D-42D1-ACF5-9563B8779B45}"/>
              </a:ext>
            </a:extLst>
          </p:cNvPr>
          <p:cNvSpPr/>
          <p:nvPr/>
        </p:nvSpPr>
        <p:spPr>
          <a:xfrm flipV="1">
            <a:off x="9756775" y="0"/>
            <a:ext cx="881063" cy="660400"/>
          </a:xfrm>
          <a:custGeom>
            <a:avLst/>
            <a:gdLst>
              <a:gd name="connsiteX0" fmla="*/ 2284086 w 4568170"/>
              <a:gd name="connsiteY0" fmla="*/ 1142042 h 3429000"/>
              <a:gd name="connsiteX1" fmla="*/ 1142043 w 4568170"/>
              <a:gd name="connsiteY1" fmla="*/ 2284085 h 3429000"/>
              <a:gd name="connsiteX2" fmla="*/ 2284086 w 4568170"/>
              <a:gd name="connsiteY2" fmla="*/ 3426128 h 3429000"/>
              <a:gd name="connsiteX3" fmla="*/ 3426129 w 4568170"/>
              <a:gd name="connsiteY3" fmla="*/ 2284085 h 3429000"/>
              <a:gd name="connsiteX4" fmla="*/ 2284086 w 4568170"/>
              <a:gd name="connsiteY4" fmla="*/ 1142042 h 3429000"/>
              <a:gd name="connsiteX5" fmla="*/ 2284085 w 4568170"/>
              <a:gd name="connsiteY5" fmla="*/ 0 h 3429000"/>
              <a:gd name="connsiteX6" fmla="*/ 4568170 w 4568170"/>
              <a:gd name="connsiteY6" fmla="*/ 2284085 h 3429000"/>
              <a:gd name="connsiteX7" fmla="*/ 4292493 w 4568170"/>
              <a:gd name="connsiteY7" fmla="*/ 3372816 h 3429000"/>
              <a:gd name="connsiteX8" fmla="*/ 4258360 w 4568170"/>
              <a:gd name="connsiteY8" fmla="*/ 3429000 h 3429000"/>
              <a:gd name="connsiteX9" fmla="*/ 309810 w 4568170"/>
              <a:gd name="connsiteY9" fmla="*/ 3429000 h 3429000"/>
              <a:gd name="connsiteX10" fmla="*/ 275677 w 4568170"/>
              <a:gd name="connsiteY10" fmla="*/ 3372816 h 3429000"/>
              <a:gd name="connsiteX11" fmla="*/ 0 w 4568170"/>
              <a:gd name="connsiteY11" fmla="*/ 2284085 h 3429000"/>
              <a:gd name="connsiteX12" fmla="*/ 2284085 w 4568170"/>
              <a:gd name="connsiteY12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568170" h="3429000">
                <a:moveTo>
                  <a:pt x="2284086" y="1142042"/>
                </a:moveTo>
                <a:cubicBezTo>
                  <a:pt x="1653353" y="1142042"/>
                  <a:pt x="1142043" y="1653352"/>
                  <a:pt x="1142043" y="2284085"/>
                </a:cubicBezTo>
                <a:cubicBezTo>
                  <a:pt x="1142043" y="2914818"/>
                  <a:pt x="1653353" y="3426128"/>
                  <a:pt x="2284086" y="3426128"/>
                </a:cubicBezTo>
                <a:cubicBezTo>
                  <a:pt x="2914819" y="3426128"/>
                  <a:pt x="3426129" y="2914818"/>
                  <a:pt x="3426129" y="2284085"/>
                </a:cubicBezTo>
                <a:cubicBezTo>
                  <a:pt x="3426129" y="1653352"/>
                  <a:pt x="2914819" y="1142042"/>
                  <a:pt x="2284086" y="1142042"/>
                </a:cubicBezTo>
                <a:close/>
                <a:moveTo>
                  <a:pt x="2284085" y="0"/>
                </a:moveTo>
                <a:cubicBezTo>
                  <a:pt x="3545550" y="0"/>
                  <a:pt x="4568170" y="1022620"/>
                  <a:pt x="4568170" y="2284085"/>
                </a:cubicBezTo>
                <a:cubicBezTo>
                  <a:pt x="4568170" y="2678293"/>
                  <a:pt x="4468305" y="3049176"/>
                  <a:pt x="4292493" y="3372816"/>
                </a:cubicBezTo>
                <a:lnTo>
                  <a:pt x="4258360" y="3429000"/>
                </a:lnTo>
                <a:lnTo>
                  <a:pt x="309810" y="3429000"/>
                </a:lnTo>
                <a:lnTo>
                  <a:pt x="275677" y="3372816"/>
                </a:lnTo>
                <a:cubicBezTo>
                  <a:pt x="99865" y="3049176"/>
                  <a:pt x="0" y="2678293"/>
                  <a:pt x="0" y="2284085"/>
                </a:cubicBezTo>
                <a:cubicBezTo>
                  <a:pt x="0" y="1022620"/>
                  <a:pt x="1022620" y="0"/>
                  <a:pt x="2284085" y="0"/>
                </a:cubicBezTo>
                <a:close/>
              </a:path>
            </a:pathLst>
          </a:custGeom>
          <a:solidFill>
            <a:srgbClr val="00B0F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Marcador de posición de imagen 5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5A3511D0-9C17-49D6-BDB7-D92B0543228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 descr="Esta imagen es una forma decorativa abstracta. ">
            <a:extLst>
              <a:ext uri="{FF2B5EF4-FFF2-40B4-BE49-F238E27FC236}">
                <a16:creationId xmlns:a16="http://schemas.microsoft.com/office/drawing/2014/main" id="{8E504344-8563-476C-9EF9-4200B272FDC1}"/>
              </a:ext>
            </a:extLst>
          </p:cNvPr>
          <p:cNvGrpSpPr/>
          <p:nvPr/>
        </p:nvGrpSpPr>
        <p:grpSpPr>
          <a:xfrm>
            <a:off x="4855953" y="-2833465"/>
            <a:ext cx="8948964" cy="12105059"/>
            <a:chOff x="4855953" y="-2833465"/>
            <a:chExt cx="8948964" cy="12105059"/>
          </a:xfrm>
        </p:grpSpPr>
        <p:sp>
          <p:nvSpPr>
            <p:cNvPr id="18" name="Forma libre 10">
              <a:extLst>
                <a:ext uri="{FF2B5EF4-FFF2-40B4-BE49-F238E27FC236}">
                  <a16:creationId xmlns:a16="http://schemas.microsoft.com/office/drawing/2014/main" id="{73D22BE5-D5D5-4BF2-A935-5C4AB588B45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sp>
          <p:nvSpPr>
            <p:cNvPr id="19" name="Forma libre 11">
              <a:extLst>
                <a:ext uri="{FF2B5EF4-FFF2-40B4-BE49-F238E27FC236}">
                  <a16:creationId xmlns:a16="http://schemas.microsoft.com/office/drawing/2014/main" id="{C42C174B-303A-45F6-8FF1-93001A3AAFC1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sp>
          <p:nvSpPr>
            <p:cNvPr id="20" name="Forma libre 12">
              <a:extLst>
                <a:ext uri="{FF2B5EF4-FFF2-40B4-BE49-F238E27FC236}">
                  <a16:creationId xmlns:a16="http://schemas.microsoft.com/office/drawing/2014/main" id="{22AA5A4F-A0EB-453F-A699-F817D4616C6F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</p:grpSp>
      <p:sp>
        <p:nvSpPr>
          <p:cNvPr id="24" name="Cuadro de texto 23">
            <a:extLst>
              <a:ext uri="{FF2B5EF4-FFF2-40B4-BE49-F238E27FC236}">
                <a16:creationId xmlns:a16="http://schemas.microsoft.com/office/drawing/2014/main" id="{C1165547-DF3A-4694-9097-2BDAF2003713}"/>
              </a:ext>
            </a:extLst>
          </p:cNvPr>
          <p:cNvSpPr txBox="1"/>
          <p:nvPr/>
        </p:nvSpPr>
        <p:spPr>
          <a:xfrm>
            <a:off x="281152" y="2296174"/>
            <a:ext cx="472077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MX" sz="2400" b="1" dirty="0"/>
              <a:t>“El gran mito de nuestro tiempo es que la tecnología es </a:t>
            </a:r>
            <a:r>
              <a:rPr lang="es-MX" sz="2400" b="1" dirty="0">
                <a:solidFill>
                  <a:srgbClr val="00B050"/>
                </a:solidFill>
              </a:rPr>
              <a:t>comunicación</a:t>
            </a:r>
            <a:r>
              <a:rPr lang="es-MX" sz="2400" b="1" dirty="0"/>
              <a:t>.”</a:t>
            </a:r>
          </a:p>
          <a:p>
            <a:endParaRPr lang="es-MX" sz="3200" b="1" dirty="0">
              <a:solidFill>
                <a:schemeClr val="accent1"/>
              </a:solidFill>
            </a:endParaRP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403" y="5215597"/>
            <a:ext cx="3536195" cy="24622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es-ES" sz="16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Libby Larsen</a:t>
            </a:r>
          </a:p>
        </p:txBody>
      </p:sp>
      <p:grpSp>
        <p:nvGrpSpPr>
          <p:cNvPr id="56" name="Grupo 55" descr="Esta imagen es un icono de tres figuras humanas conectadas. ">
            <a:extLst>
              <a:ext uri="{FF2B5EF4-FFF2-40B4-BE49-F238E27FC236}">
                <a16:creationId xmlns:a16="http://schemas.microsoft.com/office/drawing/2014/main" id="{E56C5C06-BE0B-4D3E-8B77-1A2F0B930590}"/>
              </a:ext>
            </a:extLst>
          </p:cNvPr>
          <p:cNvGrpSpPr/>
          <p:nvPr/>
        </p:nvGrpSpPr>
        <p:grpSpPr>
          <a:xfrm>
            <a:off x="5201882" y="3512329"/>
            <a:ext cx="569186" cy="530997"/>
            <a:chOff x="-27444701" y="-10180638"/>
            <a:chExt cx="10883901" cy="10153650"/>
          </a:xfrm>
          <a:solidFill>
            <a:schemeClr val="bg1">
              <a:lumMod val="50000"/>
            </a:schemeClr>
          </a:solidFill>
        </p:grpSpPr>
        <p:sp>
          <p:nvSpPr>
            <p:cNvPr id="57" name="Forma libre 35">
              <a:extLst>
                <a:ext uri="{FF2B5EF4-FFF2-40B4-BE49-F238E27FC236}">
                  <a16:creationId xmlns:a16="http://schemas.microsoft.com/office/drawing/2014/main" id="{D07CC084-C9D4-47CF-9EAD-4A7517F97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969538" y="-10180638"/>
              <a:ext cx="1906588" cy="1978025"/>
            </a:xfrm>
            <a:custGeom>
              <a:avLst/>
              <a:gdLst>
                <a:gd name="T0" fmla="*/ 554 w 639"/>
                <a:gd name="T1" fmla="*/ 327 h 664"/>
                <a:gd name="T2" fmla="*/ 438 w 639"/>
                <a:gd name="T3" fmla="*/ 526 h 664"/>
                <a:gd name="T4" fmla="*/ 204 w 639"/>
                <a:gd name="T5" fmla="*/ 521 h 664"/>
                <a:gd name="T6" fmla="*/ 97 w 639"/>
                <a:gd name="T7" fmla="*/ 316 h 664"/>
                <a:gd name="T8" fmla="*/ 222 w 639"/>
                <a:gd name="T9" fmla="*/ 123 h 664"/>
                <a:gd name="T10" fmla="*/ 447 w 639"/>
                <a:gd name="T11" fmla="*/ 133 h 664"/>
                <a:gd name="T12" fmla="*/ 554 w 639"/>
                <a:gd name="T13" fmla="*/ 327 h 664"/>
                <a:gd name="T14" fmla="*/ 638 w 639"/>
                <a:gd name="T15" fmla="*/ 327 h 664"/>
                <a:gd name="T16" fmla="*/ 519 w 639"/>
                <a:gd name="T17" fmla="*/ 82 h 664"/>
                <a:gd name="T18" fmla="*/ 244 w 639"/>
                <a:gd name="T19" fmla="*/ 25 h 664"/>
                <a:gd name="T20" fmla="*/ 39 w 639"/>
                <a:gd name="T21" fmla="*/ 200 h 664"/>
                <a:gd name="T22" fmla="*/ 53 w 639"/>
                <a:gd name="T23" fmla="*/ 482 h 664"/>
                <a:gd name="T24" fmla="*/ 407 w 639"/>
                <a:gd name="T25" fmla="*/ 629 h 664"/>
                <a:gd name="T26" fmla="*/ 638 w 639"/>
                <a:gd name="T27" fmla="*/ 327 h 664"/>
                <a:gd name="T28" fmla="*/ 554 w 639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9" h="664">
                  <a:moveTo>
                    <a:pt x="554" y="327"/>
                  </a:moveTo>
                  <a:cubicBezTo>
                    <a:pt x="553" y="410"/>
                    <a:pt x="510" y="485"/>
                    <a:pt x="438" y="526"/>
                  </a:cubicBezTo>
                  <a:cubicBezTo>
                    <a:pt x="365" y="569"/>
                    <a:pt x="275" y="564"/>
                    <a:pt x="204" y="521"/>
                  </a:cubicBezTo>
                  <a:cubicBezTo>
                    <a:pt x="133" y="478"/>
                    <a:pt x="94" y="398"/>
                    <a:pt x="97" y="316"/>
                  </a:cubicBezTo>
                  <a:cubicBezTo>
                    <a:pt x="99" y="234"/>
                    <a:pt x="150" y="161"/>
                    <a:pt x="222" y="123"/>
                  </a:cubicBezTo>
                  <a:cubicBezTo>
                    <a:pt x="292" y="85"/>
                    <a:pt x="379" y="92"/>
                    <a:pt x="447" y="133"/>
                  </a:cubicBezTo>
                  <a:cubicBezTo>
                    <a:pt x="514" y="174"/>
                    <a:pt x="553" y="249"/>
                    <a:pt x="554" y="327"/>
                  </a:cubicBezTo>
                  <a:cubicBezTo>
                    <a:pt x="555" y="381"/>
                    <a:pt x="639" y="381"/>
                    <a:pt x="638" y="327"/>
                  </a:cubicBezTo>
                  <a:cubicBezTo>
                    <a:pt x="637" y="232"/>
                    <a:pt x="594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6" y="116"/>
                    <a:pt x="39" y="200"/>
                  </a:cubicBezTo>
                  <a:cubicBezTo>
                    <a:pt x="0" y="292"/>
                    <a:pt x="5" y="395"/>
                    <a:pt x="53" y="482"/>
                  </a:cubicBezTo>
                  <a:cubicBezTo>
                    <a:pt x="122" y="606"/>
                    <a:pt x="271" y="664"/>
                    <a:pt x="407" y="629"/>
                  </a:cubicBezTo>
                  <a:cubicBezTo>
                    <a:pt x="543" y="594"/>
                    <a:pt x="637" y="466"/>
                    <a:pt x="638" y="327"/>
                  </a:cubicBezTo>
                  <a:cubicBezTo>
                    <a:pt x="639" y="273"/>
                    <a:pt x="555" y="273"/>
                    <a:pt x="554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58" name="Forma libre 36">
              <a:extLst>
                <a:ext uri="{FF2B5EF4-FFF2-40B4-BE49-F238E27FC236}">
                  <a16:creationId xmlns:a16="http://schemas.microsoft.com/office/drawing/2014/main" id="{CCAAF87D-704F-4EAD-856F-6E1E38EF6161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596600" y="-8610601"/>
              <a:ext cx="3186113" cy="2139950"/>
            </a:xfrm>
            <a:custGeom>
              <a:avLst/>
              <a:gdLst>
                <a:gd name="T0" fmla="*/ 846 w 1068"/>
                <a:gd name="T1" fmla="*/ 102 h 718"/>
                <a:gd name="T2" fmla="*/ 981 w 1068"/>
                <a:gd name="T3" fmla="*/ 330 h 718"/>
                <a:gd name="T4" fmla="*/ 981 w 1068"/>
                <a:gd name="T5" fmla="*/ 480 h 718"/>
                <a:gd name="T6" fmla="*/ 981 w 1068"/>
                <a:gd name="T7" fmla="*/ 559 h 718"/>
                <a:gd name="T8" fmla="*/ 961 w 1068"/>
                <a:gd name="T9" fmla="*/ 618 h 718"/>
                <a:gd name="T10" fmla="*/ 882 w 1068"/>
                <a:gd name="T11" fmla="*/ 634 h 718"/>
                <a:gd name="T12" fmla="*/ 214 w 1068"/>
                <a:gd name="T13" fmla="*/ 634 h 718"/>
                <a:gd name="T14" fmla="*/ 152 w 1068"/>
                <a:gd name="T15" fmla="*/ 634 h 718"/>
                <a:gd name="T16" fmla="*/ 90 w 1068"/>
                <a:gd name="T17" fmla="*/ 571 h 718"/>
                <a:gd name="T18" fmla="*/ 90 w 1068"/>
                <a:gd name="T19" fmla="*/ 524 h 718"/>
                <a:gd name="T20" fmla="*/ 90 w 1068"/>
                <a:gd name="T21" fmla="*/ 355 h 718"/>
                <a:gd name="T22" fmla="*/ 173 w 1068"/>
                <a:gd name="T23" fmla="*/ 144 h 718"/>
                <a:gd name="T24" fmla="*/ 222 w 1068"/>
                <a:gd name="T25" fmla="*/ 104 h 718"/>
                <a:gd name="T26" fmla="*/ 180 w 1068"/>
                <a:gd name="T27" fmla="*/ 31 h 718"/>
                <a:gd name="T28" fmla="*/ 13 w 1068"/>
                <a:gd name="T29" fmla="*/ 277 h 718"/>
                <a:gd name="T30" fmla="*/ 6 w 1068"/>
                <a:gd name="T31" fmla="*/ 448 h 718"/>
                <a:gd name="T32" fmla="*/ 9 w 1068"/>
                <a:gd name="T33" fmla="*/ 604 h 718"/>
                <a:gd name="T34" fmla="*/ 161 w 1068"/>
                <a:gd name="T35" fmla="*/ 718 h 718"/>
                <a:gd name="T36" fmla="*/ 805 w 1068"/>
                <a:gd name="T37" fmla="*/ 718 h 718"/>
                <a:gd name="T38" fmla="*/ 908 w 1068"/>
                <a:gd name="T39" fmla="*/ 718 h 718"/>
                <a:gd name="T40" fmla="*/ 1059 w 1068"/>
                <a:gd name="T41" fmla="*/ 615 h 718"/>
                <a:gd name="T42" fmla="*/ 1065 w 1068"/>
                <a:gd name="T43" fmla="*/ 545 h 718"/>
                <a:gd name="T44" fmla="*/ 1065 w 1068"/>
                <a:gd name="T45" fmla="*/ 456 h 718"/>
                <a:gd name="T46" fmla="*/ 1060 w 1068"/>
                <a:gd name="T47" fmla="*/ 288 h 718"/>
                <a:gd name="T48" fmla="*/ 888 w 1068"/>
                <a:gd name="T49" fmla="*/ 30 h 718"/>
                <a:gd name="T50" fmla="*/ 846 w 1068"/>
                <a:gd name="T51" fmla="*/ 102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8" h="718">
                  <a:moveTo>
                    <a:pt x="846" y="102"/>
                  </a:moveTo>
                  <a:cubicBezTo>
                    <a:pt x="924" y="152"/>
                    <a:pt x="975" y="237"/>
                    <a:pt x="981" y="330"/>
                  </a:cubicBezTo>
                  <a:cubicBezTo>
                    <a:pt x="984" y="379"/>
                    <a:pt x="981" y="430"/>
                    <a:pt x="981" y="480"/>
                  </a:cubicBezTo>
                  <a:cubicBezTo>
                    <a:pt x="981" y="506"/>
                    <a:pt x="981" y="533"/>
                    <a:pt x="981" y="559"/>
                  </a:cubicBezTo>
                  <a:cubicBezTo>
                    <a:pt x="981" y="583"/>
                    <a:pt x="978" y="601"/>
                    <a:pt x="961" y="618"/>
                  </a:cubicBezTo>
                  <a:cubicBezTo>
                    <a:pt x="941" y="638"/>
                    <a:pt x="910" y="634"/>
                    <a:pt x="882" y="634"/>
                  </a:cubicBezTo>
                  <a:cubicBezTo>
                    <a:pt x="659" y="634"/>
                    <a:pt x="436" y="634"/>
                    <a:pt x="214" y="634"/>
                  </a:cubicBezTo>
                  <a:cubicBezTo>
                    <a:pt x="193" y="634"/>
                    <a:pt x="173" y="634"/>
                    <a:pt x="152" y="634"/>
                  </a:cubicBezTo>
                  <a:cubicBezTo>
                    <a:pt x="117" y="634"/>
                    <a:pt x="90" y="606"/>
                    <a:pt x="90" y="571"/>
                  </a:cubicBezTo>
                  <a:cubicBezTo>
                    <a:pt x="89" y="556"/>
                    <a:pt x="90" y="540"/>
                    <a:pt x="90" y="524"/>
                  </a:cubicBezTo>
                  <a:cubicBezTo>
                    <a:pt x="90" y="468"/>
                    <a:pt x="90" y="412"/>
                    <a:pt x="90" y="355"/>
                  </a:cubicBezTo>
                  <a:cubicBezTo>
                    <a:pt x="90" y="276"/>
                    <a:pt x="117" y="202"/>
                    <a:pt x="173" y="144"/>
                  </a:cubicBezTo>
                  <a:cubicBezTo>
                    <a:pt x="188" y="129"/>
                    <a:pt x="204" y="116"/>
                    <a:pt x="222" y="104"/>
                  </a:cubicBezTo>
                  <a:cubicBezTo>
                    <a:pt x="267" y="74"/>
                    <a:pt x="225" y="2"/>
                    <a:pt x="180" y="31"/>
                  </a:cubicBezTo>
                  <a:cubicBezTo>
                    <a:pt x="94" y="88"/>
                    <a:pt x="32" y="175"/>
                    <a:pt x="13" y="277"/>
                  </a:cubicBezTo>
                  <a:cubicBezTo>
                    <a:pt x="2" y="333"/>
                    <a:pt x="6" y="391"/>
                    <a:pt x="6" y="448"/>
                  </a:cubicBezTo>
                  <a:cubicBezTo>
                    <a:pt x="6" y="499"/>
                    <a:pt x="0" y="554"/>
                    <a:pt x="9" y="604"/>
                  </a:cubicBezTo>
                  <a:cubicBezTo>
                    <a:pt x="23" y="676"/>
                    <a:pt x="92" y="718"/>
                    <a:pt x="161" y="718"/>
                  </a:cubicBezTo>
                  <a:cubicBezTo>
                    <a:pt x="375" y="718"/>
                    <a:pt x="590" y="718"/>
                    <a:pt x="805" y="718"/>
                  </a:cubicBezTo>
                  <a:cubicBezTo>
                    <a:pt x="839" y="718"/>
                    <a:pt x="873" y="718"/>
                    <a:pt x="908" y="718"/>
                  </a:cubicBezTo>
                  <a:cubicBezTo>
                    <a:pt x="977" y="718"/>
                    <a:pt x="1035" y="682"/>
                    <a:pt x="1059" y="615"/>
                  </a:cubicBezTo>
                  <a:cubicBezTo>
                    <a:pt x="1066" y="593"/>
                    <a:pt x="1065" y="568"/>
                    <a:pt x="1065" y="545"/>
                  </a:cubicBezTo>
                  <a:cubicBezTo>
                    <a:pt x="1065" y="515"/>
                    <a:pt x="1065" y="486"/>
                    <a:pt x="1065" y="456"/>
                  </a:cubicBezTo>
                  <a:cubicBezTo>
                    <a:pt x="1065" y="400"/>
                    <a:pt x="1068" y="344"/>
                    <a:pt x="1060" y="288"/>
                  </a:cubicBezTo>
                  <a:cubicBezTo>
                    <a:pt x="1045" y="182"/>
                    <a:pt x="978" y="87"/>
                    <a:pt x="888" y="30"/>
                  </a:cubicBezTo>
                  <a:cubicBezTo>
                    <a:pt x="843" y="0"/>
                    <a:pt x="801" y="73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59" name="Forma libre 37">
              <a:extLst>
                <a:ext uri="{FF2B5EF4-FFF2-40B4-BE49-F238E27FC236}">
                  <a16:creationId xmlns:a16="http://schemas.microsoft.com/office/drawing/2014/main" id="{1CD5CE15-C404-4DA1-AC79-7FCD7E387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819225" y="-3736976"/>
              <a:ext cx="1903413" cy="1978025"/>
            </a:xfrm>
            <a:custGeom>
              <a:avLst/>
              <a:gdLst>
                <a:gd name="T0" fmla="*/ 554 w 638"/>
                <a:gd name="T1" fmla="*/ 327 h 664"/>
                <a:gd name="T2" fmla="*/ 437 w 638"/>
                <a:gd name="T3" fmla="*/ 527 h 664"/>
                <a:gd name="T4" fmla="*/ 203 w 638"/>
                <a:gd name="T5" fmla="*/ 521 h 664"/>
                <a:gd name="T6" fmla="*/ 96 w 638"/>
                <a:gd name="T7" fmla="*/ 316 h 664"/>
                <a:gd name="T8" fmla="*/ 222 w 638"/>
                <a:gd name="T9" fmla="*/ 123 h 664"/>
                <a:gd name="T10" fmla="*/ 446 w 638"/>
                <a:gd name="T11" fmla="*/ 133 h 664"/>
                <a:gd name="T12" fmla="*/ 554 w 638"/>
                <a:gd name="T13" fmla="*/ 327 h 664"/>
                <a:gd name="T14" fmla="*/ 638 w 638"/>
                <a:gd name="T15" fmla="*/ 327 h 664"/>
                <a:gd name="T16" fmla="*/ 519 w 638"/>
                <a:gd name="T17" fmla="*/ 82 h 664"/>
                <a:gd name="T18" fmla="*/ 244 w 638"/>
                <a:gd name="T19" fmla="*/ 25 h 664"/>
                <a:gd name="T20" fmla="*/ 39 w 638"/>
                <a:gd name="T21" fmla="*/ 201 h 664"/>
                <a:gd name="T22" fmla="*/ 53 w 638"/>
                <a:gd name="T23" fmla="*/ 482 h 664"/>
                <a:gd name="T24" fmla="*/ 406 w 638"/>
                <a:gd name="T25" fmla="*/ 630 h 664"/>
                <a:gd name="T26" fmla="*/ 638 w 638"/>
                <a:gd name="T27" fmla="*/ 327 h 664"/>
                <a:gd name="T28" fmla="*/ 554 w 638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8" h="664">
                  <a:moveTo>
                    <a:pt x="554" y="327"/>
                  </a:moveTo>
                  <a:cubicBezTo>
                    <a:pt x="553" y="410"/>
                    <a:pt x="509" y="485"/>
                    <a:pt x="437" y="527"/>
                  </a:cubicBezTo>
                  <a:cubicBezTo>
                    <a:pt x="365" y="569"/>
                    <a:pt x="274" y="564"/>
                    <a:pt x="203" y="521"/>
                  </a:cubicBezTo>
                  <a:cubicBezTo>
                    <a:pt x="133" y="478"/>
                    <a:pt x="94" y="398"/>
                    <a:pt x="96" y="316"/>
                  </a:cubicBezTo>
                  <a:cubicBezTo>
                    <a:pt x="99" y="234"/>
                    <a:pt x="150" y="161"/>
                    <a:pt x="222" y="123"/>
                  </a:cubicBezTo>
                  <a:cubicBezTo>
                    <a:pt x="292" y="86"/>
                    <a:pt x="379" y="92"/>
                    <a:pt x="446" y="133"/>
                  </a:cubicBezTo>
                  <a:cubicBezTo>
                    <a:pt x="514" y="174"/>
                    <a:pt x="553" y="250"/>
                    <a:pt x="554" y="327"/>
                  </a:cubicBezTo>
                  <a:cubicBezTo>
                    <a:pt x="554" y="381"/>
                    <a:pt x="638" y="382"/>
                    <a:pt x="638" y="327"/>
                  </a:cubicBezTo>
                  <a:cubicBezTo>
                    <a:pt x="637" y="232"/>
                    <a:pt x="594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6" y="116"/>
                    <a:pt x="39" y="201"/>
                  </a:cubicBezTo>
                  <a:cubicBezTo>
                    <a:pt x="0" y="292"/>
                    <a:pt x="5" y="395"/>
                    <a:pt x="53" y="482"/>
                  </a:cubicBezTo>
                  <a:cubicBezTo>
                    <a:pt x="122" y="606"/>
                    <a:pt x="271" y="664"/>
                    <a:pt x="406" y="630"/>
                  </a:cubicBezTo>
                  <a:cubicBezTo>
                    <a:pt x="542" y="595"/>
                    <a:pt x="636" y="466"/>
                    <a:pt x="638" y="327"/>
                  </a:cubicBezTo>
                  <a:cubicBezTo>
                    <a:pt x="638" y="273"/>
                    <a:pt x="554" y="273"/>
                    <a:pt x="554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60" name="Forma libre 38">
              <a:extLst>
                <a:ext uri="{FF2B5EF4-FFF2-40B4-BE49-F238E27FC236}">
                  <a16:creationId xmlns:a16="http://schemas.microsoft.com/office/drawing/2014/main" id="{B3EDC5DA-BD5A-4D94-9EF8-995AD67F8144}"/>
                </a:ext>
              </a:extLst>
            </p:cNvPr>
            <p:cNvSpPr>
              <a:spLocks/>
            </p:cNvSpPr>
            <p:nvPr/>
          </p:nvSpPr>
          <p:spPr bwMode="auto">
            <a:xfrm>
              <a:off x="-27444701" y="-2163763"/>
              <a:ext cx="3182938" cy="2136775"/>
            </a:xfrm>
            <a:custGeom>
              <a:avLst/>
              <a:gdLst>
                <a:gd name="T0" fmla="*/ 846 w 1067"/>
                <a:gd name="T1" fmla="*/ 102 h 717"/>
                <a:gd name="T2" fmla="*/ 980 w 1067"/>
                <a:gd name="T3" fmla="*/ 329 h 717"/>
                <a:gd name="T4" fmla="*/ 981 w 1067"/>
                <a:gd name="T5" fmla="*/ 479 h 717"/>
                <a:gd name="T6" fmla="*/ 981 w 1067"/>
                <a:gd name="T7" fmla="*/ 558 h 717"/>
                <a:gd name="T8" fmla="*/ 961 w 1067"/>
                <a:gd name="T9" fmla="*/ 617 h 717"/>
                <a:gd name="T10" fmla="*/ 882 w 1067"/>
                <a:gd name="T11" fmla="*/ 633 h 717"/>
                <a:gd name="T12" fmla="*/ 213 w 1067"/>
                <a:gd name="T13" fmla="*/ 633 h 717"/>
                <a:gd name="T14" fmla="*/ 152 w 1067"/>
                <a:gd name="T15" fmla="*/ 633 h 717"/>
                <a:gd name="T16" fmla="*/ 89 w 1067"/>
                <a:gd name="T17" fmla="*/ 571 h 717"/>
                <a:gd name="T18" fmla="*/ 89 w 1067"/>
                <a:gd name="T19" fmla="*/ 523 h 717"/>
                <a:gd name="T20" fmla="*/ 89 w 1067"/>
                <a:gd name="T21" fmla="*/ 355 h 717"/>
                <a:gd name="T22" fmla="*/ 172 w 1067"/>
                <a:gd name="T23" fmla="*/ 144 h 717"/>
                <a:gd name="T24" fmla="*/ 222 w 1067"/>
                <a:gd name="T25" fmla="*/ 103 h 717"/>
                <a:gd name="T26" fmla="*/ 179 w 1067"/>
                <a:gd name="T27" fmla="*/ 31 h 717"/>
                <a:gd name="T28" fmla="*/ 12 w 1067"/>
                <a:gd name="T29" fmla="*/ 276 h 717"/>
                <a:gd name="T30" fmla="*/ 5 w 1067"/>
                <a:gd name="T31" fmla="*/ 447 h 717"/>
                <a:gd name="T32" fmla="*/ 9 w 1067"/>
                <a:gd name="T33" fmla="*/ 604 h 717"/>
                <a:gd name="T34" fmla="*/ 161 w 1067"/>
                <a:gd name="T35" fmla="*/ 717 h 717"/>
                <a:gd name="T36" fmla="*/ 804 w 1067"/>
                <a:gd name="T37" fmla="*/ 717 h 717"/>
                <a:gd name="T38" fmla="*/ 907 w 1067"/>
                <a:gd name="T39" fmla="*/ 717 h 717"/>
                <a:gd name="T40" fmla="*/ 1058 w 1067"/>
                <a:gd name="T41" fmla="*/ 614 h 717"/>
                <a:gd name="T42" fmla="*/ 1065 w 1067"/>
                <a:gd name="T43" fmla="*/ 544 h 717"/>
                <a:gd name="T44" fmla="*/ 1065 w 1067"/>
                <a:gd name="T45" fmla="*/ 455 h 717"/>
                <a:gd name="T46" fmla="*/ 1060 w 1067"/>
                <a:gd name="T47" fmla="*/ 287 h 717"/>
                <a:gd name="T48" fmla="*/ 888 w 1067"/>
                <a:gd name="T49" fmla="*/ 29 h 717"/>
                <a:gd name="T50" fmla="*/ 846 w 1067"/>
                <a:gd name="T51" fmla="*/ 102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7" h="717">
                  <a:moveTo>
                    <a:pt x="846" y="102"/>
                  </a:moveTo>
                  <a:cubicBezTo>
                    <a:pt x="924" y="152"/>
                    <a:pt x="974" y="236"/>
                    <a:pt x="980" y="329"/>
                  </a:cubicBezTo>
                  <a:cubicBezTo>
                    <a:pt x="983" y="379"/>
                    <a:pt x="981" y="429"/>
                    <a:pt x="981" y="479"/>
                  </a:cubicBezTo>
                  <a:cubicBezTo>
                    <a:pt x="981" y="505"/>
                    <a:pt x="981" y="532"/>
                    <a:pt x="981" y="558"/>
                  </a:cubicBezTo>
                  <a:cubicBezTo>
                    <a:pt x="981" y="582"/>
                    <a:pt x="978" y="600"/>
                    <a:pt x="961" y="617"/>
                  </a:cubicBezTo>
                  <a:cubicBezTo>
                    <a:pt x="940" y="637"/>
                    <a:pt x="910" y="633"/>
                    <a:pt x="882" y="633"/>
                  </a:cubicBezTo>
                  <a:cubicBezTo>
                    <a:pt x="659" y="633"/>
                    <a:pt x="436" y="633"/>
                    <a:pt x="213" y="633"/>
                  </a:cubicBezTo>
                  <a:cubicBezTo>
                    <a:pt x="193" y="633"/>
                    <a:pt x="172" y="633"/>
                    <a:pt x="152" y="633"/>
                  </a:cubicBezTo>
                  <a:cubicBezTo>
                    <a:pt x="117" y="633"/>
                    <a:pt x="90" y="605"/>
                    <a:pt x="89" y="571"/>
                  </a:cubicBezTo>
                  <a:cubicBezTo>
                    <a:pt x="89" y="555"/>
                    <a:pt x="89" y="539"/>
                    <a:pt x="89" y="523"/>
                  </a:cubicBezTo>
                  <a:cubicBezTo>
                    <a:pt x="89" y="467"/>
                    <a:pt x="89" y="411"/>
                    <a:pt x="89" y="355"/>
                  </a:cubicBezTo>
                  <a:cubicBezTo>
                    <a:pt x="89" y="275"/>
                    <a:pt x="117" y="201"/>
                    <a:pt x="172" y="144"/>
                  </a:cubicBezTo>
                  <a:cubicBezTo>
                    <a:pt x="187" y="128"/>
                    <a:pt x="204" y="115"/>
                    <a:pt x="222" y="103"/>
                  </a:cubicBezTo>
                  <a:cubicBezTo>
                    <a:pt x="267" y="74"/>
                    <a:pt x="225" y="1"/>
                    <a:pt x="179" y="31"/>
                  </a:cubicBezTo>
                  <a:cubicBezTo>
                    <a:pt x="93" y="87"/>
                    <a:pt x="32" y="174"/>
                    <a:pt x="12" y="276"/>
                  </a:cubicBezTo>
                  <a:cubicBezTo>
                    <a:pt x="1" y="332"/>
                    <a:pt x="5" y="391"/>
                    <a:pt x="5" y="447"/>
                  </a:cubicBezTo>
                  <a:cubicBezTo>
                    <a:pt x="5" y="498"/>
                    <a:pt x="0" y="553"/>
                    <a:pt x="9" y="604"/>
                  </a:cubicBezTo>
                  <a:cubicBezTo>
                    <a:pt x="22" y="675"/>
                    <a:pt x="92" y="717"/>
                    <a:pt x="161" y="717"/>
                  </a:cubicBezTo>
                  <a:cubicBezTo>
                    <a:pt x="375" y="717"/>
                    <a:pt x="590" y="717"/>
                    <a:pt x="804" y="717"/>
                  </a:cubicBezTo>
                  <a:cubicBezTo>
                    <a:pt x="839" y="717"/>
                    <a:pt x="873" y="717"/>
                    <a:pt x="907" y="717"/>
                  </a:cubicBezTo>
                  <a:cubicBezTo>
                    <a:pt x="977" y="717"/>
                    <a:pt x="1035" y="681"/>
                    <a:pt x="1058" y="614"/>
                  </a:cubicBezTo>
                  <a:cubicBezTo>
                    <a:pt x="1066" y="592"/>
                    <a:pt x="1065" y="568"/>
                    <a:pt x="1065" y="544"/>
                  </a:cubicBezTo>
                  <a:cubicBezTo>
                    <a:pt x="1065" y="515"/>
                    <a:pt x="1065" y="485"/>
                    <a:pt x="1065" y="455"/>
                  </a:cubicBezTo>
                  <a:cubicBezTo>
                    <a:pt x="1065" y="399"/>
                    <a:pt x="1067" y="343"/>
                    <a:pt x="1060" y="287"/>
                  </a:cubicBezTo>
                  <a:cubicBezTo>
                    <a:pt x="1045" y="181"/>
                    <a:pt x="977" y="86"/>
                    <a:pt x="888" y="29"/>
                  </a:cubicBezTo>
                  <a:cubicBezTo>
                    <a:pt x="842" y="0"/>
                    <a:pt x="800" y="72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74" name="Forma libre 39">
              <a:extLst>
                <a:ext uri="{FF2B5EF4-FFF2-40B4-BE49-F238E27FC236}">
                  <a16:creationId xmlns:a16="http://schemas.microsoft.com/office/drawing/2014/main" id="{F9DCB288-7675-41B6-9E88-9068BFDC0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121438" y="-3736976"/>
              <a:ext cx="1906588" cy="1978025"/>
            </a:xfrm>
            <a:custGeom>
              <a:avLst/>
              <a:gdLst>
                <a:gd name="T0" fmla="*/ 555 w 639"/>
                <a:gd name="T1" fmla="*/ 327 h 664"/>
                <a:gd name="T2" fmla="*/ 438 w 639"/>
                <a:gd name="T3" fmla="*/ 527 h 664"/>
                <a:gd name="T4" fmla="*/ 204 w 639"/>
                <a:gd name="T5" fmla="*/ 521 h 664"/>
                <a:gd name="T6" fmla="*/ 97 w 639"/>
                <a:gd name="T7" fmla="*/ 316 h 664"/>
                <a:gd name="T8" fmla="*/ 222 w 639"/>
                <a:gd name="T9" fmla="*/ 123 h 664"/>
                <a:gd name="T10" fmla="*/ 447 w 639"/>
                <a:gd name="T11" fmla="*/ 133 h 664"/>
                <a:gd name="T12" fmla="*/ 555 w 639"/>
                <a:gd name="T13" fmla="*/ 327 h 664"/>
                <a:gd name="T14" fmla="*/ 639 w 639"/>
                <a:gd name="T15" fmla="*/ 327 h 664"/>
                <a:gd name="T16" fmla="*/ 519 w 639"/>
                <a:gd name="T17" fmla="*/ 82 h 664"/>
                <a:gd name="T18" fmla="*/ 244 w 639"/>
                <a:gd name="T19" fmla="*/ 25 h 664"/>
                <a:gd name="T20" fmla="*/ 40 w 639"/>
                <a:gd name="T21" fmla="*/ 201 h 664"/>
                <a:gd name="T22" fmla="*/ 54 w 639"/>
                <a:gd name="T23" fmla="*/ 482 h 664"/>
                <a:gd name="T24" fmla="*/ 407 w 639"/>
                <a:gd name="T25" fmla="*/ 630 h 664"/>
                <a:gd name="T26" fmla="*/ 639 w 639"/>
                <a:gd name="T27" fmla="*/ 327 h 664"/>
                <a:gd name="T28" fmla="*/ 555 w 639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9" h="664">
                  <a:moveTo>
                    <a:pt x="555" y="327"/>
                  </a:moveTo>
                  <a:cubicBezTo>
                    <a:pt x="554" y="410"/>
                    <a:pt x="510" y="485"/>
                    <a:pt x="438" y="527"/>
                  </a:cubicBezTo>
                  <a:cubicBezTo>
                    <a:pt x="366" y="569"/>
                    <a:pt x="275" y="564"/>
                    <a:pt x="204" y="521"/>
                  </a:cubicBezTo>
                  <a:cubicBezTo>
                    <a:pt x="133" y="478"/>
                    <a:pt x="95" y="398"/>
                    <a:pt x="97" y="316"/>
                  </a:cubicBezTo>
                  <a:cubicBezTo>
                    <a:pt x="100" y="234"/>
                    <a:pt x="151" y="161"/>
                    <a:pt x="222" y="123"/>
                  </a:cubicBezTo>
                  <a:cubicBezTo>
                    <a:pt x="293" y="86"/>
                    <a:pt x="380" y="92"/>
                    <a:pt x="447" y="133"/>
                  </a:cubicBezTo>
                  <a:cubicBezTo>
                    <a:pt x="514" y="174"/>
                    <a:pt x="554" y="250"/>
                    <a:pt x="555" y="327"/>
                  </a:cubicBezTo>
                  <a:cubicBezTo>
                    <a:pt x="555" y="381"/>
                    <a:pt x="639" y="382"/>
                    <a:pt x="639" y="327"/>
                  </a:cubicBezTo>
                  <a:cubicBezTo>
                    <a:pt x="638" y="232"/>
                    <a:pt x="595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7" y="116"/>
                    <a:pt x="40" y="201"/>
                  </a:cubicBezTo>
                  <a:cubicBezTo>
                    <a:pt x="0" y="292"/>
                    <a:pt x="5" y="395"/>
                    <a:pt x="54" y="482"/>
                  </a:cubicBezTo>
                  <a:cubicBezTo>
                    <a:pt x="123" y="606"/>
                    <a:pt x="272" y="664"/>
                    <a:pt x="407" y="630"/>
                  </a:cubicBezTo>
                  <a:cubicBezTo>
                    <a:pt x="543" y="595"/>
                    <a:pt x="637" y="466"/>
                    <a:pt x="639" y="327"/>
                  </a:cubicBezTo>
                  <a:cubicBezTo>
                    <a:pt x="639" y="273"/>
                    <a:pt x="555" y="273"/>
                    <a:pt x="555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75" name="Forma libre 40">
              <a:extLst>
                <a:ext uri="{FF2B5EF4-FFF2-40B4-BE49-F238E27FC236}">
                  <a16:creationId xmlns:a16="http://schemas.microsoft.com/office/drawing/2014/main" id="{9ABAA1E3-5A43-4715-8E36-58674814B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746913" y="-2163763"/>
              <a:ext cx="3186113" cy="2136775"/>
            </a:xfrm>
            <a:custGeom>
              <a:avLst/>
              <a:gdLst>
                <a:gd name="T0" fmla="*/ 846 w 1068"/>
                <a:gd name="T1" fmla="*/ 102 h 717"/>
                <a:gd name="T2" fmla="*/ 981 w 1068"/>
                <a:gd name="T3" fmla="*/ 329 h 717"/>
                <a:gd name="T4" fmla="*/ 981 w 1068"/>
                <a:gd name="T5" fmla="*/ 479 h 717"/>
                <a:gd name="T6" fmla="*/ 981 w 1068"/>
                <a:gd name="T7" fmla="*/ 558 h 717"/>
                <a:gd name="T8" fmla="*/ 961 w 1068"/>
                <a:gd name="T9" fmla="*/ 617 h 717"/>
                <a:gd name="T10" fmla="*/ 882 w 1068"/>
                <a:gd name="T11" fmla="*/ 633 h 717"/>
                <a:gd name="T12" fmla="*/ 214 w 1068"/>
                <a:gd name="T13" fmla="*/ 633 h 717"/>
                <a:gd name="T14" fmla="*/ 153 w 1068"/>
                <a:gd name="T15" fmla="*/ 633 h 717"/>
                <a:gd name="T16" fmla="*/ 90 w 1068"/>
                <a:gd name="T17" fmla="*/ 571 h 717"/>
                <a:gd name="T18" fmla="*/ 90 w 1068"/>
                <a:gd name="T19" fmla="*/ 523 h 717"/>
                <a:gd name="T20" fmla="*/ 90 w 1068"/>
                <a:gd name="T21" fmla="*/ 355 h 717"/>
                <a:gd name="T22" fmla="*/ 173 w 1068"/>
                <a:gd name="T23" fmla="*/ 144 h 717"/>
                <a:gd name="T24" fmla="*/ 222 w 1068"/>
                <a:gd name="T25" fmla="*/ 103 h 717"/>
                <a:gd name="T26" fmla="*/ 180 w 1068"/>
                <a:gd name="T27" fmla="*/ 31 h 717"/>
                <a:gd name="T28" fmla="*/ 13 w 1068"/>
                <a:gd name="T29" fmla="*/ 276 h 717"/>
                <a:gd name="T30" fmla="*/ 6 w 1068"/>
                <a:gd name="T31" fmla="*/ 447 h 717"/>
                <a:gd name="T32" fmla="*/ 10 w 1068"/>
                <a:gd name="T33" fmla="*/ 604 h 717"/>
                <a:gd name="T34" fmla="*/ 161 w 1068"/>
                <a:gd name="T35" fmla="*/ 717 h 717"/>
                <a:gd name="T36" fmla="*/ 805 w 1068"/>
                <a:gd name="T37" fmla="*/ 717 h 717"/>
                <a:gd name="T38" fmla="*/ 908 w 1068"/>
                <a:gd name="T39" fmla="*/ 717 h 717"/>
                <a:gd name="T40" fmla="*/ 1059 w 1068"/>
                <a:gd name="T41" fmla="*/ 614 h 717"/>
                <a:gd name="T42" fmla="*/ 1065 w 1068"/>
                <a:gd name="T43" fmla="*/ 544 h 717"/>
                <a:gd name="T44" fmla="*/ 1065 w 1068"/>
                <a:gd name="T45" fmla="*/ 455 h 717"/>
                <a:gd name="T46" fmla="*/ 1060 w 1068"/>
                <a:gd name="T47" fmla="*/ 287 h 717"/>
                <a:gd name="T48" fmla="*/ 889 w 1068"/>
                <a:gd name="T49" fmla="*/ 29 h 717"/>
                <a:gd name="T50" fmla="*/ 846 w 1068"/>
                <a:gd name="T51" fmla="*/ 102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8" h="717">
                  <a:moveTo>
                    <a:pt x="846" y="102"/>
                  </a:moveTo>
                  <a:cubicBezTo>
                    <a:pt x="924" y="152"/>
                    <a:pt x="975" y="236"/>
                    <a:pt x="981" y="329"/>
                  </a:cubicBezTo>
                  <a:cubicBezTo>
                    <a:pt x="984" y="379"/>
                    <a:pt x="981" y="429"/>
                    <a:pt x="981" y="479"/>
                  </a:cubicBezTo>
                  <a:cubicBezTo>
                    <a:pt x="981" y="505"/>
                    <a:pt x="981" y="532"/>
                    <a:pt x="981" y="558"/>
                  </a:cubicBezTo>
                  <a:cubicBezTo>
                    <a:pt x="981" y="582"/>
                    <a:pt x="978" y="600"/>
                    <a:pt x="961" y="617"/>
                  </a:cubicBezTo>
                  <a:cubicBezTo>
                    <a:pt x="941" y="637"/>
                    <a:pt x="911" y="633"/>
                    <a:pt x="882" y="633"/>
                  </a:cubicBezTo>
                  <a:cubicBezTo>
                    <a:pt x="659" y="633"/>
                    <a:pt x="437" y="633"/>
                    <a:pt x="214" y="633"/>
                  </a:cubicBezTo>
                  <a:cubicBezTo>
                    <a:pt x="193" y="633"/>
                    <a:pt x="173" y="633"/>
                    <a:pt x="153" y="633"/>
                  </a:cubicBezTo>
                  <a:cubicBezTo>
                    <a:pt x="118" y="633"/>
                    <a:pt x="91" y="605"/>
                    <a:pt x="90" y="571"/>
                  </a:cubicBezTo>
                  <a:cubicBezTo>
                    <a:pt x="89" y="555"/>
                    <a:pt x="90" y="539"/>
                    <a:pt x="90" y="523"/>
                  </a:cubicBezTo>
                  <a:cubicBezTo>
                    <a:pt x="90" y="467"/>
                    <a:pt x="90" y="411"/>
                    <a:pt x="90" y="355"/>
                  </a:cubicBezTo>
                  <a:cubicBezTo>
                    <a:pt x="90" y="275"/>
                    <a:pt x="117" y="201"/>
                    <a:pt x="173" y="144"/>
                  </a:cubicBezTo>
                  <a:cubicBezTo>
                    <a:pt x="188" y="128"/>
                    <a:pt x="204" y="115"/>
                    <a:pt x="222" y="103"/>
                  </a:cubicBezTo>
                  <a:cubicBezTo>
                    <a:pt x="267" y="74"/>
                    <a:pt x="225" y="1"/>
                    <a:pt x="180" y="31"/>
                  </a:cubicBezTo>
                  <a:cubicBezTo>
                    <a:pt x="94" y="87"/>
                    <a:pt x="32" y="174"/>
                    <a:pt x="13" y="276"/>
                  </a:cubicBezTo>
                  <a:cubicBezTo>
                    <a:pt x="2" y="332"/>
                    <a:pt x="6" y="391"/>
                    <a:pt x="6" y="447"/>
                  </a:cubicBezTo>
                  <a:cubicBezTo>
                    <a:pt x="6" y="498"/>
                    <a:pt x="0" y="553"/>
                    <a:pt x="10" y="604"/>
                  </a:cubicBezTo>
                  <a:cubicBezTo>
                    <a:pt x="23" y="675"/>
                    <a:pt x="93" y="717"/>
                    <a:pt x="161" y="717"/>
                  </a:cubicBezTo>
                  <a:cubicBezTo>
                    <a:pt x="376" y="717"/>
                    <a:pt x="590" y="717"/>
                    <a:pt x="805" y="717"/>
                  </a:cubicBezTo>
                  <a:cubicBezTo>
                    <a:pt x="839" y="717"/>
                    <a:pt x="874" y="717"/>
                    <a:pt x="908" y="717"/>
                  </a:cubicBezTo>
                  <a:cubicBezTo>
                    <a:pt x="978" y="717"/>
                    <a:pt x="1036" y="681"/>
                    <a:pt x="1059" y="614"/>
                  </a:cubicBezTo>
                  <a:cubicBezTo>
                    <a:pt x="1067" y="592"/>
                    <a:pt x="1065" y="568"/>
                    <a:pt x="1065" y="544"/>
                  </a:cubicBezTo>
                  <a:cubicBezTo>
                    <a:pt x="1065" y="515"/>
                    <a:pt x="1065" y="485"/>
                    <a:pt x="1065" y="455"/>
                  </a:cubicBezTo>
                  <a:cubicBezTo>
                    <a:pt x="1065" y="399"/>
                    <a:pt x="1068" y="343"/>
                    <a:pt x="1060" y="287"/>
                  </a:cubicBezTo>
                  <a:cubicBezTo>
                    <a:pt x="1046" y="181"/>
                    <a:pt x="978" y="86"/>
                    <a:pt x="889" y="29"/>
                  </a:cubicBezTo>
                  <a:cubicBezTo>
                    <a:pt x="843" y="0"/>
                    <a:pt x="801" y="72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76" name="Forma libre 41">
              <a:extLst>
                <a:ext uri="{FF2B5EF4-FFF2-40B4-BE49-F238E27FC236}">
                  <a16:creationId xmlns:a16="http://schemas.microsoft.com/office/drawing/2014/main" id="{EA6EC370-AE96-4357-86E0-93B6C20D2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20225" y="-5770563"/>
              <a:ext cx="250825" cy="2101850"/>
            </a:xfrm>
            <a:custGeom>
              <a:avLst/>
              <a:gdLst>
                <a:gd name="T0" fmla="*/ 0 w 84"/>
                <a:gd name="T1" fmla="*/ 54 h 705"/>
                <a:gd name="T2" fmla="*/ 0 w 84"/>
                <a:gd name="T3" fmla="*/ 631 h 705"/>
                <a:gd name="T4" fmla="*/ 0 w 84"/>
                <a:gd name="T5" fmla="*/ 650 h 705"/>
                <a:gd name="T6" fmla="*/ 84 w 84"/>
                <a:gd name="T7" fmla="*/ 650 h 705"/>
                <a:gd name="T8" fmla="*/ 84 w 84"/>
                <a:gd name="T9" fmla="*/ 73 h 705"/>
                <a:gd name="T10" fmla="*/ 84 w 84"/>
                <a:gd name="T11" fmla="*/ 54 h 705"/>
                <a:gd name="T12" fmla="*/ 0 w 84"/>
                <a:gd name="T13" fmla="*/ 54 h 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705">
                  <a:moveTo>
                    <a:pt x="0" y="54"/>
                  </a:moveTo>
                  <a:cubicBezTo>
                    <a:pt x="0" y="247"/>
                    <a:pt x="0" y="439"/>
                    <a:pt x="0" y="631"/>
                  </a:cubicBezTo>
                  <a:cubicBezTo>
                    <a:pt x="0" y="638"/>
                    <a:pt x="0" y="644"/>
                    <a:pt x="0" y="650"/>
                  </a:cubicBezTo>
                  <a:cubicBezTo>
                    <a:pt x="0" y="705"/>
                    <a:pt x="84" y="705"/>
                    <a:pt x="84" y="650"/>
                  </a:cubicBezTo>
                  <a:cubicBezTo>
                    <a:pt x="84" y="458"/>
                    <a:pt x="84" y="266"/>
                    <a:pt x="84" y="73"/>
                  </a:cubicBezTo>
                  <a:cubicBezTo>
                    <a:pt x="84" y="67"/>
                    <a:pt x="84" y="61"/>
                    <a:pt x="84" y="54"/>
                  </a:cubicBezTo>
                  <a:cubicBezTo>
                    <a:pt x="84" y="0"/>
                    <a:pt x="0" y="0"/>
                    <a:pt x="0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77" name="Forma libre 42">
              <a:extLst>
                <a:ext uri="{FF2B5EF4-FFF2-40B4-BE49-F238E27FC236}">
                  <a16:creationId xmlns:a16="http://schemas.microsoft.com/office/drawing/2014/main" id="{5368DFC5-02C5-4946-A452-2652C5D14973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742650" y="-4017963"/>
              <a:ext cx="1944688" cy="1266825"/>
            </a:xfrm>
            <a:custGeom>
              <a:avLst/>
              <a:gdLst>
                <a:gd name="T0" fmla="*/ 89 w 652"/>
                <a:gd name="T1" fmla="*/ 398 h 425"/>
                <a:gd name="T2" fmla="*/ 589 w 652"/>
                <a:gd name="T3" fmla="*/ 109 h 425"/>
                <a:gd name="T4" fmla="*/ 605 w 652"/>
                <a:gd name="T5" fmla="*/ 100 h 425"/>
                <a:gd name="T6" fmla="*/ 563 w 652"/>
                <a:gd name="T7" fmla="*/ 27 h 425"/>
                <a:gd name="T8" fmla="*/ 63 w 652"/>
                <a:gd name="T9" fmla="*/ 316 h 425"/>
                <a:gd name="T10" fmla="*/ 47 w 652"/>
                <a:gd name="T11" fmla="*/ 325 h 425"/>
                <a:gd name="T12" fmla="*/ 89 w 652"/>
                <a:gd name="T13" fmla="*/ 398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425">
                  <a:moveTo>
                    <a:pt x="89" y="398"/>
                  </a:moveTo>
                  <a:cubicBezTo>
                    <a:pt x="256" y="302"/>
                    <a:pt x="422" y="205"/>
                    <a:pt x="589" y="109"/>
                  </a:cubicBezTo>
                  <a:cubicBezTo>
                    <a:pt x="594" y="106"/>
                    <a:pt x="600" y="103"/>
                    <a:pt x="605" y="100"/>
                  </a:cubicBezTo>
                  <a:cubicBezTo>
                    <a:pt x="652" y="73"/>
                    <a:pt x="610" y="0"/>
                    <a:pt x="563" y="27"/>
                  </a:cubicBezTo>
                  <a:cubicBezTo>
                    <a:pt x="396" y="123"/>
                    <a:pt x="230" y="219"/>
                    <a:pt x="63" y="316"/>
                  </a:cubicBezTo>
                  <a:cubicBezTo>
                    <a:pt x="58" y="319"/>
                    <a:pt x="52" y="322"/>
                    <a:pt x="47" y="325"/>
                  </a:cubicBezTo>
                  <a:cubicBezTo>
                    <a:pt x="0" y="352"/>
                    <a:pt x="42" y="425"/>
                    <a:pt x="89" y="3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78" name="Forma libre 43">
              <a:extLst>
                <a:ext uri="{FF2B5EF4-FFF2-40B4-BE49-F238E27FC236}">
                  <a16:creationId xmlns:a16="http://schemas.microsoft.com/office/drawing/2014/main" id="{8580222D-9DD6-41E9-912C-179A6E105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91663" y="-4017963"/>
              <a:ext cx="1946275" cy="1266825"/>
            </a:xfrm>
            <a:custGeom>
              <a:avLst/>
              <a:gdLst>
                <a:gd name="T0" fmla="*/ 605 w 652"/>
                <a:gd name="T1" fmla="*/ 325 h 425"/>
                <a:gd name="T2" fmla="*/ 106 w 652"/>
                <a:gd name="T3" fmla="*/ 37 h 425"/>
                <a:gd name="T4" fmla="*/ 89 w 652"/>
                <a:gd name="T5" fmla="*/ 27 h 425"/>
                <a:gd name="T6" fmla="*/ 47 w 652"/>
                <a:gd name="T7" fmla="*/ 100 h 425"/>
                <a:gd name="T8" fmla="*/ 546 w 652"/>
                <a:gd name="T9" fmla="*/ 388 h 425"/>
                <a:gd name="T10" fmla="*/ 563 w 652"/>
                <a:gd name="T11" fmla="*/ 398 h 425"/>
                <a:gd name="T12" fmla="*/ 605 w 652"/>
                <a:gd name="T13" fmla="*/ 325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425">
                  <a:moveTo>
                    <a:pt x="605" y="325"/>
                  </a:moveTo>
                  <a:cubicBezTo>
                    <a:pt x="439" y="229"/>
                    <a:pt x="272" y="133"/>
                    <a:pt x="106" y="37"/>
                  </a:cubicBezTo>
                  <a:cubicBezTo>
                    <a:pt x="100" y="33"/>
                    <a:pt x="95" y="30"/>
                    <a:pt x="89" y="27"/>
                  </a:cubicBezTo>
                  <a:cubicBezTo>
                    <a:pt x="42" y="0"/>
                    <a:pt x="0" y="73"/>
                    <a:pt x="47" y="100"/>
                  </a:cubicBezTo>
                  <a:cubicBezTo>
                    <a:pt x="213" y="196"/>
                    <a:pt x="380" y="292"/>
                    <a:pt x="546" y="388"/>
                  </a:cubicBezTo>
                  <a:cubicBezTo>
                    <a:pt x="552" y="391"/>
                    <a:pt x="557" y="395"/>
                    <a:pt x="563" y="398"/>
                  </a:cubicBezTo>
                  <a:cubicBezTo>
                    <a:pt x="610" y="425"/>
                    <a:pt x="652" y="352"/>
                    <a:pt x="605" y="3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</p:grpSp>
      <p:sp>
        <p:nvSpPr>
          <p:cNvPr id="3" name="Título 2" hidden="1">
            <a:extLst>
              <a:ext uri="{FF2B5EF4-FFF2-40B4-BE49-F238E27FC236}">
                <a16:creationId xmlns:a16="http://schemas.microsoft.com/office/drawing/2014/main" id="{016C325E-5B69-4D07-BBFB-7DB217A69D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es-ES" dirty="0"/>
              <a:t>Diapositiva de recursos humanos 1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8244584" y="1172241"/>
            <a:ext cx="35508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chemeClr val="bg1"/>
                </a:solidFill>
              </a:rPr>
              <a:t>ANTES DE EMPEZAR</a:t>
            </a:r>
            <a:endParaRPr lang="es-CO" sz="6000" b="1" dirty="0">
              <a:solidFill>
                <a:schemeClr val="bg1"/>
              </a:solidFill>
            </a:endParaRPr>
          </a:p>
        </p:txBody>
      </p:sp>
      <p:pic>
        <p:nvPicPr>
          <p:cNvPr id="5" name="Imagen 4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1920F045-A06B-0500-F2BB-F356A870C73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87855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 de texto 1">
            <a:extLst>
              <a:ext uri="{FF2B5EF4-FFF2-40B4-BE49-F238E27FC236}">
                <a16:creationId xmlns:a16="http://schemas.microsoft.com/office/drawing/2014/main" id="{D815E537-4AB4-4445-A3AC-40D738EDF3DC}"/>
              </a:ext>
            </a:extLst>
          </p:cNvPr>
          <p:cNvSpPr txBox="1"/>
          <p:nvPr/>
        </p:nvSpPr>
        <p:spPr>
          <a:xfrm>
            <a:off x="944039" y="1171341"/>
            <a:ext cx="484570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B38D4B56-7D6C-4345-912F-B3BA9A014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60674" y="-354434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upo 68">
            <a:extLst>
              <a:ext uri="{FF2B5EF4-FFF2-40B4-BE49-F238E27FC236}">
                <a16:creationId xmlns:a16="http://schemas.microsoft.com/office/drawing/2014/main" id="{B457331C-2A24-4352-9B4C-1C1B326F4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10590" y="1970203"/>
            <a:ext cx="4201583" cy="1896052"/>
            <a:chOff x="518433" y="1798732"/>
            <a:chExt cx="4201583" cy="1862894"/>
          </a:xfrm>
        </p:grpSpPr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B111D787-E830-4638-97B3-205F0A0ABC3F}"/>
                </a:ext>
              </a:extLst>
            </p:cNvPr>
            <p:cNvGrpSpPr/>
            <p:nvPr/>
          </p:nvGrpSpPr>
          <p:grpSpPr>
            <a:xfrm>
              <a:off x="518433" y="1798732"/>
              <a:ext cx="4201583" cy="255686"/>
              <a:chOff x="518433" y="1957809"/>
              <a:chExt cx="4201583" cy="255686"/>
            </a:xfrm>
          </p:grpSpPr>
          <p:sp>
            <p:nvSpPr>
              <p:cNvPr id="6" name="Rectángulo: Esquinas redondeadas 5">
                <a:extLst>
                  <a:ext uri="{FF2B5EF4-FFF2-40B4-BE49-F238E27FC236}">
                    <a16:creationId xmlns:a16="http://schemas.microsoft.com/office/drawing/2014/main" id="{6BFCD1AA-E1CA-41D6-8605-56AFEBE4EEE3}"/>
                  </a:ext>
                </a:extLst>
              </p:cNvPr>
              <p:cNvSpPr/>
              <p:nvPr/>
            </p:nvSpPr>
            <p:spPr>
              <a:xfrm>
                <a:off x="518433" y="1981199"/>
                <a:ext cx="443592" cy="232296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dirty="0"/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E9101D99-B002-4698-9C7E-C942B9AA2D39}"/>
                  </a:ext>
                </a:extLst>
              </p:cNvPr>
              <p:cNvSpPr/>
              <p:nvPr/>
            </p:nvSpPr>
            <p:spPr>
              <a:xfrm>
                <a:off x="1183821" y="1957809"/>
                <a:ext cx="3536195" cy="246221"/>
              </a:xfrm>
              <a:prstGeom prst="rect">
                <a:avLst/>
              </a:prstGeom>
            </p:spPr>
            <p:txBody>
              <a:bodyPr wrap="square" lIns="0" tIns="0" rIns="0" bIns="0" rtlCol="0">
                <a:spAutoFit/>
              </a:bodyPr>
              <a:lstStyle/>
              <a:p>
                <a:pPr rtl="0"/>
                <a:r>
                  <a:rPr lang="es-ES" sz="1600" i="1" dirty="0">
                    <a:solidFill>
                      <a:srgbClr val="002060"/>
                    </a:solidFill>
                    <a:latin typeface="+mj-lt"/>
                    <a:cs typeface="Segoe UI" panose="020B0502040204020203" pitchFamily="34" charset="0"/>
                  </a:rPr>
                  <a:t>Saberes Previos.</a:t>
                </a:r>
              </a:p>
            </p:txBody>
          </p:sp>
        </p:grpSp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2D19246F-8F2D-4FAD-8927-AA34DDAA5DFA}"/>
                </a:ext>
              </a:extLst>
            </p:cNvPr>
            <p:cNvGrpSpPr/>
            <p:nvPr/>
          </p:nvGrpSpPr>
          <p:grpSpPr>
            <a:xfrm>
              <a:off x="518433" y="2302951"/>
              <a:ext cx="4185838" cy="1358675"/>
              <a:chOff x="518433" y="2245089"/>
              <a:chExt cx="4185838" cy="1358675"/>
            </a:xfrm>
          </p:grpSpPr>
          <p:sp>
            <p:nvSpPr>
              <p:cNvPr id="9" name="Rectángulo: Esquinas redondeadas 8">
                <a:extLst>
                  <a:ext uri="{FF2B5EF4-FFF2-40B4-BE49-F238E27FC236}">
                    <a16:creationId xmlns:a16="http://schemas.microsoft.com/office/drawing/2014/main" id="{14FF47BA-9557-4442-8E2A-74A4F4AAD237}"/>
                  </a:ext>
                </a:extLst>
              </p:cNvPr>
              <p:cNvSpPr/>
              <p:nvPr/>
            </p:nvSpPr>
            <p:spPr>
              <a:xfrm>
                <a:off x="518433" y="2245089"/>
                <a:ext cx="443592" cy="232296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dirty="0"/>
              </a:p>
            </p:txBody>
          </p:sp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B00C2221-E8A7-47E0-B2B2-5A6A32F96791}"/>
                  </a:ext>
                </a:extLst>
              </p:cNvPr>
              <p:cNvSpPr/>
              <p:nvPr/>
            </p:nvSpPr>
            <p:spPr>
              <a:xfrm>
                <a:off x="1168076" y="3357543"/>
                <a:ext cx="3536195" cy="246221"/>
              </a:xfrm>
              <a:prstGeom prst="rect">
                <a:avLst/>
              </a:prstGeom>
            </p:spPr>
            <p:txBody>
              <a:bodyPr wrap="square" lIns="0" tIns="0" rIns="0" bIns="0" rtlCol="0">
                <a:spAutoFit/>
              </a:bodyPr>
              <a:lstStyle/>
              <a:p>
                <a:pPr rtl="0"/>
                <a:r>
                  <a:rPr lang="es-ES" sz="1600" i="1" dirty="0">
                    <a:solidFill>
                      <a:srgbClr val="002060"/>
                    </a:solidFill>
                    <a:latin typeface="+mj-lt"/>
                    <a:cs typeface="Segoe UI" panose="020B0502040204020203" pitchFamily="34" charset="0"/>
                  </a:rPr>
                  <a:t>NAT e ICS</a:t>
                </a:r>
              </a:p>
            </p:txBody>
          </p:sp>
        </p:grp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9D065A01-39E4-4CC9-9075-3910C66205F5}"/>
                </a:ext>
              </a:extLst>
            </p:cNvPr>
            <p:cNvGrpSpPr/>
            <p:nvPr/>
          </p:nvGrpSpPr>
          <p:grpSpPr>
            <a:xfrm>
              <a:off x="518433" y="2816251"/>
              <a:ext cx="4186353" cy="483830"/>
              <a:chOff x="518433" y="2555375"/>
              <a:chExt cx="4186353" cy="483830"/>
            </a:xfrm>
          </p:grpSpPr>
          <p:sp>
            <p:nvSpPr>
              <p:cNvPr id="11" name="Rectángulo: Esquinas redondeadas 10">
                <a:extLst>
                  <a:ext uri="{FF2B5EF4-FFF2-40B4-BE49-F238E27FC236}">
                    <a16:creationId xmlns:a16="http://schemas.microsoft.com/office/drawing/2014/main" id="{6B458D5C-BDF7-4A75-A4E8-B99128DCD84A}"/>
                  </a:ext>
                </a:extLst>
              </p:cNvPr>
              <p:cNvSpPr/>
              <p:nvPr/>
            </p:nvSpPr>
            <p:spPr>
              <a:xfrm>
                <a:off x="518433" y="2589948"/>
                <a:ext cx="443592" cy="232296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dirty="0"/>
              </a:p>
            </p:txBody>
          </p:sp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CA17B45E-57F0-4725-89C0-3CD74A5097A3}"/>
                  </a:ext>
                </a:extLst>
              </p:cNvPr>
              <p:cNvSpPr/>
              <p:nvPr/>
            </p:nvSpPr>
            <p:spPr>
              <a:xfrm>
                <a:off x="1168591" y="2555375"/>
                <a:ext cx="3536195" cy="483830"/>
              </a:xfrm>
              <a:prstGeom prst="rect">
                <a:avLst/>
              </a:prstGeom>
            </p:spPr>
            <p:txBody>
              <a:bodyPr wrap="square" lIns="0" tIns="0" rIns="0" bIns="0" rtlCol="0">
                <a:spAutoFit/>
              </a:bodyPr>
              <a:lstStyle/>
              <a:p>
                <a:pPr rtl="0"/>
                <a:r>
                  <a:rPr lang="es-ES" sz="1600" i="1" dirty="0">
                    <a:solidFill>
                      <a:srgbClr val="002060"/>
                    </a:solidFill>
                    <a:latin typeface="+mj-lt"/>
                    <a:cs typeface="Segoe UI" panose="020B0502040204020203" pitchFamily="34" charset="0"/>
                  </a:rPr>
                  <a:t>Enrutamiento</a:t>
                </a:r>
              </a:p>
              <a:p>
                <a:pPr rtl="0"/>
                <a:endParaRPr lang="es-ES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2" name="Elipse 21">
            <a:extLst>
              <a:ext uri="{FF2B5EF4-FFF2-40B4-BE49-F238E27FC236}">
                <a16:creationId xmlns:a16="http://schemas.microsoft.com/office/drawing/2014/main" id="{E7D1D117-BC5C-430A-9FEB-B231E6915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852" y="6330880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2577E8EA-5E95-41C5-8BE8-EE647DE26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852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grpSp>
        <p:nvGrpSpPr>
          <p:cNvPr id="62" name="Grupo 61" descr="Esta imagen es la manos de una mujer escribiendo en una hoja de papel. ">
            <a:extLst>
              <a:ext uri="{FF2B5EF4-FFF2-40B4-BE49-F238E27FC236}">
                <a16:creationId xmlns:a16="http://schemas.microsoft.com/office/drawing/2014/main" id="{123C05C1-3914-48FB-B4B8-1388A2DB5ACE}"/>
              </a:ext>
            </a:extLst>
          </p:cNvPr>
          <p:cNvGrpSpPr/>
          <p:nvPr/>
        </p:nvGrpSpPr>
        <p:grpSpPr>
          <a:xfrm>
            <a:off x="4482071" y="-508000"/>
            <a:ext cx="8739666" cy="8346238"/>
            <a:chOff x="4597682" y="-439156"/>
            <a:chExt cx="7594320" cy="7252450"/>
          </a:xfrm>
        </p:grpSpPr>
        <p:sp>
          <p:nvSpPr>
            <p:cNvPr id="45" name="Forma libre 22">
              <a:extLst>
                <a:ext uri="{FF2B5EF4-FFF2-40B4-BE49-F238E27FC236}">
                  <a16:creationId xmlns:a16="http://schemas.microsoft.com/office/drawing/2014/main" id="{52C7242F-F484-4573-8387-13E2AE9DD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7682" y="-6899"/>
              <a:ext cx="7594319" cy="6820193"/>
            </a:xfrm>
            <a:custGeom>
              <a:avLst/>
              <a:gdLst>
                <a:gd name="T0" fmla="*/ 2254 w 2254"/>
                <a:gd name="T1" fmla="*/ 0 h 2026"/>
                <a:gd name="T2" fmla="*/ 2254 w 2254"/>
                <a:gd name="T3" fmla="*/ 2026 h 2026"/>
                <a:gd name="T4" fmla="*/ 2091 w 2254"/>
                <a:gd name="T5" fmla="*/ 1927 h 2026"/>
                <a:gd name="T6" fmla="*/ 1829 w 2254"/>
                <a:gd name="T7" fmla="*/ 1867 h 2026"/>
                <a:gd name="T8" fmla="*/ 1784 w 2254"/>
                <a:gd name="T9" fmla="*/ 1860 h 2026"/>
                <a:gd name="T10" fmla="*/ 1025 w 2254"/>
                <a:gd name="T11" fmla="*/ 1812 h 2026"/>
                <a:gd name="T12" fmla="*/ 330 w 2254"/>
                <a:gd name="T13" fmla="*/ 1005 h 2026"/>
                <a:gd name="T14" fmla="*/ 662 w 2254"/>
                <a:gd name="T15" fmla="*/ 430 h 2026"/>
                <a:gd name="T16" fmla="*/ 770 w 2254"/>
                <a:gd name="T17" fmla="*/ 0 h 2026"/>
                <a:gd name="T18" fmla="*/ 2254 w 2254"/>
                <a:gd name="T19" fmla="*/ 0 h 2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54" h="2026">
                  <a:moveTo>
                    <a:pt x="2254" y="0"/>
                  </a:moveTo>
                  <a:cubicBezTo>
                    <a:pt x="2254" y="2026"/>
                    <a:pt x="2254" y="2026"/>
                    <a:pt x="2254" y="2026"/>
                  </a:cubicBezTo>
                  <a:cubicBezTo>
                    <a:pt x="2243" y="2005"/>
                    <a:pt x="2206" y="1966"/>
                    <a:pt x="2091" y="1927"/>
                  </a:cubicBezTo>
                  <a:cubicBezTo>
                    <a:pt x="2029" y="1906"/>
                    <a:pt x="1944" y="1885"/>
                    <a:pt x="1829" y="1867"/>
                  </a:cubicBezTo>
                  <a:cubicBezTo>
                    <a:pt x="1814" y="1865"/>
                    <a:pt x="1800" y="1862"/>
                    <a:pt x="1784" y="1860"/>
                  </a:cubicBezTo>
                  <a:cubicBezTo>
                    <a:pt x="1606" y="1835"/>
                    <a:pt x="1361" y="1816"/>
                    <a:pt x="1025" y="1812"/>
                  </a:cubicBezTo>
                  <a:cubicBezTo>
                    <a:pt x="0" y="1800"/>
                    <a:pt x="66" y="1196"/>
                    <a:pt x="330" y="1005"/>
                  </a:cubicBezTo>
                  <a:cubicBezTo>
                    <a:pt x="580" y="825"/>
                    <a:pt x="686" y="680"/>
                    <a:pt x="662" y="430"/>
                  </a:cubicBezTo>
                  <a:cubicBezTo>
                    <a:pt x="638" y="181"/>
                    <a:pt x="770" y="0"/>
                    <a:pt x="770" y="0"/>
                  </a:cubicBezTo>
                  <a:lnTo>
                    <a:pt x="2254" y="0"/>
                  </a:ln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5000">
                  <a:srgbClr val="6672E4"/>
                </a:gs>
                <a:gs pos="100000">
                  <a:srgbClr val="882BE5"/>
                </a:gs>
              </a:gsLst>
              <a:lin ang="4800000" scaled="0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sp>
          <p:nvSpPr>
            <p:cNvPr id="46" name="Forma libre 23">
              <a:extLst>
                <a:ext uri="{FF2B5EF4-FFF2-40B4-BE49-F238E27FC236}">
                  <a16:creationId xmlns:a16="http://schemas.microsoft.com/office/drawing/2014/main" id="{DFA1772D-1024-422A-B407-BE0F21E16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3242" y="1441003"/>
              <a:ext cx="4110752" cy="3954852"/>
            </a:xfrm>
            <a:custGeom>
              <a:avLst/>
              <a:gdLst>
                <a:gd name="T0" fmla="*/ 0 w 2294"/>
                <a:gd name="T1" fmla="*/ 221 h 2207"/>
                <a:gd name="T2" fmla="*/ 1809 w 2294"/>
                <a:gd name="T3" fmla="*/ 0 h 2207"/>
                <a:gd name="T4" fmla="*/ 2294 w 2294"/>
                <a:gd name="T5" fmla="*/ 1957 h 2207"/>
                <a:gd name="T6" fmla="*/ 432 w 2294"/>
                <a:gd name="T7" fmla="*/ 2207 h 2207"/>
                <a:gd name="T8" fmla="*/ 0 w 2294"/>
                <a:gd name="T9" fmla="*/ 221 h 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4" h="2207">
                  <a:moveTo>
                    <a:pt x="0" y="221"/>
                  </a:moveTo>
                  <a:lnTo>
                    <a:pt x="1809" y="0"/>
                  </a:lnTo>
                  <a:lnTo>
                    <a:pt x="2294" y="1957"/>
                  </a:lnTo>
                  <a:lnTo>
                    <a:pt x="432" y="2207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rgbClr val="C8F4F7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sp>
          <p:nvSpPr>
            <p:cNvPr id="47" name="Forma libre 24">
              <a:extLst>
                <a:ext uri="{FF2B5EF4-FFF2-40B4-BE49-F238E27FC236}">
                  <a16:creationId xmlns:a16="http://schemas.microsoft.com/office/drawing/2014/main" id="{30CD4E41-332B-4C6B-9927-54698D5D0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6266" y="1441003"/>
              <a:ext cx="2981818" cy="1632475"/>
            </a:xfrm>
            <a:custGeom>
              <a:avLst/>
              <a:gdLst>
                <a:gd name="T0" fmla="*/ 0 w 1664"/>
                <a:gd name="T1" fmla="*/ 736 h 911"/>
                <a:gd name="T2" fmla="*/ 1664 w 1664"/>
                <a:gd name="T3" fmla="*/ 911 h 911"/>
                <a:gd name="T4" fmla="*/ 1439 w 1664"/>
                <a:gd name="T5" fmla="*/ 0 h 911"/>
                <a:gd name="T6" fmla="*/ 399 w 1664"/>
                <a:gd name="T7" fmla="*/ 127 h 911"/>
                <a:gd name="T8" fmla="*/ 0 w 1664"/>
                <a:gd name="T9" fmla="*/ 736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4" h="911">
                  <a:moveTo>
                    <a:pt x="0" y="736"/>
                  </a:moveTo>
                  <a:lnTo>
                    <a:pt x="1664" y="911"/>
                  </a:lnTo>
                  <a:lnTo>
                    <a:pt x="1439" y="0"/>
                  </a:lnTo>
                  <a:lnTo>
                    <a:pt x="399" y="12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7CE4EC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sp>
          <p:nvSpPr>
            <p:cNvPr id="48" name="Forma libre 25">
              <a:extLst>
                <a:ext uri="{FF2B5EF4-FFF2-40B4-BE49-F238E27FC236}">
                  <a16:creationId xmlns:a16="http://schemas.microsoft.com/office/drawing/2014/main" id="{12DCF2D5-0997-409A-9DB7-B4DFF4C5B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8129" y="1426667"/>
              <a:ext cx="1347553" cy="593139"/>
            </a:xfrm>
            <a:custGeom>
              <a:avLst/>
              <a:gdLst>
                <a:gd name="T0" fmla="*/ 752 w 752"/>
                <a:gd name="T1" fmla="*/ 0 h 331"/>
                <a:gd name="T2" fmla="*/ 275 w 752"/>
                <a:gd name="T3" fmla="*/ 72 h 331"/>
                <a:gd name="T4" fmla="*/ 0 w 752"/>
                <a:gd name="T5" fmla="*/ 331 h 331"/>
                <a:gd name="T6" fmla="*/ 752 w 752"/>
                <a:gd name="T7" fmla="*/ 130 h 331"/>
                <a:gd name="T8" fmla="*/ 752 w 752"/>
                <a:gd name="T9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2" h="331">
                  <a:moveTo>
                    <a:pt x="752" y="0"/>
                  </a:moveTo>
                  <a:lnTo>
                    <a:pt x="275" y="72"/>
                  </a:lnTo>
                  <a:lnTo>
                    <a:pt x="0" y="331"/>
                  </a:lnTo>
                  <a:lnTo>
                    <a:pt x="752" y="130"/>
                  </a:lnTo>
                  <a:lnTo>
                    <a:pt x="752" y="0"/>
                  </a:lnTo>
                  <a:close/>
                </a:path>
              </a:pathLst>
            </a:custGeom>
            <a:solidFill>
              <a:srgbClr val="ADA4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sp>
          <p:nvSpPr>
            <p:cNvPr id="49" name="Forma libre 26">
              <a:extLst>
                <a:ext uri="{FF2B5EF4-FFF2-40B4-BE49-F238E27FC236}">
                  <a16:creationId xmlns:a16="http://schemas.microsoft.com/office/drawing/2014/main" id="{56FE8491-17D1-44D2-A059-D277D43E3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5812" y="1828066"/>
              <a:ext cx="546548" cy="456950"/>
            </a:xfrm>
            <a:custGeom>
              <a:avLst/>
              <a:gdLst>
                <a:gd name="T0" fmla="*/ 162 w 162"/>
                <a:gd name="T1" fmla="*/ 66 h 136"/>
                <a:gd name="T2" fmla="*/ 87 w 162"/>
                <a:gd name="T3" fmla="*/ 130 h 136"/>
                <a:gd name="T4" fmla="*/ 36 w 162"/>
                <a:gd name="T5" fmla="*/ 124 h 136"/>
                <a:gd name="T6" fmla="*/ 0 w 162"/>
                <a:gd name="T7" fmla="*/ 103 h 136"/>
                <a:gd name="T8" fmla="*/ 103 w 162"/>
                <a:gd name="T9" fmla="*/ 0 h 136"/>
                <a:gd name="T10" fmla="*/ 148 w 162"/>
                <a:gd name="T11" fmla="*/ 50 h 136"/>
                <a:gd name="T12" fmla="*/ 162 w 162"/>
                <a:gd name="T13" fmla="*/ 6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" h="136">
                  <a:moveTo>
                    <a:pt x="162" y="66"/>
                  </a:moveTo>
                  <a:cubicBezTo>
                    <a:pt x="162" y="66"/>
                    <a:pt x="119" y="116"/>
                    <a:pt x="87" y="130"/>
                  </a:cubicBezTo>
                  <a:cubicBezTo>
                    <a:pt x="72" y="136"/>
                    <a:pt x="53" y="131"/>
                    <a:pt x="36" y="124"/>
                  </a:cubicBezTo>
                  <a:cubicBezTo>
                    <a:pt x="16" y="115"/>
                    <a:pt x="0" y="103"/>
                    <a:pt x="0" y="103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48" y="50"/>
                    <a:pt x="148" y="50"/>
                    <a:pt x="148" y="50"/>
                  </a:cubicBezTo>
                  <a:lnTo>
                    <a:pt x="162" y="66"/>
                  </a:lnTo>
                  <a:close/>
                </a:path>
              </a:pathLst>
            </a:custGeom>
            <a:solidFill>
              <a:srgbClr val="D8C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sp>
          <p:nvSpPr>
            <p:cNvPr id="50" name="Forma libre 27">
              <a:extLst>
                <a:ext uri="{FF2B5EF4-FFF2-40B4-BE49-F238E27FC236}">
                  <a16:creationId xmlns:a16="http://schemas.microsoft.com/office/drawing/2014/main" id="{59AC079D-039E-4639-B27F-9908EF107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7665" y="1996510"/>
              <a:ext cx="424695" cy="288506"/>
            </a:xfrm>
            <a:custGeom>
              <a:avLst/>
              <a:gdLst>
                <a:gd name="T0" fmla="*/ 126 w 126"/>
                <a:gd name="T1" fmla="*/ 16 h 86"/>
                <a:gd name="T2" fmla="*/ 51 w 126"/>
                <a:gd name="T3" fmla="*/ 80 h 86"/>
                <a:gd name="T4" fmla="*/ 0 w 126"/>
                <a:gd name="T5" fmla="*/ 74 h 86"/>
                <a:gd name="T6" fmla="*/ 6 w 126"/>
                <a:gd name="T7" fmla="*/ 61 h 86"/>
                <a:gd name="T8" fmla="*/ 112 w 126"/>
                <a:gd name="T9" fmla="*/ 0 h 86"/>
                <a:gd name="T10" fmla="*/ 126 w 126"/>
                <a:gd name="T11" fmla="*/ 1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" h="86">
                  <a:moveTo>
                    <a:pt x="126" y="16"/>
                  </a:moveTo>
                  <a:cubicBezTo>
                    <a:pt x="126" y="16"/>
                    <a:pt x="83" y="66"/>
                    <a:pt x="51" y="80"/>
                  </a:cubicBezTo>
                  <a:cubicBezTo>
                    <a:pt x="36" y="86"/>
                    <a:pt x="17" y="81"/>
                    <a:pt x="0" y="74"/>
                  </a:cubicBezTo>
                  <a:cubicBezTo>
                    <a:pt x="2" y="70"/>
                    <a:pt x="3" y="65"/>
                    <a:pt x="6" y="61"/>
                  </a:cubicBezTo>
                  <a:cubicBezTo>
                    <a:pt x="6" y="61"/>
                    <a:pt x="54" y="25"/>
                    <a:pt x="112" y="0"/>
                  </a:cubicBezTo>
                  <a:lnTo>
                    <a:pt x="126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sp>
          <p:nvSpPr>
            <p:cNvPr id="51" name="Forma libre 28">
              <a:extLst>
                <a:ext uri="{FF2B5EF4-FFF2-40B4-BE49-F238E27FC236}">
                  <a16:creationId xmlns:a16="http://schemas.microsoft.com/office/drawing/2014/main" id="{C95685F9-863C-488D-A6CE-3A519F21E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4938" y="-14067"/>
              <a:ext cx="387063" cy="7168"/>
            </a:xfrm>
            <a:custGeom>
              <a:avLst/>
              <a:gdLst>
                <a:gd name="T0" fmla="*/ 115 w 115"/>
                <a:gd name="T1" fmla="*/ 2 h 2"/>
                <a:gd name="T2" fmla="*/ 0 w 115"/>
                <a:gd name="T3" fmla="*/ 2 h 2"/>
                <a:gd name="T4" fmla="*/ 115 w 115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" h="2">
                  <a:moveTo>
                    <a:pt x="115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73" y="0"/>
                    <a:pt x="115" y="2"/>
                    <a:pt x="115" y="2"/>
                  </a:cubicBezTo>
                  <a:close/>
                </a:path>
              </a:pathLst>
            </a:custGeom>
            <a:solidFill>
              <a:srgbClr val="190E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grpSp>
          <p:nvGrpSpPr>
            <p:cNvPr id="60" name="Grupo 59">
              <a:extLst>
                <a:ext uri="{FF2B5EF4-FFF2-40B4-BE49-F238E27FC236}">
                  <a16:creationId xmlns:a16="http://schemas.microsoft.com/office/drawing/2014/main" id="{D88A045D-1D47-48A7-BD6D-329F30D7916F}"/>
                </a:ext>
              </a:extLst>
            </p:cNvPr>
            <p:cNvGrpSpPr/>
            <p:nvPr/>
          </p:nvGrpSpPr>
          <p:grpSpPr>
            <a:xfrm>
              <a:off x="7676266" y="528897"/>
              <a:ext cx="1904852" cy="2230988"/>
              <a:chOff x="7676266" y="528897"/>
              <a:chExt cx="1904852" cy="2230988"/>
            </a:xfrm>
            <a:gradFill>
              <a:gsLst>
                <a:gs pos="0">
                  <a:srgbClr val="03002F"/>
                </a:gs>
                <a:gs pos="100000">
                  <a:srgbClr val="F870FF"/>
                </a:gs>
              </a:gsLst>
              <a:lin ang="19800000" scaled="0"/>
            </a:gradFill>
          </p:grpSpPr>
          <p:sp>
            <p:nvSpPr>
              <p:cNvPr id="52" name="Forma libre 29">
                <a:extLst>
                  <a:ext uri="{FF2B5EF4-FFF2-40B4-BE49-F238E27FC236}">
                    <a16:creationId xmlns:a16="http://schemas.microsoft.com/office/drawing/2014/main" id="{8AC43BD2-6A27-4E0F-BAFD-FDAF479A0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6266" y="2195418"/>
                <a:ext cx="589555" cy="564467"/>
              </a:xfrm>
              <a:custGeom>
                <a:avLst/>
                <a:gdLst>
                  <a:gd name="T0" fmla="*/ 138 w 175"/>
                  <a:gd name="T1" fmla="*/ 16 h 168"/>
                  <a:gd name="T2" fmla="*/ 175 w 175"/>
                  <a:gd name="T3" fmla="*/ 32 h 168"/>
                  <a:gd name="T4" fmla="*/ 167 w 175"/>
                  <a:gd name="T5" fmla="*/ 40 h 168"/>
                  <a:gd name="T6" fmla="*/ 109 w 175"/>
                  <a:gd name="T7" fmla="*/ 105 h 168"/>
                  <a:gd name="T8" fmla="*/ 109 w 175"/>
                  <a:gd name="T9" fmla="*/ 105 h 168"/>
                  <a:gd name="T10" fmla="*/ 84 w 175"/>
                  <a:gd name="T11" fmla="*/ 133 h 168"/>
                  <a:gd name="T12" fmla="*/ 0 w 175"/>
                  <a:gd name="T13" fmla="*/ 168 h 168"/>
                  <a:gd name="T14" fmla="*/ 32 w 175"/>
                  <a:gd name="T15" fmla="*/ 83 h 168"/>
                  <a:gd name="T16" fmla="*/ 48 w 175"/>
                  <a:gd name="T17" fmla="*/ 63 h 168"/>
                  <a:gd name="T18" fmla="*/ 65 w 175"/>
                  <a:gd name="T19" fmla="*/ 42 h 168"/>
                  <a:gd name="T20" fmla="*/ 99 w 175"/>
                  <a:gd name="T21" fmla="*/ 0 h 168"/>
                  <a:gd name="T22" fmla="*/ 103 w 175"/>
                  <a:gd name="T23" fmla="*/ 1 h 168"/>
                  <a:gd name="T24" fmla="*/ 108 w 175"/>
                  <a:gd name="T25" fmla="*/ 3 h 168"/>
                  <a:gd name="T26" fmla="*/ 113 w 175"/>
                  <a:gd name="T27" fmla="*/ 6 h 168"/>
                  <a:gd name="T28" fmla="*/ 115 w 175"/>
                  <a:gd name="T29" fmla="*/ 6 h 168"/>
                  <a:gd name="T30" fmla="*/ 115 w 175"/>
                  <a:gd name="T31" fmla="*/ 6 h 168"/>
                  <a:gd name="T32" fmla="*/ 115 w 175"/>
                  <a:gd name="T33" fmla="*/ 6 h 168"/>
                  <a:gd name="T34" fmla="*/ 131 w 175"/>
                  <a:gd name="T35" fmla="*/ 13 h 168"/>
                  <a:gd name="T36" fmla="*/ 136 w 175"/>
                  <a:gd name="T37" fmla="*/ 15 h 168"/>
                  <a:gd name="T38" fmla="*/ 138 w 175"/>
                  <a:gd name="T39" fmla="*/ 1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5" h="168">
                    <a:moveTo>
                      <a:pt x="138" y="16"/>
                    </a:moveTo>
                    <a:cubicBezTo>
                      <a:pt x="150" y="21"/>
                      <a:pt x="162" y="27"/>
                      <a:pt x="175" y="32"/>
                    </a:cubicBezTo>
                    <a:cubicBezTo>
                      <a:pt x="167" y="40"/>
                      <a:pt x="167" y="40"/>
                      <a:pt x="167" y="40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84" y="133"/>
                      <a:pt x="84" y="133"/>
                      <a:pt x="84" y="133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32" y="83"/>
                      <a:pt x="32" y="83"/>
                      <a:pt x="32" y="83"/>
                    </a:cubicBezTo>
                    <a:cubicBezTo>
                      <a:pt x="48" y="63"/>
                      <a:pt x="48" y="63"/>
                      <a:pt x="48" y="63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100" y="0"/>
                      <a:pt x="101" y="1"/>
                      <a:pt x="103" y="1"/>
                    </a:cubicBezTo>
                    <a:cubicBezTo>
                      <a:pt x="104" y="2"/>
                      <a:pt x="106" y="3"/>
                      <a:pt x="108" y="3"/>
                    </a:cubicBezTo>
                    <a:cubicBezTo>
                      <a:pt x="110" y="4"/>
                      <a:pt x="112" y="5"/>
                      <a:pt x="113" y="6"/>
                    </a:cubicBezTo>
                    <a:cubicBezTo>
                      <a:pt x="114" y="6"/>
                      <a:pt x="114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20" y="8"/>
                      <a:pt x="126" y="11"/>
                      <a:pt x="131" y="13"/>
                    </a:cubicBezTo>
                    <a:cubicBezTo>
                      <a:pt x="133" y="14"/>
                      <a:pt x="134" y="15"/>
                      <a:pt x="136" y="15"/>
                    </a:cubicBezTo>
                    <a:cubicBezTo>
                      <a:pt x="137" y="16"/>
                      <a:pt x="137" y="16"/>
                      <a:pt x="13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/>
              </a:p>
            </p:txBody>
          </p:sp>
          <p:sp>
            <p:nvSpPr>
              <p:cNvPr id="53" name="Forma libre 30">
                <a:extLst>
                  <a:ext uri="{FF2B5EF4-FFF2-40B4-BE49-F238E27FC236}">
                    <a16:creationId xmlns:a16="http://schemas.microsoft.com/office/drawing/2014/main" id="{ADA7EFA8-1700-4615-8891-221172E4B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9570" y="528897"/>
                <a:ext cx="1571548" cy="1774039"/>
              </a:xfrm>
              <a:custGeom>
                <a:avLst/>
                <a:gdLst>
                  <a:gd name="T0" fmla="*/ 454 w 466"/>
                  <a:gd name="T1" fmla="*/ 77 h 527"/>
                  <a:gd name="T2" fmla="*/ 450 w 466"/>
                  <a:gd name="T3" fmla="*/ 81 h 527"/>
                  <a:gd name="T4" fmla="*/ 241 w 466"/>
                  <a:gd name="T5" fmla="*/ 334 h 527"/>
                  <a:gd name="T6" fmla="*/ 228 w 466"/>
                  <a:gd name="T7" fmla="*/ 350 h 527"/>
                  <a:gd name="T8" fmla="*/ 184 w 466"/>
                  <a:gd name="T9" fmla="*/ 403 h 527"/>
                  <a:gd name="T10" fmla="*/ 162 w 466"/>
                  <a:gd name="T11" fmla="*/ 429 h 527"/>
                  <a:gd name="T12" fmla="*/ 134 w 466"/>
                  <a:gd name="T13" fmla="*/ 461 h 527"/>
                  <a:gd name="T14" fmla="*/ 76 w 466"/>
                  <a:gd name="T15" fmla="*/ 527 h 527"/>
                  <a:gd name="T16" fmla="*/ 39 w 466"/>
                  <a:gd name="T17" fmla="*/ 511 h 527"/>
                  <a:gd name="T18" fmla="*/ 37 w 466"/>
                  <a:gd name="T19" fmla="*/ 510 h 527"/>
                  <a:gd name="T20" fmla="*/ 32 w 466"/>
                  <a:gd name="T21" fmla="*/ 508 h 527"/>
                  <a:gd name="T22" fmla="*/ 16 w 466"/>
                  <a:gd name="T23" fmla="*/ 501 h 527"/>
                  <a:gd name="T24" fmla="*/ 16 w 466"/>
                  <a:gd name="T25" fmla="*/ 501 h 527"/>
                  <a:gd name="T26" fmla="*/ 16 w 466"/>
                  <a:gd name="T27" fmla="*/ 501 h 527"/>
                  <a:gd name="T28" fmla="*/ 14 w 466"/>
                  <a:gd name="T29" fmla="*/ 501 h 527"/>
                  <a:gd name="T30" fmla="*/ 9 w 466"/>
                  <a:gd name="T31" fmla="*/ 498 h 527"/>
                  <a:gd name="T32" fmla="*/ 4 w 466"/>
                  <a:gd name="T33" fmla="*/ 496 h 527"/>
                  <a:gd name="T34" fmla="*/ 0 w 466"/>
                  <a:gd name="T35" fmla="*/ 495 h 527"/>
                  <a:gd name="T36" fmla="*/ 378 w 466"/>
                  <a:gd name="T37" fmla="*/ 24 h 527"/>
                  <a:gd name="T38" fmla="*/ 443 w 466"/>
                  <a:gd name="T39" fmla="*/ 16 h 527"/>
                  <a:gd name="T40" fmla="*/ 454 w 466"/>
                  <a:gd name="T41" fmla="*/ 77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66" h="527">
                    <a:moveTo>
                      <a:pt x="454" y="77"/>
                    </a:moveTo>
                    <a:cubicBezTo>
                      <a:pt x="453" y="78"/>
                      <a:pt x="452" y="80"/>
                      <a:pt x="450" y="81"/>
                    </a:cubicBezTo>
                    <a:cubicBezTo>
                      <a:pt x="241" y="334"/>
                      <a:pt x="241" y="334"/>
                      <a:pt x="241" y="334"/>
                    </a:cubicBezTo>
                    <a:cubicBezTo>
                      <a:pt x="228" y="350"/>
                      <a:pt x="228" y="350"/>
                      <a:pt x="228" y="350"/>
                    </a:cubicBezTo>
                    <a:cubicBezTo>
                      <a:pt x="184" y="403"/>
                      <a:pt x="184" y="403"/>
                      <a:pt x="184" y="403"/>
                    </a:cubicBezTo>
                    <a:cubicBezTo>
                      <a:pt x="162" y="429"/>
                      <a:pt x="162" y="429"/>
                      <a:pt x="162" y="429"/>
                    </a:cubicBezTo>
                    <a:cubicBezTo>
                      <a:pt x="134" y="461"/>
                      <a:pt x="134" y="461"/>
                      <a:pt x="134" y="461"/>
                    </a:cubicBezTo>
                    <a:cubicBezTo>
                      <a:pt x="76" y="527"/>
                      <a:pt x="76" y="527"/>
                      <a:pt x="76" y="527"/>
                    </a:cubicBezTo>
                    <a:cubicBezTo>
                      <a:pt x="63" y="522"/>
                      <a:pt x="51" y="516"/>
                      <a:pt x="39" y="511"/>
                    </a:cubicBezTo>
                    <a:cubicBezTo>
                      <a:pt x="38" y="511"/>
                      <a:pt x="38" y="511"/>
                      <a:pt x="37" y="510"/>
                    </a:cubicBezTo>
                    <a:cubicBezTo>
                      <a:pt x="35" y="510"/>
                      <a:pt x="34" y="509"/>
                      <a:pt x="32" y="508"/>
                    </a:cubicBezTo>
                    <a:cubicBezTo>
                      <a:pt x="27" y="506"/>
                      <a:pt x="21" y="503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5" y="501"/>
                      <a:pt x="15" y="501"/>
                      <a:pt x="14" y="501"/>
                    </a:cubicBezTo>
                    <a:cubicBezTo>
                      <a:pt x="13" y="500"/>
                      <a:pt x="11" y="499"/>
                      <a:pt x="9" y="498"/>
                    </a:cubicBezTo>
                    <a:cubicBezTo>
                      <a:pt x="7" y="498"/>
                      <a:pt x="5" y="497"/>
                      <a:pt x="4" y="496"/>
                    </a:cubicBezTo>
                    <a:cubicBezTo>
                      <a:pt x="2" y="496"/>
                      <a:pt x="1" y="495"/>
                      <a:pt x="0" y="495"/>
                    </a:cubicBezTo>
                    <a:cubicBezTo>
                      <a:pt x="378" y="24"/>
                      <a:pt x="378" y="24"/>
                      <a:pt x="378" y="24"/>
                    </a:cubicBezTo>
                    <a:cubicBezTo>
                      <a:pt x="394" y="4"/>
                      <a:pt x="423" y="0"/>
                      <a:pt x="443" y="16"/>
                    </a:cubicBezTo>
                    <a:cubicBezTo>
                      <a:pt x="462" y="31"/>
                      <a:pt x="466" y="57"/>
                      <a:pt x="454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/>
              </a:p>
            </p:txBody>
          </p:sp>
        </p:grpSp>
        <p:sp>
          <p:nvSpPr>
            <p:cNvPr id="54" name="Forma libre 31">
              <a:extLst>
                <a:ext uri="{FF2B5EF4-FFF2-40B4-BE49-F238E27FC236}">
                  <a16:creationId xmlns:a16="http://schemas.microsoft.com/office/drawing/2014/main" id="{B6F47CAE-1A30-4CE3-B40D-9C8C433D5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964" y="1441003"/>
              <a:ext cx="4582038" cy="5372291"/>
            </a:xfrm>
            <a:custGeom>
              <a:avLst/>
              <a:gdLst>
                <a:gd name="T0" fmla="*/ 1360 w 1360"/>
                <a:gd name="T1" fmla="*/ 1596 h 1596"/>
                <a:gd name="T2" fmla="*/ 935 w 1360"/>
                <a:gd name="T3" fmla="*/ 1437 h 1596"/>
                <a:gd name="T4" fmla="*/ 823 w 1360"/>
                <a:gd name="T5" fmla="*/ 1072 h 1596"/>
                <a:gd name="T6" fmla="*/ 756 w 1360"/>
                <a:gd name="T7" fmla="*/ 634 h 1596"/>
                <a:gd name="T8" fmla="*/ 753 w 1360"/>
                <a:gd name="T9" fmla="*/ 624 h 1596"/>
                <a:gd name="T10" fmla="*/ 750 w 1360"/>
                <a:gd name="T11" fmla="*/ 616 h 1596"/>
                <a:gd name="T12" fmla="*/ 737 w 1360"/>
                <a:gd name="T13" fmla="*/ 587 h 1596"/>
                <a:gd name="T14" fmla="*/ 729 w 1360"/>
                <a:gd name="T15" fmla="*/ 577 h 1596"/>
                <a:gd name="T16" fmla="*/ 722 w 1360"/>
                <a:gd name="T17" fmla="*/ 571 h 1596"/>
                <a:gd name="T18" fmla="*/ 718 w 1360"/>
                <a:gd name="T19" fmla="*/ 568 h 1596"/>
                <a:gd name="T20" fmla="*/ 699 w 1360"/>
                <a:gd name="T21" fmla="*/ 559 h 1596"/>
                <a:gd name="T22" fmla="*/ 694 w 1360"/>
                <a:gd name="T23" fmla="*/ 557 h 1596"/>
                <a:gd name="T24" fmla="*/ 667 w 1360"/>
                <a:gd name="T25" fmla="*/ 551 h 1596"/>
                <a:gd name="T26" fmla="*/ 637 w 1360"/>
                <a:gd name="T27" fmla="*/ 546 h 1596"/>
                <a:gd name="T28" fmla="*/ 612 w 1360"/>
                <a:gd name="T29" fmla="*/ 542 h 1596"/>
                <a:gd name="T30" fmla="*/ 597 w 1360"/>
                <a:gd name="T31" fmla="*/ 539 h 1596"/>
                <a:gd name="T32" fmla="*/ 554 w 1360"/>
                <a:gd name="T33" fmla="*/ 532 h 1596"/>
                <a:gd name="T34" fmla="*/ 495 w 1360"/>
                <a:gd name="T35" fmla="*/ 522 h 1596"/>
                <a:gd name="T36" fmla="*/ 469 w 1360"/>
                <a:gd name="T37" fmla="*/ 516 h 1596"/>
                <a:gd name="T38" fmla="*/ 447 w 1360"/>
                <a:gd name="T39" fmla="*/ 512 h 1596"/>
                <a:gd name="T40" fmla="*/ 421 w 1360"/>
                <a:gd name="T41" fmla="*/ 506 h 1596"/>
                <a:gd name="T42" fmla="*/ 402 w 1360"/>
                <a:gd name="T43" fmla="*/ 500 h 1596"/>
                <a:gd name="T44" fmla="*/ 382 w 1360"/>
                <a:gd name="T45" fmla="*/ 495 h 1596"/>
                <a:gd name="T46" fmla="*/ 367 w 1360"/>
                <a:gd name="T47" fmla="*/ 490 h 1596"/>
                <a:gd name="T48" fmla="*/ 355 w 1360"/>
                <a:gd name="T49" fmla="*/ 485 h 1596"/>
                <a:gd name="T50" fmla="*/ 332 w 1360"/>
                <a:gd name="T51" fmla="*/ 476 h 1596"/>
                <a:gd name="T52" fmla="*/ 290 w 1360"/>
                <a:gd name="T53" fmla="*/ 452 h 1596"/>
                <a:gd name="T54" fmla="*/ 280 w 1360"/>
                <a:gd name="T55" fmla="*/ 444 h 1596"/>
                <a:gd name="T56" fmla="*/ 264 w 1360"/>
                <a:gd name="T57" fmla="*/ 429 h 1596"/>
                <a:gd name="T58" fmla="*/ 252 w 1360"/>
                <a:gd name="T59" fmla="*/ 419 h 1596"/>
                <a:gd name="T60" fmla="*/ 241 w 1360"/>
                <a:gd name="T61" fmla="*/ 410 h 1596"/>
                <a:gd name="T62" fmla="*/ 129 w 1360"/>
                <a:gd name="T63" fmla="*/ 329 h 1596"/>
                <a:gd name="T64" fmla="*/ 106 w 1360"/>
                <a:gd name="T65" fmla="*/ 313 h 1596"/>
                <a:gd name="T66" fmla="*/ 68 w 1360"/>
                <a:gd name="T67" fmla="*/ 287 h 1596"/>
                <a:gd name="T68" fmla="*/ 33 w 1360"/>
                <a:gd name="T69" fmla="*/ 221 h 1596"/>
                <a:gd name="T70" fmla="*/ 73 w 1360"/>
                <a:gd name="T71" fmla="*/ 213 h 1596"/>
                <a:gd name="T72" fmla="*/ 79 w 1360"/>
                <a:gd name="T73" fmla="*/ 213 h 1596"/>
                <a:gd name="T74" fmla="*/ 87 w 1360"/>
                <a:gd name="T75" fmla="*/ 214 h 1596"/>
                <a:gd name="T76" fmla="*/ 119 w 1360"/>
                <a:gd name="T77" fmla="*/ 224 h 1596"/>
                <a:gd name="T78" fmla="*/ 128 w 1360"/>
                <a:gd name="T79" fmla="*/ 227 h 1596"/>
                <a:gd name="T80" fmla="*/ 135 w 1360"/>
                <a:gd name="T81" fmla="*/ 230 h 1596"/>
                <a:gd name="T82" fmla="*/ 151 w 1360"/>
                <a:gd name="T83" fmla="*/ 237 h 1596"/>
                <a:gd name="T84" fmla="*/ 158 w 1360"/>
                <a:gd name="T85" fmla="*/ 240 h 1596"/>
                <a:gd name="T86" fmla="*/ 197 w 1360"/>
                <a:gd name="T87" fmla="*/ 257 h 1596"/>
                <a:gd name="T88" fmla="*/ 412 w 1360"/>
                <a:gd name="T89" fmla="*/ 273 h 1596"/>
                <a:gd name="T90" fmla="*/ 461 w 1360"/>
                <a:gd name="T91" fmla="*/ 189 h 1596"/>
                <a:gd name="T92" fmla="*/ 460 w 1360"/>
                <a:gd name="T93" fmla="*/ 185 h 1596"/>
                <a:gd name="T94" fmla="*/ 460 w 1360"/>
                <a:gd name="T95" fmla="*/ 181 h 1596"/>
                <a:gd name="T96" fmla="*/ 457 w 1360"/>
                <a:gd name="T97" fmla="*/ 176 h 1596"/>
                <a:gd name="T98" fmla="*/ 455 w 1360"/>
                <a:gd name="T99" fmla="*/ 172 h 1596"/>
                <a:gd name="T100" fmla="*/ 451 w 1360"/>
                <a:gd name="T101" fmla="*/ 168 h 1596"/>
                <a:gd name="T102" fmla="*/ 444 w 1360"/>
                <a:gd name="T103" fmla="*/ 164 h 1596"/>
                <a:gd name="T104" fmla="*/ 423 w 1360"/>
                <a:gd name="T105" fmla="*/ 160 h 1596"/>
                <a:gd name="T106" fmla="*/ 281 w 1360"/>
                <a:gd name="T107" fmla="*/ 158 h 1596"/>
                <a:gd name="T108" fmla="*/ 347 w 1360"/>
                <a:gd name="T109" fmla="*/ 79 h 1596"/>
                <a:gd name="T110" fmla="*/ 420 w 1360"/>
                <a:gd name="T111" fmla="*/ 45 h 1596"/>
                <a:gd name="T112" fmla="*/ 548 w 1360"/>
                <a:gd name="T113" fmla="*/ 2 h 1596"/>
                <a:gd name="T114" fmla="*/ 584 w 1360"/>
                <a:gd name="T115" fmla="*/ 24 h 1596"/>
                <a:gd name="T116" fmla="*/ 905 w 1360"/>
                <a:gd name="T117" fmla="*/ 485 h 1596"/>
                <a:gd name="T118" fmla="*/ 918 w 1360"/>
                <a:gd name="T119" fmla="*/ 526 h 1596"/>
                <a:gd name="T120" fmla="*/ 1360 w 1360"/>
                <a:gd name="T121" fmla="*/ 1194 h 1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0" h="1596">
                  <a:moveTo>
                    <a:pt x="1360" y="1194"/>
                  </a:moveTo>
                  <a:cubicBezTo>
                    <a:pt x="1360" y="1596"/>
                    <a:pt x="1360" y="1596"/>
                    <a:pt x="1360" y="1596"/>
                  </a:cubicBezTo>
                  <a:cubicBezTo>
                    <a:pt x="1349" y="1575"/>
                    <a:pt x="1312" y="1536"/>
                    <a:pt x="1197" y="1497"/>
                  </a:cubicBezTo>
                  <a:cubicBezTo>
                    <a:pt x="1135" y="1476"/>
                    <a:pt x="1050" y="1455"/>
                    <a:pt x="935" y="1437"/>
                  </a:cubicBezTo>
                  <a:cubicBezTo>
                    <a:pt x="897" y="1361"/>
                    <a:pt x="867" y="1277"/>
                    <a:pt x="847" y="1188"/>
                  </a:cubicBezTo>
                  <a:cubicBezTo>
                    <a:pt x="838" y="1147"/>
                    <a:pt x="830" y="1108"/>
                    <a:pt x="823" y="1072"/>
                  </a:cubicBezTo>
                  <a:cubicBezTo>
                    <a:pt x="785" y="876"/>
                    <a:pt x="776" y="752"/>
                    <a:pt x="763" y="674"/>
                  </a:cubicBezTo>
                  <a:cubicBezTo>
                    <a:pt x="761" y="659"/>
                    <a:pt x="758" y="646"/>
                    <a:pt x="756" y="634"/>
                  </a:cubicBezTo>
                  <a:cubicBezTo>
                    <a:pt x="755" y="632"/>
                    <a:pt x="754" y="630"/>
                    <a:pt x="754" y="628"/>
                  </a:cubicBezTo>
                  <a:cubicBezTo>
                    <a:pt x="754" y="627"/>
                    <a:pt x="753" y="625"/>
                    <a:pt x="753" y="624"/>
                  </a:cubicBezTo>
                  <a:cubicBezTo>
                    <a:pt x="752" y="622"/>
                    <a:pt x="752" y="620"/>
                    <a:pt x="751" y="618"/>
                  </a:cubicBezTo>
                  <a:cubicBezTo>
                    <a:pt x="751" y="618"/>
                    <a:pt x="751" y="617"/>
                    <a:pt x="750" y="616"/>
                  </a:cubicBezTo>
                  <a:cubicBezTo>
                    <a:pt x="747" y="605"/>
                    <a:pt x="743" y="596"/>
                    <a:pt x="738" y="589"/>
                  </a:cubicBezTo>
                  <a:cubicBezTo>
                    <a:pt x="737" y="588"/>
                    <a:pt x="737" y="588"/>
                    <a:pt x="737" y="587"/>
                  </a:cubicBezTo>
                  <a:cubicBezTo>
                    <a:pt x="735" y="584"/>
                    <a:pt x="732" y="581"/>
                    <a:pt x="730" y="579"/>
                  </a:cubicBezTo>
                  <a:cubicBezTo>
                    <a:pt x="730" y="578"/>
                    <a:pt x="729" y="578"/>
                    <a:pt x="729" y="577"/>
                  </a:cubicBezTo>
                  <a:cubicBezTo>
                    <a:pt x="727" y="576"/>
                    <a:pt x="725" y="574"/>
                    <a:pt x="723" y="572"/>
                  </a:cubicBezTo>
                  <a:cubicBezTo>
                    <a:pt x="723" y="572"/>
                    <a:pt x="723" y="571"/>
                    <a:pt x="722" y="571"/>
                  </a:cubicBezTo>
                  <a:cubicBezTo>
                    <a:pt x="722" y="571"/>
                    <a:pt x="722" y="571"/>
                    <a:pt x="721" y="571"/>
                  </a:cubicBezTo>
                  <a:cubicBezTo>
                    <a:pt x="720" y="570"/>
                    <a:pt x="719" y="569"/>
                    <a:pt x="718" y="568"/>
                  </a:cubicBezTo>
                  <a:cubicBezTo>
                    <a:pt x="715" y="566"/>
                    <a:pt x="712" y="564"/>
                    <a:pt x="709" y="563"/>
                  </a:cubicBezTo>
                  <a:cubicBezTo>
                    <a:pt x="705" y="561"/>
                    <a:pt x="702" y="560"/>
                    <a:pt x="699" y="559"/>
                  </a:cubicBezTo>
                  <a:cubicBezTo>
                    <a:pt x="698" y="559"/>
                    <a:pt x="697" y="558"/>
                    <a:pt x="696" y="558"/>
                  </a:cubicBezTo>
                  <a:cubicBezTo>
                    <a:pt x="696" y="558"/>
                    <a:pt x="695" y="558"/>
                    <a:pt x="694" y="557"/>
                  </a:cubicBezTo>
                  <a:cubicBezTo>
                    <a:pt x="692" y="557"/>
                    <a:pt x="690" y="556"/>
                    <a:pt x="688" y="556"/>
                  </a:cubicBezTo>
                  <a:cubicBezTo>
                    <a:pt x="681" y="554"/>
                    <a:pt x="674" y="553"/>
                    <a:pt x="667" y="551"/>
                  </a:cubicBezTo>
                  <a:cubicBezTo>
                    <a:pt x="665" y="551"/>
                    <a:pt x="663" y="551"/>
                    <a:pt x="661" y="550"/>
                  </a:cubicBezTo>
                  <a:cubicBezTo>
                    <a:pt x="653" y="549"/>
                    <a:pt x="645" y="547"/>
                    <a:pt x="637" y="546"/>
                  </a:cubicBezTo>
                  <a:cubicBezTo>
                    <a:pt x="632" y="545"/>
                    <a:pt x="628" y="545"/>
                    <a:pt x="624" y="544"/>
                  </a:cubicBezTo>
                  <a:cubicBezTo>
                    <a:pt x="620" y="543"/>
                    <a:pt x="616" y="543"/>
                    <a:pt x="612" y="542"/>
                  </a:cubicBezTo>
                  <a:cubicBezTo>
                    <a:pt x="611" y="542"/>
                    <a:pt x="611" y="542"/>
                    <a:pt x="610" y="541"/>
                  </a:cubicBezTo>
                  <a:cubicBezTo>
                    <a:pt x="605" y="541"/>
                    <a:pt x="601" y="540"/>
                    <a:pt x="597" y="539"/>
                  </a:cubicBezTo>
                  <a:cubicBezTo>
                    <a:pt x="590" y="538"/>
                    <a:pt x="583" y="537"/>
                    <a:pt x="576" y="536"/>
                  </a:cubicBezTo>
                  <a:cubicBezTo>
                    <a:pt x="569" y="535"/>
                    <a:pt x="562" y="534"/>
                    <a:pt x="554" y="532"/>
                  </a:cubicBezTo>
                  <a:cubicBezTo>
                    <a:pt x="539" y="530"/>
                    <a:pt x="523" y="527"/>
                    <a:pt x="508" y="524"/>
                  </a:cubicBezTo>
                  <a:cubicBezTo>
                    <a:pt x="504" y="523"/>
                    <a:pt x="499" y="523"/>
                    <a:pt x="495" y="522"/>
                  </a:cubicBezTo>
                  <a:cubicBezTo>
                    <a:pt x="493" y="521"/>
                    <a:pt x="490" y="521"/>
                    <a:pt x="488" y="520"/>
                  </a:cubicBezTo>
                  <a:cubicBezTo>
                    <a:pt x="481" y="519"/>
                    <a:pt x="475" y="518"/>
                    <a:pt x="469" y="516"/>
                  </a:cubicBezTo>
                  <a:cubicBezTo>
                    <a:pt x="464" y="515"/>
                    <a:pt x="459" y="514"/>
                    <a:pt x="454" y="513"/>
                  </a:cubicBezTo>
                  <a:cubicBezTo>
                    <a:pt x="452" y="513"/>
                    <a:pt x="449" y="512"/>
                    <a:pt x="447" y="512"/>
                  </a:cubicBezTo>
                  <a:cubicBezTo>
                    <a:pt x="439" y="510"/>
                    <a:pt x="432" y="508"/>
                    <a:pt x="425" y="507"/>
                  </a:cubicBezTo>
                  <a:cubicBezTo>
                    <a:pt x="424" y="506"/>
                    <a:pt x="422" y="506"/>
                    <a:pt x="421" y="506"/>
                  </a:cubicBezTo>
                  <a:cubicBezTo>
                    <a:pt x="418" y="505"/>
                    <a:pt x="414" y="504"/>
                    <a:pt x="411" y="503"/>
                  </a:cubicBezTo>
                  <a:cubicBezTo>
                    <a:pt x="408" y="502"/>
                    <a:pt x="405" y="501"/>
                    <a:pt x="402" y="500"/>
                  </a:cubicBezTo>
                  <a:cubicBezTo>
                    <a:pt x="399" y="500"/>
                    <a:pt x="396" y="499"/>
                    <a:pt x="393" y="498"/>
                  </a:cubicBezTo>
                  <a:cubicBezTo>
                    <a:pt x="389" y="497"/>
                    <a:pt x="386" y="496"/>
                    <a:pt x="382" y="495"/>
                  </a:cubicBezTo>
                  <a:cubicBezTo>
                    <a:pt x="380" y="494"/>
                    <a:pt x="377" y="493"/>
                    <a:pt x="374" y="492"/>
                  </a:cubicBezTo>
                  <a:cubicBezTo>
                    <a:pt x="372" y="491"/>
                    <a:pt x="370" y="491"/>
                    <a:pt x="367" y="490"/>
                  </a:cubicBezTo>
                  <a:cubicBezTo>
                    <a:pt x="365" y="489"/>
                    <a:pt x="363" y="488"/>
                    <a:pt x="361" y="488"/>
                  </a:cubicBezTo>
                  <a:cubicBezTo>
                    <a:pt x="359" y="487"/>
                    <a:pt x="357" y="486"/>
                    <a:pt x="355" y="485"/>
                  </a:cubicBezTo>
                  <a:cubicBezTo>
                    <a:pt x="349" y="483"/>
                    <a:pt x="343" y="481"/>
                    <a:pt x="337" y="478"/>
                  </a:cubicBezTo>
                  <a:cubicBezTo>
                    <a:pt x="335" y="477"/>
                    <a:pt x="334" y="477"/>
                    <a:pt x="332" y="476"/>
                  </a:cubicBezTo>
                  <a:cubicBezTo>
                    <a:pt x="317" y="469"/>
                    <a:pt x="304" y="462"/>
                    <a:pt x="292" y="453"/>
                  </a:cubicBezTo>
                  <a:cubicBezTo>
                    <a:pt x="292" y="453"/>
                    <a:pt x="291" y="453"/>
                    <a:pt x="290" y="452"/>
                  </a:cubicBezTo>
                  <a:cubicBezTo>
                    <a:pt x="288" y="450"/>
                    <a:pt x="286" y="449"/>
                    <a:pt x="284" y="447"/>
                  </a:cubicBezTo>
                  <a:cubicBezTo>
                    <a:pt x="282" y="446"/>
                    <a:pt x="281" y="445"/>
                    <a:pt x="280" y="444"/>
                  </a:cubicBezTo>
                  <a:cubicBezTo>
                    <a:pt x="276" y="440"/>
                    <a:pt x="272" y="436"/>
                    <a:pt x="268" y="432"/>
                  </a:cubicBezTo>
                  <a:cubicBezTo>
                    <a:pt x="266" y="431"/>
                    <a:pt x="265" y="430"/>
                    <a:pt x="264" y="429"/>
                  </a:cubicBezTo>
                  <a:cubicBezTo>
                    <a:pt x="262" y="428"/>
                    <a:pt x="260" y="426"/>
                    <a:pt x="258" y="424"/>
                  </a:cubicBezTo>
                  <a:cubicBezTo>
                    <a:pt x="256" y="423"/>
                    <a:pt x="254" y="421"/>
                    <a:pt x="252" y="419"/>
                  </a:cubicBezTo>
                  <a:cubicBezTo>
                    <a:pt x="249" y="417"/>
                    <a:pt x="247" y="416"/>
                    <a:pt x="245" y="414"/>
                  </a:cubicBezTo>
                  <a:cubicBezTo>
                    <a:pt x="244" y="413"/>
                    <a:pt x="242" y="412"/>
                    <a:pt x="241" y="410"/>
                  </a:cubicBezTo>
                  <a:cubicBezTo>
                    <a:pt x="208" y="384"/>
                    <a:pt x="168" y="355"/>
                    <a:pt x="129" y="329"/>
                  </a:cubicBezTo>
                  <a:cubicBezTo>
                    <a:pt x="129" y="329"/>
                    <a:pt x="129" y="329"/>
                    <a:pt x="129" y="329"/>
                  </a:cubicBezTo>
                  <a:cubicBezTo>
                    <a:pt x="125" y="326"/>
                    <a:pt x="121" y="323"/>
                    <a:pt x="117" y="320"/>
                  </a:cubicBezTo>
                  <a:cubicBezTo>
                    <a:pt x="113" y="318"/>
                    <a:pt x="110" y="315"/>
                    <a:pt x="106" y="313"/>
                  </a:cubicBezTo>
                  <a:cubicBezTo>
                    <a:pt x="104" y="311"/>
                    <a:pt x="101" y="309"/>
                    <a:pt x="99" y="308"/>
                  </a:cubicBezTo>
                  <a:cubicBezTo>
                    <a:pt x="88" y="300"/>
                    <a:pt x="78" y="294"/>
                    <a:pt x="68" y="287"/>
                  </a:cubicBezTo>
                  <a:cubicBezTo>
                    <a:pt x="29" y="261"/>
                    <a:pt x="0" y="243"/>
                    <a:pt x="0" y="243"/>
                  </a:cubicBezTo>
                  <a:cubicBezTo>
                    <a:pt x="0" y="243"/>
                    <a:pt x="7" y="230"/>
                    <a:pt x="33" y="221"/>
                  </a:cubicBezTo>
                  <a:cubicBezTo>
                    <a:pt x="43" y="217"/>
                    <a:pt x="55" y="215"/>
                    <a:pt x="71" y="213"/>
                  </a:cubicBezTo>
                  <a:cubicBezTo>
                    <a:pt x="73" y="213"/>
                    <a:pt x="73" y="213"/>
                    <a:pt x="73" y="213"/>
                  </a:cubicBezTo>
                  <a:cubicBezTo>
                    <a:pt x="74" y="213"/>
                    <a:pt x="74" y="213"/>
                    <a:pt x="75" y="213"/>
                  </a:cubicBezTo>
                  <a:cubicBezTo>
                    <a:pt x="77" y="213"/>
                    <a:pt x="78" y="213"/>
                    <a:pt x="79" y="213"/>
                  </a:cubicBezTo>
                  <a:cubicBezTo>
                    <a:pt x="81" y="213"/>
                    <a:pt x="82" y="213"/>
                    <a:pt x="84" y="214"/>
                  </a:cubicBezTo>
                  <a:cubicBezTo>
                    <a:pt x="85" y="214"/>
                    <a:pt x="86" y="214"/>
                    <a:pt x="87" y="214"/>
                  </a:cubicBezTo>
                  <a:cubicBezTo>
                    <a:pt x="95" y="216"/>
                    <a:pt x="103" y="218"/>
                    <a:pt x="113" y="221"/>
                  </a:cubicBezTo>
                  <a:cubicBezTo>
                    <a:pt x="115" y="222"/>
                    <a:pt x="117" y="223"/>
                    <a:pt x="119" y="224"/>
                  </a:cubicBezTo>
                  <a:cubicBezTo>
                    <a:pt x="120" y="224"/>
                    <a:pt x="121" y="225"/>
                    <a:pt x="123" y="225"/>
                  </a:cubicBezTo>
                  <a:cubicBezTo>
                    <a:pt x="124" y="226"/>
                    <a:pt x="126" y="227"/>
                    <a:pt x="128" y="227"/>
                  </a:cubicBezTo>
                  <a:cubicBezTo>
                    <a:pt x="130" y="228"/>
                    <a:pt x="132" y="229"/>
                    <a:pt x="133" y="230"/>
                  </a:cubicBezTo>
                  <a:cubicBezTo>
                    <a:pt x="134" y="230"/>
                    <a:pt x="135" y="230"/>
                    <a:pt x="135" y="230"/>
                  </a:cubicBezTo>
                  <a:cubicBezTo>
                    <a:pt x="135" y="230"/>
                    <a:pt x="135" y="230"/>
                    <a:pt x="135" y="230"/>
                  </a:cubicBezTo>
                  <a:cubicBezTo>
                    <a:pt x="140" y="232"/>
                    <a:pt x="146" y="235"/>
                    <a:pt x="151" y="237"/>
                  </a:cubicBezTo>
                  <a:cubicBezTo>
                    <a:pt x="153" y="238"/>
                    <a:pt x="154" y="239"/>
                    <a:pt x="156" y="239"/>
                  </a:cubicBezTo>
                  <a:cubicBezTo>
                    <a:pt x="157" y="240"/>
                    <a:pt x="157" y="240"/>
                    <a:pt x="158" y="240"/>
                  </a:cubicBezTo>
                  <a:cubicBezTo>
                    <a:pt x="170" y="245"/>
                    <a:pt x="182" y="251"/>
                    <a:pt x="195" y="256"/>
                  </a:cubicBezTo>
                  <a:cubicBezTo>
                    <a:pt x="195" y="256"/>
                    <a:pt x="196" y="257"/>
                    <a:pt x="197" y="257"/>
                  </a:cubicBezTo>
                  <a:cubicBezTo>
                    <a:pt x="211" y="263"/>
                    <a:pt x="226" y="268"/>
                    <a:pt x="241" y="273"/>
                  </a:cubicBezTo>
                  <a:cubicBezTo>
                    <a:pt x="293" y="290"/>
                    <a:pt x="368" y="304"/>
                    <a:pt x="412" y="273"/>
                  </a:cubicBezTo>
                  <a:cubicBezTo>
                    <a:pt x="438" y="255"/>
                    <a:pt x="458" y="224"/>
                    <a:pt x="461" y="198"/>
                  </a:cubicBezTo>
                  <a:cubicBezTo>
                    <a:pt x="461" y="195"/>
                    <a:pt x="461" y="192"/>
                    <a:pt x="461" y="189"/>
                  </a:cubicBezTo>
                  <a:cubicBezTo>
                    <a:pt x="461" y="188"/>
                    <a:pt x="461" y="188"/>
                    <a:pt x="461" y="187"/>
                  </a:cubicBezTo>
                  <a:cubicBezTo>
                    <a:pt x="461" y="186"/>
                    <a:pt x="461" y="186"/>
                    <a:pt x="460" y="185"/>
                  </a:cubicBezTo>
                  <a:cubicBezTo>
                    <a:pt x="460" y="184"/>
                    <a:pt x="460" y="184"/>
                    <a:pt x="460" y="183"/>
                  </a:cubicBezTo>
                  <a:cubicBezTo>
                    <a:pt x="460" y="182"/>
                    <a:pt x="460" y="182"/>
                    <a:pt x="460" y="181"/>
                  </a:cubicBezTo>
                  <a:cubicBezTo>
                    <a:pt x="459" y="181"/>
                    <a:pt x="459" y="180"/>
                    <a:pt x="459" y="180"/>
                  </a:cubicBezTo>
                  <a:cubicBezTo>
                    <a:pt x="459" y="179"/>
                    <a:pt x="458" y="177"/>
                    <a:pt x="457" y="176"/>
                  </a:cubicBezTo>
                  <a:cubicBezTo>
                    <a:pt x="457" y="175"/>
                    <a:pt x="457" y="175"/>
                    <a:pt x="456" y="174"/>
                  </a:cubicBezTo>
                  <a:cubicBezTo>
                    <a:pt x="456" y="174"/>
                    <a:pt x="456" y="173"/>
                    <a:pt x="455" y="172"/>
                  </a:cubicBezTo>
                  <a:cubicBezTo>
                    <a:pt x="455" y="172"/>
                    <a:pt x="454" y="171"/>
                    <a:pt x="453" y="170"/>
                  </a:cubicBezTo>
                  <a:cubicBezTo>
                    <a:pt x="453" y="169"/>
                    <a:pt x="452" y="169"/>
                    <a:pt x="451" y="168"/>
                  </a:cubicBezTo>
                  <a:cubicBezTo>
                    <a:pt x="451" y="168"/>
                    <a:pt x="450" y="167"/>
                    <a:pt x="450" y="167"/>
                  </a:cubicBezTo>
                  <a:cubicBezTo>
                    <a:pt x="448" y="166"/>
                    <a:pt x="446" y="165"/>
                    <a:pt x="444" y="164"/>
                  </a:cubicBezTo>
                  <a:cubicBezTo>
                    <a:pt x="443" y="163"/>
                    <a:pt x="442" y="163"/>
                    <a:pt x="441" y="162"/>
                  </a:cubicBezTo>
                  <a:cubicBezTo>
                    <a:pt x="436" y="161"/>
                    <a:pt x="430" y="160"/>
                    <a:pt x="423" y="160"/>
                  </a:cubicBezTo>
                  <a:cubicBezTo>
                    <a:pt x="375" y="160"/>
                    <a:pt x="287" y="192"/>
                    <a:pt x="253" y="190"/>
                  </a:cubicBezTo>
                  <a:cubicBezTo>
                    <a:pt x="281" y="158"/>
                    <a:pt x="281" y="158"/>
                    <a:pt x="281" y="158"/>
                  </a:cubicBezTo>
                  <a:cubicBezTo>
                    <a:pt x="303" y="132"/>
                    <a:pt x="303" y="132"/>
                    <a:pt x="303" y="132"/>
                  </a:cubicBezTo>
                  <a:cubicBezTo>
                    <a:pt x="347" y="79"/>
                    <a:pt x="347" y="79"/>
                    <a:pt x="347" y="79"/>
                  </a:cubicBezTo>
                  <a:cubicBezTo>
                    <a:pt x="360" y="63"/>
                    <a:pt x="360" y="63"/>
                    <a:pt x="360" y="63"/>
                  </a:cubicBezTo>
                  <a:cubicBezTo>
                    <a:pt x="380" y="57"/>
                    <a:pt x="400" y="51"/>
                    <a:pt x="420" y="45"/>
                  </a:cubicBezTo>
                  <a:cubicBezTo>
                    <a:pt x="420" y="45"/>
                    <a:pt x="420" y="45"/>
                    <a:pt x="420" y="45"/>
                  </a:cubicBezTo>
                  <a:cubicBezTo>
                    <a:pt x="480" y="25"/>
                    <a:pt x="533" y="7"/>
                    <a:pt x="548" y="2"/>
                  </a:cubicBezTo>
                  <a:cubicBezTo>
                    <a:pt x="550" y="1"/>
                    <a:pt x="552" y="0"/>
                    <a:pt x="552" y="0"/>
                  </a:cubicBezTo>
                  <a:cubicBezTo>
                    <a:pt x="552" y="0"/>
                    <a:pt x="564" y="8"/>
                    <a:pt x="584" y="24"/>
                  </a:cubicBezTo>
                  <a:cubicBezTo>
                    <a:pt x="631" y="62"/>
                    <a:pt x="721" y="143"/>
                    <a:pt x="801" y="268"/>
                  </a:cubicBezTo>
                  <a:cubicBezTo>
                    <a:pt x="840" y="330"/>
                    <a:pt x="877" y="402"/>
                    <a:pt x="905" y="485"/>
                  </a:cubicBezTo>
                  <a:cubicBezTo>
                    <a:pt x="905" y="485"/>
                    <a:pt x="905" y="485"/>
                    <a:pt x="905" y="485"/>
                  </a:cubicBezTo>
                  <a:cubicBezTo>
                    <a:pt x="910" y="498"/>
                    <a:pt x="914" y="512"/>
                    <a:pt x="918" y="526"/>
                  </a:cubicBezTo>
                  <a:cubicBezTo>
                    <a:pt x="918" y="526"/>
                    <a:pt x="934" y="547"/>
                    <a:pt x="960" y="582"/>
                  </a:cubicBezTo>
                  <a:cubicBezTo>
                    <a:pt x="1041" y="691"/>
                    <a:pt x="1224" y="945"/>
                    <a:pt x="1360" y="1194"/>
                  </a:cubicBezTo>
                  <a:close/>
                </a:path>
              </a:pathLst>
            </a:custGeom>
            <a:gradFill>
              <a:gsLst>
                <a:gs pos="0">
                  <a:srgbClr val="E5C3FF"/>
                </a:gs>
                <a:gs pos="65000">
                  <a:srgbClr val="B0C7FF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sp>
          <p:nvSpPr>
            <p:cNvPr id="55" name="Forma libre 32">
              <a:extLst>
                <a:ext uri="{FF2B5EF4-FFF2-40B4-BE49-F238E27FC236}">
                  <a16:creationId xmlns:a16="http://schemas.microsoft.com/office/drawing/2014/main" id="{742FC6CF-44F1-407F-BEB2-8F383DCEC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1066" y="1559272"/>
              <a:ext cx="2833086" cy="2015954"/>
            </a:xfrm>
            <a:custGeom>
              <a:avLst/>
              <a:gdLst>
                <a:gd name="T0" fmla="*/ 723 w 841"/>
                <a:gd name="T1" fmla="*/ 599 h 599"/>
                <a:gd name="T2" fmla="*/ 720 w 841"/>
                <a:gd name="T3" fmla="*/ 589 h 599"/>
                <a:gd name="T4" fmla="*/ 717 w 841"/>
                <a:gd name="T5" fmla="*/ 581 h 599"/>
                <a:gd name="T6" fmla="*/ 704 w 841"/>
                <a:gd name="T7" fmla="*/ 552 h 599"/>
                <a:gd name="T8" fmla="*/ 696 w 841"/>
                <a:gd name="T9" fmla="*/ 542 h 599"/>
                <a:gd name="T10" fmla="*/ 689 w 841"/>
                <a:gd name="T11" fmla="*/ 536 h 599"/>
                <a:gd name="T12" fmla="*/ 685 w 841"/>
                <a:gd name="T13" fmla="*/ 533 h 599"/>
                <a:gd name="T14" fmla="*/ 666 w 841"/>
                <a:gd name="T15" fmla="*/ 524 h 599"/>
                <a:gd name="T16" fmla="*/ 661 w 841"/>
                <a:gd name="T17" fmla="*/ 522 h 599"/>
                <a:gd name="T18" fmla="*/ 634 w 841"/>
                <a:gd name="T19" fmla="*/ 516 h 599"/>
                <a:gd name="T20" fmla="*/ 604 w 841"/>
                <a:gd name="T21" fmla="*/ 511 h 599"/>
                <a:gd name="T22" fmla="*/ 579 w 841"/>
                <a:gd name="T23" fmla="*/ 507 h 599"/>
                <a:gd name="T24" fmla="*/ 564 w 841"/>
                <a:gd name="T25" fmla="*/ 504 h 599"/>
                <a:gd name="T26" fmla="*/ 521 w 841"/>
                <a:gd name="T27" fmla="*/ 497 h 599"/>
                <a:gd name="T28" fmla="*/ 462 w 841"/>
                <a:gd name="T29" fmla="*/ 487 h 599"/>
                <a:gd name="T30" fmla="*/ 436 w 841"/>
                <a:gd name="T31" fmla="*/ 481 h 599"/>
                <a:gd name="T32" fmla="*/ 414 w 841"/>
                <a:gd name="T33" fmla="*/ 477 h 599"/>
                <a:gd name="T34" fmla="*/ 388 w 841"/>
                <a:gd name="T35" fmla="*/ 471 h 599"/>
                <a:gd name="T36" fmla="*/ 369 w 841"/>
                <a:gd name="T37" fmla="*/ 465 h 599"/>
                <a:gd name="T38" fmla="*/ 349 w 841"/>
                <a:gd name="T39" fmla="*/ 460 h 599"/>
                <a:gd name="T40" fmla="*/ 334 w 841"/>
                <a:gd name="T41" fmla="*/ 455 h 599"/>
                <a:gd name="T42" fmla="*/ 322 w 841"/>
                <a:gd name="T43" fmla="*/ 450 h 599"/>
                <a:gd name="T44" fmla="*/ 299 w 841"/>
                <a:gd name="T45" fmla="*/ 441 h 599"/>
                <a:gd name="T46" fmla="*/ 257 w 841"/>
                <a:gd name="T47" fmla="*/ 417 h 599"/>
                <a:gd name="T48" fmla="*/ 247 w 841"/>
                <a:gd name="T49" fmla="*/ 409 h 599"/>
                <a:gd name="T50" fmla="*/ 231 w 841"/>
                <a:gd name="T51" fmla="*/ 394 h 599"/>
                <a:gd name="T52" fmla="*/ 219 w 841"/>
                <a:gd name="T53" fmla="*/ 384 h 599"/>
                <a:gd name="T54" fmla="*/ 208 w 841"/>
                <a:gd name="T55" fmla="*/ 375 h 599"/>
                <a:gd name="T56" fmla="*/ 96 w 841"/>
                <a:gd name="T57" fmla="*/ 294 h 599"/>
                <a:gd name="T58" fmla="*/ 73 w 841"/>
                <a:gd name="T59" fmla="*/ 278 h 599"/>
                <a:gd name="T60" fmla="*/ 52 w 841"/>
                <a:gd name="T61" fmla="*/ 231 h 599"/>
                <a:gd name="T62" fmla="*/ 38 w 841"/>
                <a:gd name="T63" fmla="*/ 178 h 599"/>
                <a:gd name="T64" fmla="*/ 42 w 841"/>
                <a:gd name="T65" fmla="*/ 178 h 599"/>
                <a:gd name="T66" fmla="*/ 51 w 841"/>
                <a:gd name="T67" fmla="*/ 179 h 599"/>
                <a:gd name="T68" fmla="*/ 80 w 841"/>
                <a:gd name="T69" fmla="*/ 186 h 599"/>
                <a:gd name="T70" fmla="*/ 90 w 841"/>
                <a:gd name="T71" fmla="*/ 190 h 599"/>
                <a:gd name="T72" fmla="*/ 100 w 841"/>
                <a:gd name="T73" fmla="*/ 195 h 599"/>
                <a:gd name="T74" fmla="*/ 102 w 841"/>
                <a:gd name="T75" fmla="*/ 195 h 599"/>
                <a:gd name="T76" fmla="*/ 154 w 841"/>
                <a:gd name="T77" fmla="*/ 229 h 599"/>
                <a:gd name="T78" fmla="*/ 428 w 841"/>
                <a:gd name="T79" fmla="*/ 189 h 599"/>
                <a:gd name="T80" fmla="*/ 428 w 841"/>
                <a:gd name="T81" fmla="*/ 163 h 599"/>
                <a:gd name="T82" fmla="*/ 428 w 841"/>
                <a:gd name="T83" fmla="*/ 152 h 599"/>
                <a:gd name="T84" fmla="*/ 427 w 841"/>
                <a:gd name="T85" fmla="*/ 148 h 599"/>
                <a:gd name="T86" fmla="*/ 426 w 841"/>
                <a:gd name="T87" fmla="*/ 145 h 599"/>
                <a:gd name="T88" fmla="*/ 423 w 841"/>
                <a:gd name="T89" fmla="*/ 139 h 599"/>
                <a:gd name="T90" fmla="*/ 420 w 841"/>
                <a:gd name="T91" fmla="*/ 135 h 599"/>
                <a:gd name="T92" fmla="*/ 417 w 841"/>
                <a:gd name="T93" fmla="*/ 132 h 599"/>
                <a:gd name="T94" fmla="*/ 408 w 841"/>
                <a:gd name="T95" fmla="*/ 127 h 599"/>
                <a:gd name="T96" fmla="*/ 220 w 841"/>
                <a:gd name="T97" fmla="*/ 155 h 599"/>
                <a:gd name="T98" fmla="*/ 270 w 841"/>
                <a:gd name="T99" fmla="*/ 97 h 599"/>
                <a:gd name="T100" fmla="*/ 594 w 841"/>
                <a:gd name="T101" fmla="*/ 148 h 599"/>
                <a:gd name="T102" fmla="*/ 832 w 841"/>
                <a:gd name="T103" fmla="*/ 544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41" h="599">
                  <a:moveTo>
                    <a:pt x="832" y="544"/>
                  </a:moveTo>
                  <a:cubicBezTo>
                    <a:pt x="827" y="548"/>
                    <a:pt x="784" y="581"/>
                    <a:pt x="723" y="599"/>
                  </a:cubicBezTo>
                  <a:cubicBezTo>
                    <a:pt x="722" y="597"/>
                    <a:pt x="721" y="595"/>
                    <a:pt x="721" y="593"/>
                  </a:cubicBezTo>
                  <a:cubicBezTo>
                    <a:pt x="721" y="592"/>
                    <a:pt x="720" y="590"/>
                    <a:pt x="720" y="589"/>
                  </a:cubicBezTo>
                  <a:cubicBezTo>
                    <a:pt x="719" y="587"/>
                    <a:pt x="719" y="585"/>
                    <a:pt x="718" y="583"/>
                  </a:cubicBezTo>
                  <a:cubicBezTo>
                    <a:pt x="718" y="583"/>
                    <a:pt x="718" y="582"/>
                    <a:pt x="717" y="581"/>
                  </a:cubicBezTo>
                  <a:cubicBezTo>
                    <a:pt x="714" y="570"/>
                    <a:pt x="710" y="561"/>
                    <a:pt x="705" y="554"/>
                  </a:cubicBezTo>
                  <a:cubicBezTo>
                    <a:pt x="704" y="553"/>
                    <a:pt x="704" y="553"/>
                    <a:pt x="704" y="552"/>
                  </a:cubicBezTo>
                  <a:cubicBezTo>
                    <a:pt x="702" y="549"/>
                    <a:pt x="699" y="546"/>
                    <a:pt x="697" y="544"/>
                  </a:cubicBezTo>
                  <a:cubicBezTo>
                    <a:pt x="697" y="543"/>
                    <a:pt x="696" y="543"/>
                    <a:pt x="696" y="542"/>
                  </a:cubicBezTo>
                  <a:cubicBezTo>
                    <a:pt x="694" y="541"/>
                    <a:pt x="692" y="539"/>
                    <a:pt x="690" y="537"/>
                  </a:cubicBezTo>
                  <a:cubicBezTo>
                    <a:pt x="690" y="537"/>
                    <a:pt x="690" y="536"/>
                    <a:pt x="689" y="536"/>
                  </a:cubicBezTo>
                  <a:cubicBezTo>
                    <a:pt x="689" y="536"/>
                    <a:pt x="689" y="536"/>
                    <a:pt x="688" y="536"/>
                  </a:cubicBezTo>
                  <a:cubicBezTo>
                    <a:pt x="687" y="535"/>
                    <a:pt x="686" y="534"/>
                    <a:pt x="685" y="533"/>
                  </a:cubicBezTo>
                  <a:cubicBezTo>
                    <a:pt x="682" y="531"/>
                    <a:pt x="679" y="529"/>
                    <a:pt x="676" y="528"/>
                  </a:cubicBezTo>
                  <a:cubicBezTo>
                    <a:pt x="672" y="526"/>
                    <a:pt x="669" y="525"/>
                    <a:pt x="666" y="524"/>
                  </a:cubicBezTo>
                  <a:cubicBezTo>
                    <a:pt x="665" y="524"/>
                    <a:pt x="664" y="523"/>
                    <a:pt x="663" y="523"/>
                  </a:cubicBezTo>
                  <a:cubicBezTo>
                    <a:pt x="663" y="523"/>
                    <a:pt x="662" y="523"/>
                    <a:pt x="661" y="522"/>
                  </a:cubicBezTo>
                  <a:cubicBezTo>
                    <a:pt x="659" y="522"/>
                    <a:pt x="657" y="521"/>
                    <a:pt x="655" y="521"/>
                  </a:cubicBezTo>
                  <a:cubicBezTo>
                    <a:pt x="648" y="519"/>
                    <a:pt x="641" y="518"/>
                    <a:pt x="634" y="516"/>
                  </a:cubicBezTo>
                  <a:cubicBezTo>
                    <a:pt x="632" y="516"/>
                    <a:pt x="630" y="516"/>
                    <a:pt x="628" y="515"/>
                  </a:cubicBezTo>
                  <a:cubicBezTo>
                    <a:pt x="620" y="514"/>
                    <a:pt x="612" y="512"/>
                    <a:pt x="604" y="511"/>
                  </a:cubicBezTo>
                  <a:cubicBezTo>
                    <a:pt x="599" y="510"/>
                    <a:pt x="595" y="510"/>
                    <a:pt x="591" y="509"/>
                  </a:cubicBezTo>
                  <a:cubicBezTo>
                    <a:pt x="587" y="508"/>
                    <a:pt x="583" y="508"/>
                    <a:pt x="579" y="507"/>
                  </a:cubicBezTo>
                  <a:cubicBezTo>
                    <a:pt x="578" y="507"/>
                    <a:pt x="578" y="507"/>
                    <a:pt x="577" y="506"/>
                  </a:cubicBezTo>
                  <a:cubicBezTo>
                    <a:pt x="572" y="506"/>
                    <a:pt x="568" y="505"/>
                    <a:pt x="564" y="504"/>
                  </a:cubicBezTo>
                  <a:cubicBezTo>
                    <a:pt x="557" y="503"/>
                    <a:pt x="550" y="502"/>
                    <a:pt x="543" y="501"/>
                  </a:cubicBezTo>
                  <a:cubicBezTo>
                    <a:pt x="536" y="500"/>
                    <a:pt x="529" y="499"/>
                    <a:pt x="521" y="497"/>
                  </a:cubicBezTo>
                  <a:cubicBezTo>
                    <a:pt x="506" y="495"/>
                    <a:pt x="490" y="492"/>
                    <a:pt x="475" y="489"/>
                  </a:cubicBezTo>
                  <a:cubicBezTo>
                    <a:pt x="471" y="488"/>
                    <a:pt x="466" y="488"/>
                    <a:pt x="462" y="487"/>
                  </a:cubicBezTo>
                  <a:cubicBezTo>
                    <a:pt x="460" y="486"/>
                    <a:pt x="457" y="486"/>
                    <a:pt x="455" y="485"/>
                  </a:cubicBezTo>
                  <a:cubicBezTo>
                    <a:pt x="448" y="484"/>
                    <a:pt x="442" y="483"/>
                    <a:pt x="436" y="481"/>
                  </a:cubicBezTo>
                  <a:cubicBezTo>
                    <a:pt x="431" y="480"/>
                    <a:pt x="426" y="479"/>
                    <a:pt x="421" y="478"/>
                  </a:cubicBezTo>
                  <a:cubicBezTo>
                    <a:pt x="419" y="478"/>
                    <a:pt x="416" y="477"/>
                    <a:pt x="414" y="477"/>
                  </a:cubicBezTo>
                  <a:cubicBezTo>
                    <a:pt x="406" y="475"/>
                    <a:pt x="399" y="473"/>
                    <a:pt x="392" y="472"/>
                  </a:cubicBezTo>
                  <a:cubicBezTo>
                    <a:pt x="391" y="471"/>
                    <a:pt x="389" y="471"/>
                    <a:pt x="388" y="471"/>
                  </a:cubicBezTo>
                  <a:cubicBezTo>
                    <a:pt x="385" y="470"/>
                    <a:pt x="381" y="469"/>
                    <a:pt x="378" y="468"/>
                  </a:cubicBezTo>
                  <a:cubicBezTo>
                    <a:pt x="375" y="467"/>
                    <a:pt x="372" y="466"/>
                    <a:pt x="369" y="465"/>
                  </a:cubicBezTo>
                  <a:cubicBezTo>
                    <a:pt x="366" y="465"/>
                    <a:pt x="363" y="464"/>
                    <a:pt x="360" y="463"/>
                  </a:cubicBezTo>
                  <a:cubicBezTo>
                    <a:pt x="356" y="462"/>
                    <a:pt x="353" y="461"/>
                    <a:pt x="349" y="460"/>
                  </a:cubicBezTo>
                  <a:cubicBezTo>
                    <a:pt x="347" y="459"/>
                    <a:pt x="344" y="458"/>
                    <a:pt x="341" y="457"/>
                  </a:cubicBezTo>
                  <a:cubicBezTo>
                    <a:pt x="339" y="456"/>
                    <a:pt x="337" y="456"/>
                    <a:pt x="334" y="455"/>
                  </a:cubicBezTo>
                  <a:cubicBezTo>
                    <a:pt x="332" y="454"/>
                    <a:pt x="330" y="453"/>
                    <a:pt x="328" y="453"/>
                  </a:cubicBezTo>
                  <a:cubicBezTo>
                    <a:pt x="326" y="452"/>
                    <a:pt x="324" y="451"/>
                    <a:pt x="322" y="450"/>
                  </a:cubicBezTo>
                  <a:cubicBezTo>
                    <a:pt x="316" y="448"/>
                    <a:pt x="310" y="446"/>
                    <a:pt x="304" y="443"/>
                  </a:cubicBezTo>
                  <a:cubicBezTo>
                    <a:pt x="302" y="442"/>
                    <a:pt x="301" y="442"/>
                    <a:pt x="299" y="441"/>
                  </a:cubicBezTo>
                  <a:cubicBezTo>
                    <a:pt x="284" y="434"/>
                    <a:pt x="271" y="427"/>
                    <a:pt x="259" y="418"/>
                  </a:cubicBezTo>
                  <a:cubicBezTo>
                    <a:pt x="259" y="418"/>
                    <a:pt x="258" y="418"/>
                    <a:pt x="257" y="417"/>
                  </a:cubicBezTo>
                  <a:cubicBezTo>
                    <a:pt x="255" y="415"/>
                    <a:pt x="253" y="414"/>
                    <a:pt x="251" y="412"/>
                  </a:cubicBezTo>
                  <a:cubicBezTo>
                    <a:pt x="249" y="411"/>
                    <a:pt x="248" y="410"/>
                    <a:pt x="247" y="409"/>
                  </a:cubicBezTo>
                  <a:cubicBezTo>
                    <a:pt x="243" y="405"/>
                    <a:pt x="239" y="401"/>
                    <a:pt x="235" y="397"/>
                  </a:cubicBezTo>
                  <a:cubicBezTo>
                    <a:pt x="233" y="396"/>
                    <a:pt x="232" y="395"/>
                    <a:pt x="231" y="394"/>
                  </a:cubicBezTo>
                  <a:cubicBezTo>
                    <a:pt x="229" y="393"/>
                    <a:pt x="227" y="391"/>
                    <a:pt x="225" y="389"/>
                  </a:cubicBezTo>
                  <a:cubicBezTo>
                    <a:pt x="223" y="388"/>
                    <a:pt x="221" y="386"/>
                    <a:pt x="219" y="384"/>
                  </a:cubicBezTo>
                  <a:cubicBezTo>
                    <a:pt x="216" y="382"/>
                    <a:pt x="214" y="381"/>
                    <a:pt x="212" y="379"/>
                  </a:cubicBezTo>
                  <a:cubicBezTo>
                    <a:pt x="211" y="378"/>
                    <a:pt x="209" y="377"/>
                    <a:pt x="208" y="375"/>
                  </a:cubicBezTo>
                  <a:cubicBezTo>
                    <a:pt x="175" y="349"/>
                    <a:pt x="135" y="320"/>
                    <a:pt x="96" y="294"/>
                  </a:cubicBezTo>
                  <a:cubicBezTo>
                    <a:pt x="96" y="294"/>
                    <a:pt x="96" y="294"/>
                    <a:pt x="96" y="294"/>
                  </a:cubicBezTo>
                  <a:cubicBezTo>
                    <a:pt x="92" y="291"/>
                    <a:pt x="88" y="288"/>
                    <a:pt x="84" y="285"/>
                  </a:cubicBezTo>
                  <a:cubicBezTo>
                    <a:pt x="80" y="283"/>
                    <a:pt x="77" y="280"/>
                    <a:pt x="73" y="278"/>
                  </a:cubicBezTo>
                  <a:cubicBezTo>
                    <a:pt x="71" y="276"/>
                    <a:pt x="68" y="274"/>
                    <a:pt x="66" y="273"/>
                  </a:cubicBezTo>
                  <a:cubicBezTo>
                    <a:pt x="65" y="256"/>
                    <a:pt x="60" y="242"/>
                    <a:pt x="52" y="231"/>
                  </a:cubicBezTo>
                  <a:cubicBezTo>
                    <a:pt x="38" y="211"/>
                    <a:pt x="16" y="198"/>
                    <a:pt x="0" y="186"/>
                  </a:cubicBezTo>
                  <a:cubicBezTo>
                    <a:pt x="10" y="182"/>
                    <a:pt x="22" y="180"/>
                    <a:pt x="38" y="178"/>
                  </a:cubicBezTo>
                  <a:cubicBezTo>
                    <a:pt x="40" y="178"/>
                    <a:pt x="40" y="178"/>
                    <a:pt x="40" y="178"/>
                  </a:cubicBezTo>
                  <a:cubicBezTo>
                    <a:pt x="41" y="178"/>
                    <a:pt x="41" y="178"/>
                    <a:pt x="42" y="178"/>
                  </a:cubicBezTo>
                  <a:cubicBezTo>
                    <a:pt x="44" y="178"/>
                    <a:pt x="45" y="178"/>
                    <a:pt x="46" y="178"/>
                  </a:cubicBezTo>
                  <a:cubicBezTo>
                    <a:pt x="48" y="178"/>
                    <a:pt x="49" y="178"/>
                    <a:pt x="51" y="179"/>
                  </a:cubicBezTo>
                  <a:cubicBezTo>
                    <a:pt x="52" y="179"/>
                    <a:pt x="53" y="179"/>
                    <a:pt x="54" y="179"/>
                  </a:cubicBezTo>
                  <a:cubicBezTo>
                    <a:pt x="62" y="181"/>
                    <a:pt x="70" y="183"/>
                    <a:pt x="80" y="186"/>
                  </a:cubicBezTo>
                  <a:cubicBezTo>
                    <a:pt x="82" y="187"/>
                    <a:pt x="84" y="188"/>
                    <a:pt x="86" y="189"/>
                  </a:cubicBezTo>
                  <a:cubicBezTo>
                    <a:pt x="87" y="189"/>
                    <a:pt x="88" y="190"/>
                    <a:pt x="90" y="190"/>
                  </a:cubicBezTo>
                  <a:cubicBezTo>
                    <a:pt x="91" y="191"/>
                    <a:pt x="93" y="192"/>
                    <a:pt x="95" y="192"/>
                  </a:cubicBezTo>
                  <a:cubicBezTo>
                    <a:pt x="97" y="193"/>
                    <a:pt x="99" y="194"/>
                    <a:pt x="100" y="195"/>
                  </a:cubicBezTo>
                  <a:cubicBezTo>
                    <a:pt x="101" y="195"/>
                    <a:pt x="101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16" y="207"/>
                    <a:pt x="134" y="218"/>
                    <a:pt x="154" y="229"/>
                  </a:cubicBezTo>
                  <a:cubicBezTo>
                    <a:pt x="251" y="280"/>
                    <a:pt x="405" y="310"/>
                    <a:pt x="428" y="196"/>
                  </a:cubicBezTo>
                  <a:cubicBezTo>
                    <a:pt x="429" y="193"/>
                    <a:pt x="429" y="191"/>
                    <a:pt x="428" y="189"/>
                  </a:cubicBezTo>
                  <a:cubicBezTo>
                    <a:pt x="430" y="180"/>
                    <a:pt x="430" y="171"/>
                    <a:pt x="428" y="163"/>
                  </a:cubicBezTo>
                  <a:cubicBezTo>
                    <a:pt x="428" y="163"/>
                    <a:pt x="428" y="163"/>
                    <a:pt x="428" y="163"/>
                  </a:cubicBezTo>
                  <a:cubicBezTo>
                    <a:pt x="428" y="160"/>
                    <a:pt x="428" y="157"/>
                    <a:pt x="428" y="154"/>
                  </a:cubicBezTo>
                  <a:cubicBezTo>
                    <a:pt x="428" y="153"/>
                    <a:pt x="428" y="153"/>
                    <a:pt x="428" y="152"/>
                  </a:cubicBezTo>
                  <a:cubicBezTo>
                    <a:pt x="428" y="151"/>
                    <a:pt x="428" y="151"/>
                    <a:pt x="427" y="150"/>
                  </a:cubicBezTo>
                  <a:cubicBezTo>
                    <a:pt x="427" y="149"/>
                    <a:pt x="427" y="149"/>
                    <a:pt x="427" y="148"/>
                  </a:cubicBezTo>
                  <a:cubicBezTo>
                    <a:pt x="427" y="147"/>
                    <a:pt x="427" y="147"/>
                    <a:pt x="427" y="146"/>
                  </a:cubicBezTo>
                  <a:cubicBezTo>
                    <a:pt x="426" y="146"/>
                    <a:pt x="426" y="145"/>
                    <a:pt x="426" y="145"/>
                  </a:cubicBezTo>
                  <a:cubicBezTo>
                    <a:pt x="426" y="144"/>
                    <a:pt x="425" y="142"/>
                    <a:pt x="424" y="141"/>
                  </a:cubicBezTo>
                  <a:cubicBezTo>
                    <a:pt x="424" y="140"/>
                    <a:pt x="424" y="140"/>
                    <a:pt x="423" y="139"/>
                  </a:cubicBezTo>
                  <a:cubicBezTo>
                    <a:pt x="423" y="139"/>
                    <a:pt x="423" y="138"/>
                    <a:pt x="422" y="137"/>
                  </a:cubicBezTo>
                  <a:cubicBezTo>
                    <a:pt x="422" y="137"/>
                    <a:pt x="421" y="136"/>
                    <a:pt x="420" y="135"/>
                  </a:cubicBezTo>
                  <a:cubicBezTo>
                    <a:pt x="420" y="134"/>
                    <a:pt x="419" y="134"/>
                    <a:pt x="418" y="133"/>
                  </a:cubicBezTo>
                  <a:cubicBezTo>
                    <a:pt x="418" y="133"/>
                    <a:pt x="417" y="132"/>
                    <a:pt x="417" y="132"/>
                  </a:cubicBezTo>
                  <a:cubicBezTo>
                    <a:pt x="415" y="131"/>
                    <a:pt x="413" y="130"/>
                    <a:pt x="411" y="129"/>
                  </a:cubicBezTo>
                  <a:cubicBezTo>
                    <a:pt x="410" y="128"/>
                    <a:pt x="409" y="128"/>
                    <a:pt x="408" y="127"/>
                  </a:cubicBezTo>
                  <a:cubicBezTo>
                    <a:pt x="403" y="126"/>
                    <a:pt x="397" y="125"/>
                    <a:pt x="390" y="125"/>
                  </a:cubicBezTo>
                  <a:cubicBezTo>
                    <a:pt x="342" y="125"/>
                    <a:pt x="254" y="157"/>
                    <a:pt x="220" y="155"/>
                  </a:cubicBezTo>
                  <a:cubicBezTo>
                    <a:pt x="248" y="123"/>
                    <a:pt x="248" y="123"/>
                    <a:pt x="248" y="123"/>
                  </a:cubicBezTo>
                  <a:cubicBezTo>
                    <a:pt x="270" y="97"/>
                    <a:pt x="270" y="97"/>
                    <a:pt x="270" y="97"/>
                  </a:cubicBezTo>
                  <a:cubicBezTo>
                    <a:pt x="333" y="79"/>
                    <a:pt x="410" y="61"/>
                    <a:pt x="464" y="53"/>
                  </a:cubicBezTo>
                  <a:cubicBezTo>
                    <a:pt x="541" y="42"/>
                    <a:pt x="566" y="0"/>
                    <a:pt x="594" y="148"/>
                  </a:cubicBezTo>
                  <a:cubicBezTo>
                    <a:pt x="621" y="297"/>
                    <a:pt x="682" y="329"/>
                    <a:pt x="730" y="361"/>
                  </a:cubicBezTo>
                  <a:cubicBezTo>
                    <a:pt x="779" y="394"/>
                    <a:pt x="841" y="538"/>
                    <a:pt x="832" y="5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sp>
          <p:nvSpPr>
            <p:cNvPr id="56" name="Forma libre 33">
              <a:extLst>
                <a:ext uri="{FF2B5EF4-FFF2-40B4-BE49-F238E27FC236}">
                  <a16:creationId xmlns:a16="http://schemas.microsoft.com/office/drawing/2014/main" id="{86469AEA-7511-41DC-A011-88DD81748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197122"/>
              <a:ext cx="964074" cy="677360"/>
            </a:xfrm>
            <a:custGeom>
              <a:avLst/>
              <a:gdLst>
                <a:gd name="T0" fmla="*/ 462 w 538"/>
                <a:gd name="T1" fmla="*/ 0 h 378"/>
                <a:gd name="T2" fmla="*/ 0 w 538"/>
                <a:gd name="T3" fmla="*/ 245 h 378"/>
                <a:gd name="T4" fmla="*/ 0 w 538"/>
                <a:gd name="T5" fmla="*/ 378 h 378"/>
                <a:gd name="T6" fmla="*/ 538 w 538"/>
                <a:gd name="T7" fmla="*/ 100 h 378"/>
                <a:gd name="T8" fmla="*/ 462 w 538"/>
                <a:gd name="T9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8" h="378">
                  <a:moveTo>
                    <a:pt x="462" y="0"/>
                  </a:moveTo>
                  <a:lnTo>
                    <a:pt x="0" y="245"/>
                  </a:lnTo>
                  <a:lnTo>
                    <a:pt x="0" y="378"/>
                  </a:lnTo>
                  <a:lnTo>
                    <a:pt x="538" y="100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sp>
          <p:nvSpPr>
            <p:cNvPr id="57" name="Forma libre 34">
              <a:extLst>
                <a:ext uri="{FF2B5EF4-FFF2-40B4-BE49-F238E27FC236}">
                  <a16:creationId xmlns:a16="http://schemas.microsoft.com/office/drawing/2014/main" id="{A828F27C-2D7F-4EC9-819B-5E2594908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376318"/>
              <a:ext cx="2331338" cy="3436976"/>
            </a:xfrm>
            <a:custGeom>
              <a:avLst/>
              <a:gdLst>
                <a:gd name="T0" fmla="*/ 692 w 692"/>
                <a:gd name="T1" fmla="*/ 543 h 1021"/>
                <a:gd name="T2" fmla="*/ 692 w 692"/>
                <a:gd name="T3" fmla="*/ 1021 h 1021"/>
                <a:gd name="T4" fmla="*/ 529 w 692"/>
                <a:gd name="T5" fmla="*/ 922 h 1021"/>
                <a:gd name="T6" fmla="*/ 267 w 692"/>
                <a:gd name="T7" fmla="*/ 862 h 1021"/>
                <a:gd name="T8" fmla="*/ 222 w 692"/>
                <a:gd name="T9" fmla="*/ 855 h 1021"/>
                <a:gd name="T10" fmla="*/ 85 w 692"/>
                <a:gd name="T11" fmla="*/ 506 h 1021"/>
                <a:gd name="T12" fmla="*/ 0 w 692"/>
                <a:gd name="T13" fmla="*/ 148 h 1021"/>
                <a:gd name="T14" fmla="*/ 95 w 692"/>
                <a:gd name="T15" fmla="*/ 99 h 1021"/>
                <a:gd name="T16" fmla="*/ 183 w 692"/>
                <a:gd name="T17" fmla="*/ 54 h 1021"/>
                <a:gd name="T18" fmla="*/ 263 w 692"/>
                <a:gd name="T19" fmla="*/ 13 h 1021"/>
                <a:gd name="T20" fmla="*/ 286 w 692"/>
                <a:gd name="T21" fmla="*/ 0 h 1021"/>
                <a:gd name="T22" fmla="*/ 286 w 692"/>
                <a:gd name="T23" fmla="*/ 0 h 1021"/>
                <a:gd name="T24" fmla="*/ 286 w 692"/>
                <a:gd name="T25" fmla="*/ 0 h 1021"/>
                <a:gd name="T26" fmla="*/ 292 w 692"/>
                <a:gd name="T27" fmla="*/ 7 h 1021"/>
                <a:gd name="T28" fmla="*/ 692 w 692"/>
                <a:gd name="T29" fmla="*/ 543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92" h="1021">
                  <a:moveTo>
                    <a:pt x="692" y="543"/>
                  </a:moveTo>
                  <a:cubicBezTo>
                    <a:pt x="692" y="1021"/>
                    <a:pt x="692" y="1021"/>
                    <a:pt x="692" y="1021"/>
                  </a:cubicBezTo>
                  <a:cubicBezTo>
                    <a:pt x="681" y="1000"/>
                    <a:pt x="644" y="961"/>
                    <a:pt x="529" y="922"/>
                  </a:cubicBezTo>
                  <a:cubicBezTo>
                    <a:pt x="467" y="901"/>
                    <a:pt x="382" y="880"/>
                    <a:pt x="267" y="862"/>
                  </a:cubicBezTo>
                  <a:cubicBezTo>
                    <a:pt x="252" y="860"/>
                    <a:pt x="238" y="857"/>
                    <a:pt x="222" y="855"/>
                  </a:cubicBezTo>
                  <a:cubicBezTo>
                    <a:pt x="164" y="741"/>
                    <a:pt x="118" y="618"/>
                    <a:pt x="85" y="506"/>
                  </a:cubicBezTo>
                  <a:cubicBezTo>
                    <a:pt x="24" y="308"/>
                    <a:pt x="0" y="148"/>
                    <a:pt x="0" y="148"/>
                  </a:cubicBezTo>
                  <a:cubicBezTo>
                    <a:pt x="95" y="99"/>
                    <a:pt x="95" y="99"/>
                    <a:pt x="95" y="99"/>
                  </a:cubicBezTo>
                  <a:cubicBezTo>
                    <a:pt x="183" y="54"/>
                    <a:pt x="183" y="54"/>
                    <a:pt x="183" y="54"/>
                  </a:cubicBezTo>
                  <a:cubicBezTo>
                    <a:pt x="263" y="13"/>
                    <a:pt x="263" y="13"/>
                    <a:pt x="263" y="13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8" y="2"/>
                    <a:pt x="290" y="5"/>
                    <a:pt x="292" y="7"/>
                  </a:cubicBezTo>
                  <a:cubicBezTo>
                    <a:pt x="354" y="77"/>
                    <a:pt x="539" y="303"/>
                    <a:pt x="692" y="543"/>
                  </a:cubicBezTo>
                  <a:close/>
                </a:path>
              </a:pathLst>
            </a:custGeom>
            <a:gradFill>
              <a:gsLst>
                <a:gs pos="0">
                  <a:srgbClr val="0A2DDB"/>
                </a:gs>
                <a:gs pos="83000">
                  <a:srgbClr val="3E04A9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sp>
          <p:nvSpPr>
            <p:cNvPr id="58" name="Forma libre 35">
              <a:extLst>
                <a:ext uri="{FF2B5EF4-FFF2-40B4-BE49-F238E27FC236}">
                  <a16:creationId xmlns:a16="http://schemas.microsoft.com/office/drawing/2014/main" id="{3CEFFA90-EB51-41A6-8D88-DC1FC480C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557306"/>
              <a:ext cx="1782999" cy="2922684"/>
            </a:xfrm>
            <a:custGeom>
              <a:avLst/>
              <a:gdLst>
                <a:gd name="T0" fmla="*/ 529 w 529"/>
                <a:gd name="T1" fmla="*/ 868 h 868"/>
                <a:gd name="T2" fmla="*/ 267 w 529"/>
                <a:gd name="T3" fmla="*/ 808 h 868"/>
                <a:gd name="T4" fmla="*/ 222 w 529"/>
                <a:gd name="T5" fmla="*/ 801 h 868"/>
                <a:gd name="T6" fmla="*/ 85 w 529"/>
                <a:gd name="T7" fmla="*/ 452 h 868"/>
                <a:gd name="T8" fmla="*/ 0 w 529"/>
                <a:gd name="T9" fmla="*/ 94 h 868"/>
                <a:gd name="T10" fmla="*/ 95 w 529"/>
                <a:gd name="T11" fmla="*/ 45 h 868"/>
                <a:gd name="T12" fmla="*/ 183 w 529"/>
                <a:gd name="T13" fmla="*/ 0 h 868"/>
                <a:gd name="T14" fmla="*/ 194 w 529"/>
                <a:gd name="T15" fmla="*/ 1 h 868"/>
                <a:gd name="T16" fmla="*/ 315 w 529"/>
                <a:gd name="T17" fmla="*/ 378 h 868"/>
                <a:gd name="T18" fmla="*/ 315 w 529"/>
                <a:gd name="T19" fmla="*/ 421 h 868"/>
                <a:gd name="T20" fmla="*/ 508 w 529"/>
                <a:gd name="T21" fmla="*/ 855 h 868"/>
                <a:gd name="T22" fmla="*/ 529 w 529"/>
                <a:gd name="T23" fmla="*/ 868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9" h="868">
                  <a:moveTo>
                    <a:pt x="529" y="868"/>
                  </a:moveTo>
                  <a:cubicBezTo>
                    <a:pt x="467" y="847"/>
                    <a:pt x="382" y="826"/>
                    <a:pt x="267" y="808"/>
                  </a:cubicBezTo>
                  <a:cubicBezTo>
                    <a:pt x="252" y="806"/>
                    <a:pt x="238" y="803"/>
                    <a:pt x="222" y="801"/>
                  </a:cubicBezTo>
                  <a:cubicBezTo>
                    <a:pt x="164" y="687"/>
                    <a:pt x="118" y="564"/>
                    <a:pt x="85" y="452"/>
                  </a:cubicBezTo>
                  <a:cubicBezTo>
                    <a:pt x="24" y="254"/>
                    <a:pt x="0" y="94"/>
                    <a:pt x="0" y="94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7" y="0"/>
                    <a:pt x="190" y="0"/>
                    <a:pt x="194" y="1"/>
                  </a:cubicBezTo>
                  <a:cubicBezTo>
                    <a:pt x="194" y="1"/>
                    <a:pt x="315" y="244"/>
                    <a:pt x="315" y="378"/>
                  </a:cubicBezTo>
                  <a:cubicBezTo>
                    <a:pt x="315" y="392"/>
                    <a:pt x="315" y="406"/>
                    <a:pt x="315" y="421"/>
                  </a:cubicBezTo>
                  <a:cubicBezTo>
                    <a:pt x="311" y="551"/>
                    <a:pt x="307" y="720"/>
                    <a:pt x="508" y="855"/>
                  </a:cubicBezTo>
                  <a:cubicBezTo>
                    <a:pt x="515" y="859"/>
                    <a:pt x="522" y="864"/>
                    <a:pt x="529" y="868"/>
                  </a:cubicBezTo>
                  <a:close/>
                </a:path>
              </a:pathLst>
            </a:custGeom>
            <a:gradFill>
              <a:gsLst>
                <a:gs pos="100000">
                  <a:srgbClr val="5936E0"/>
                </a:gs>
                <a:gs pos="44000">
                  <a:srgbClr val="371DBD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sp>
          <p:nvSpPr>
            <p:cNvPr id="67" name="Forma libre: Forma 66">
              <a:extLst>
                <a:ext uri="{FF2B5EF4-FFF2-40B4-BE49-F238E27FC236}">
                  <a16:creationId xmlns:a16="http://schemas.microsoft.com/office/drawing/2014/main" id="{2ACAA286-8EC7-477A-B799-85B6B23E638D}"/>
                </a:ext>
              </a:extLst>
            </p:cNvPr>
            <p:cNvSpPr/>
            <p:nvPr/>
          </p:nvSpPr>
          <p:spPr>
            <a:xfrm rot="20923453">
              <a:off x="6655548" y="-439156"/>
              <a:ext cx="5488008" cy="1037277"/>
            </a:xfrm>
            <a:custGeom>
              <a:avLst/>
              <a:gdLst>
                <a:gd name="connsiteX0" fmla="*/ 584535 w 5488008"/>
                <a:gd name="connsiteY0" fmla="*/ 0 h 1037277"/>
                <a:gd name="connsiteX1" fmla="*/ 5488008 w 5488008"/>
                <a:gd name="connsiteY1" fmla="*/ 977656 h 1037277"/>
                <a:gd name="connsiteX2" fmla="*/ 5476121 w 5488008"/>
                <a:gd name="connsiteY2" fmla="*/ 1037276 h 1037277"/>
                <a:gd name="connsiteX3" fmla="*/ 0 w 5488008"/>
                <a:gd name="connsiteY3" fmla="*/ 1037277 h 1037277"/>
                <a:gd name="connsiteX4" fmla="*/ 35107 w 5488008"/>
                <a:gd name="connsiteY4" fmla="*/ 912868 h 1037277"/>
                <a:gd name="connsiteX5" fmla="*/ 584535 w 5488008"/>
                <a:gd name="connsiteY5" fmla="*/ 0 h 103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88008" h="1037277">
                  <a:moveTo>
                    <a:pt x="584535" y="0"/>
                  </a:moveTo>
                  <a:lnTo>
                    <a:pt x="5488008" y="977656"/>
                  </a:lnTo>
                  <a:lnTo>
                    <a:pt x="5476121" y="1037276"/>
                  </a:lnTo>
                  <a:lnTo>
                    <a:pt x="0" y="1037277"/>
                  </a:lnTo>
                  <a:lnTo>
                    <a:pt x="35107" y="912868"/>
                  </a:lnTo>
                  <a:cubicBezTo>
                    <a:pt x="217952" y="337066"/>
                    <a:pt x="584535" y="0"/>
                    <a:pt x="584535" y="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83000">
                  <a:srgbClr val="6672E4"/>
                </a:gs>
              </a:gsLst>
              <a:lin ang="24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Título 14" hidden="1">
            <a:extLst>
              <a:ext uri="{FF2B5EF4-FFF2-40B4-BE49-F238E27FC236}">
                <a16:creationId xmlns:a16="http://schemas.microsoft.com/office/drawing/2014/main" id="{1B710331-53CB-4E4F-A9D3-D1E190EEA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2</a:t>
            </a:r>
          </a:p>
        </p:txBody>
      </p:sp>
      <p:sp>
        <p:nvSpPr>
          <p:cNvPr id="44" name="Rectángulo: Esquinas redondeadas 12">
            <a:extLst>
              <a:ext uri="{FF2B5EF4-FFF2-40B4-BE49-F238E27FC236}">
                <a16:creationId xmlns:a16="http://schemas.microsoft.com/office/drawing/2014/main" id="{64E3D015-D1E6-40C0-B820-5D2B0144652D}"/>
              </a:ext>
            </a:extLst>
          </p:cNvPr>
          <p:cNvSpPr/>
          <p:nvPr/>
        </p:nvSpPr>
        <p:spPr>
          <a:xfrm>
            <a:off x="518433" y="3634776"/>
            <a:ext cx="443592" cy="23643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37" name="Rectángulo: Esquinas redondeadas 12">
            <a:extLst>
              <a:ext uri="{FF2B5EF4-FFF2-40B4-BE49-F238E27FC236}">
                <a16:creationId xmlns:a16="http://schemas.microsoft.com/office/drawing/2014/main" id="{64E3D015-D1E6-40C0-B820-5D2B0144652D}"/>
              </a:ext>
            </a:extLst>
          </p:cNvPr>
          <p:cNvSpPr/>
          <p:nvPr/>
        </p:nvSpPr>
        <p:spPr>
          <a:xfrm>
            <a:off x="500447" y="4192400"/>
            <a:ext cx="443592" cy="23643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9187696D-0387-46E9-A420-AD2392161D95}"/>
              </a:ext>
            </a:extLst>
          </p:cNvPr>
          <p:cNvSpPr/>
          <p:nvPr/>
        </p:nvSpPr>
        <p:spPr>
          <a:xfrm>
            <a:off x="1173190" y="2456293"/>
            <a:ext cx="3536195" cy="24622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Asignación Direcciones IP</a:t>
            </a:r>
          </a:p>
        </p:txBody>
      </p:sp>
      <p:sp>
        <p:nvSpPr>
          <p:cNvPr id="41" name="Rectángulo: Esquinas redondeadas 12">
            <a:extLst>
              <a:ext uri="{FF2B5EF4-FFF2-40B4-BE49-F238E27FC236}">
                <a16:creationId xmlns:a16="http://schemas.microsoft.com/office/drawing/2014/main" id="{64E3D015-D1E6-40C0-B820-5D2B0144652D}"/>
              </a:ext>
            </a:extLst>
          </p:cNvPr>
          <p:cNvSpPr/>
          <p:nvPr/>
        </p:nvSpPr>
        <p:spPr>
          <a:xfrm>
            <a:off x="510590" y="4681788"/>
            <a:ext cx="443592" cy="23643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9187696D-0387-46E9-A420-AD2392161D95}"/>
              </a:ext>
            </a:extLst>
          </p:cNvPr>
          <p:cNvSpPr/>
          <p:nvPr/>
        </p:nvSpPr>
        <p:spPr>
          <a:xfrm>
            <a:off x="1142677" y="4209984"/>
            <a:ext cx="3536195" cy="24622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IP v6 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9187696D-0387-46E9-A420-AD2392161D95}"/>
              </a:ext>
            </a:extLst>
          </p:cNvPr>
          <p:cNvSpPr/>
          <p:nvPr/>
        </p:nvSpPr>
        <p:spPr>
          <a:xfrm>
            <a:off x="1142677" y="4714028"/>
            <a:ext cx="3536195" cy="24622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Multicast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9161339" y="6477175"/>
            <a:ext cx="3221733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solidFill>
                  <a:schemeClr val="bg1"/>
                </a:solidFill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sp>
        <p:nvSpPr>
          <p:cNvPr id="43" name="Rectángulo: Esquinas redondeadas 12">
            <a:extLst>
              <a:ext uri="{FF2B5EF4-FFF2-40B4-BE49-F238E27FC236}">
                <a16:creationId xmlns:a16="http://schemas.microsoft.com/office/drawing/2014/main" id="{64E3D015-D1E6-40C0-B820-5D2B0144652D}"/>
              </a:ext>
            </a:extLst>
          </p:cNvPr>
          <p:cNvSpPr/>
          <p:nvPr/>
        </p:nvSpPr>
        <p:spPr>
          <a:xfrm>
            <a:off x="518433" y="5610584"/>
            <a:ext cx="443592" cy="23643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9187696D-0387-46E9-A420-AD2392161D95}"/>
              </a:ext>
            </a:extLst>
          </p:cNvPr>
          <p:cNvSpPr/>
          <p:nvPr/>
        </p:nvSpPr>
        <p:spPr>
          <a:xfrm>
            <a:off x="1122252" y="5614353"/>
            <a:ext cx="3536195" cy="24622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Conclusiones</a:t>
            </a:r>
          </a:p>
        </p:txBody>
      </p:sp>
      <p:sp>
        <p:nvSpPr>
          <p:cNvPr id="61" name="Rectángulo: Esquinas redondeadas 12">
            <a:extLst>
              <a:ext uri="{FF2B5EF4-FFF2-40B4-BE49-F238E27FC236}">
                <a16:creationId xmlns:a16="http://schemas.microsoft.com/office/drawing/2014/main" id="{64E3D015-D1E6-40C0-B820-5D2B0144652D}"/>
              </a:ext>
            </a:extLst>
          </p:cNvPr>
          <p:cNvSpPr/>
          <p:nvPr/>
        </p:nvSpPr>
        <p:spPr>
          <a:xfrm>
            <a:off x="518433" y="5140856"/>
            <a:ext cx="443592" cy="23643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9187696D-0387-46E9-A420-AD2392161D95}"/>
              </a:ext>
            </a:extLst>
          </p:cNvPr>
          <p:cNvSpPr/>
          <p:nvPr/>
        </p:nvSpPr>
        <p:spPr>
          <a:xfrm>
            <a:off x="1160232" y="5129447"/>
            <a:ext cx="3536195" cy="24622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Voz sobre IP</a:t>
            </a:r>
          </a:p>
        </p:txBody>
      </p:sp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D1403464-DFFD-0BB5-E02D-BBF951FC758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2383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7313768" y="1459746"/>
            <a:ext cx="4479347" cy="10259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rtl="0">
              <a:lnSpc>
                <a:spcPts val="4000"/>
              </a:lnSpc>
            </a:pPr>
            <a:r>
              <a:rPr lang="es-ES" sz="4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TENER EN CUENTA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grpSp>
        <p:nvGrpSpPr>
          <p:cNvPr id="206" name="Grupo 205" descr="Esta imagen es un icono de una persona interactuando con tres personas. ">
            <a:extLst>
              <a:ext uri="{FF2B5EF4-FFF2-40B4-BE49-F238E27FC236}">
                <a16:creationId xmlns:a16="http://schemas.microsoft.com/office/drawing/2014/main" id="{23348E2E-A7EF-4B89-8F8D-D88C5354E9D5}"/>
              </a:ext>
            </a:extLst>
          </p:cNvPr>
          <p:cNvGrpSpPr/>
          <p:nvPr/>
        </p:nvGrpSpPr>
        <p:grpSpPr>
          <a:xfrm>
            <a:off x="7849658" y="3285515"/>
            <a:ext cx="3067397" cy="492443"/>
            <a:chOff x="7999616" y="3566010"/>
            <a:chExt cx="3067397" cy="492443"/>
          </a:xfrm>
        </p:grpSpPr>
        <p:sp>
          <p:nvSpPr>
            <p:cNvPr id="190" name="Rectángulo 189">
              <a:extLst>
                <a:ext uri="{FF2B5EF4-FFF2-40B4-BE49-F238E27FC236}">
                  <a16:creationId xmlns:a16="http://schemas.microsoft.com/office/drawing/2014/main" id="{80F4EEC6-F407-4E25-BBB6-C506B28F5A4C}"/>
                </a:ext>
              </a:extLst>
            </p:cNvPr>
            <p:cNvSpPr/>
            <p:nvPr/>
          </p:nvSpPr>
          <p:spPr>
            <a:xfrm>
              <a:off x="8578718" y="3566010"/>
              <a:ext cx="2488295" cy="492443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rtl="0"/>
              <a:r>
                <a:rPr lang="es-ES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1. Cerrar los micrófonos y desactivar las cámaras.</a:t>
              </a:r>
            </a:p>
          </p:txBody>
        </p:sp>
        <p:grpSp>
          <p:nvGrpSpPr>
            <p:cNvPr id="191" name="Grupo 190">
              <a:extLst>
                <a:ext uri="{FF2B5EF4-FFF2-40B4-BE49-F238E27FC236}">
                  <a16:creationId xmlns:a16="http://schemas.microsoft.com/office/drawing/2014/main" id="{0FD0F77B-65FD-413C-B2B0-1AD539DC68D3}"/>
                </a:ext>
              </a:extLst>
            </p:cNvPr>
            <p:cNvGrpSpPr/>
            <p:nvPr/>
          </p:nvGrpSpPr>
          <p:grpSpPr>
            <a:xfrm>
              <a:off x="7999616" y="3639194"/>
              <a:ext cx="330200" cy="346075"/>
              <a:chOff x="2686050" y="2895601"/>
              <a:chExt cx="330200" cy="346075"/>
            </a:xfrm>
          </p:grpSpPr>
          <p:sp>
            <p:nvSpPr>
              <p:cNvPr id="192" name="Elipse 309">
                <a:extLst>
                  <a:ext uri="{FF2B5EF4-FFF2-40B4-BE49-F238E27FC236}">
                    <a16:creationId xmlns:a16="http://schemas.microsoft.com/office/drawing/2014/main" id="{C57EF862-9A10-430C-8004-66A9241CE1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9875" y="2895601"/>
                <a:ext cx="82550" cy="82550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3" name="Forma libre 310">
                <a:extLst>
                  <a:ext uri="{FF2B5EF4-FFF2-40B4-BE49-F238E27FC236}">
                    <a16:creationId xmlns:a16="http://schemas.microsoft.com/office/drawing/2014/main" id="{13EA5F29-D427-40C4-AB4D-3D59B3F699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888" y="2978151"/>
                <a:ext cx="134938" cy="66675"/>
              </a:xfrm>
              <a:custGeom>
                <a:avLst/>
                <a:gdLst>
                  <a:gd name="T0" fmla="*/ 36 w 36"/>
                  <a:gd name="T1" fmla="*/ 18 h 18"/>
                  <a:gd name="T2" fmla="*/ 0 w 36"/>
                  <a:gd name="T3" fmla="*/ 18 h 18"/>
                  <a:gd name="T4" fmla="*/ 18 w 36"/>
                  <a:gd name="T5" fmla="*/ 0 h 18"/>
                  <a:gd name="T6" fmla="*/ 36 w 36"/>
                  <a:gd name="T7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" h="18">
                    <a:moveTo>
                      <a:pt x="36" y="18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8" y="0"/>
                      <a:pt x="36" y="8"/>
                      <a:pt x="36" y="18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4" name="Elipse 311">
                <a:extLst>
                  <a:ext uri="{FF2B5EF4-FFF2-40B4-BE49-F238E27FC236}">
                    <a16:creationId xmlns:a16="http://schemas.microsoft.com/office/drawing/2014/main" id="{D591DE3C-214D-426A-9B8E-741D87BAFB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8275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5" name="Forma libre 312">
                <a:extLst>
                  <a:ext uri="{FF2B5EF4-FFF2-40B4-BE49-F238E27FC236}">
                    <a16:creationId xmlns:a16="http://schemas.microsoft.com/office/drawing/2014/main" id="{921D329D-AC5C-496B-96D4-A220BC49B5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050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6" name="Elipse 313">
                <a:extLst>
                  <a:ext uri="{FF2B5EF4-FFF2-40B4-BE49-F238E27FC236}">
                    <a16:creationId xmlns:a16="http://schemas.microsoft.com/office/drawing/2014/main" id="{87933186-B346-44AC-85AA-CA346F5FBD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3700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7" name="Forma libre 314">
                <a:extLst>
                  <a:ext uri="{FF2B5EF4-FFF2-40B4-BE49-F238E27FC236}">
                    <a16:creationId xmlns:a16="http://schemas.microsoft.com/office/drawing/2014/main" id="{E0E3BA39-8375-478D-9CF6-4EC7438136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475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8" name="Elipse 315">
                <a:extLst>
                  <a:ext uri="{FF2B5EF4-FFF2-40B4-BE49-F238E27FC236}">
                    <a16:creationId xmlns:a16="http://schemas.microsoft.com/office/drawing/2014/main" id="{550D4481-BC6A-476D-80E1-F12F8ED9F7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3700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9" name="Forma libre 316">
                <a:extLst>
                  <a:ext uri="{FF2B5EF4-FFF2-40B4-BE49-F238E27FC236}">
                    <a16:creationId xmlns:a16="http://schemas.microsoft.com/office/drawing/2014/main" id="{951EE685-6291-44F0-81B1-A3B5791D1C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475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200" name="Elipse 317">
                <a:extLst>
                  <a:ext uri="{FF2B5EF4-FFF2-40B4-BE49-F238E27FC236}">
                    <a16:creationId xmlns:a16="http://schemas.microsoft.com/office/drawing/2014/main" id="{1822195B-E26A-4DF0-B1B1-A36823632E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0988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201" name="Forma libre 318">
                <a:extLst>
                  <a:ext uri="{FF2B5EF4-FFF2-40B4-BE49-F238E27FC236}">
                    <a16:creationId xmlns:a16="http://schemas.microsoft.com/office/drawing/2014/main" id="{E33AF9C8-AD93-4E36-9887-B8B748838E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8763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202" name="Forma libre 319">
                <a:extLst>
                  <a:ext uri="{FF2B5EF4-FFF2-40B4-BE49-F238E27FC236}">
                    <a16:creationId xmlns:a16="http://schemas.microsoft.com/office/drawing/2014/main" id="{3E3913FB-5C76-4699-89D5-5A71454116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438" y="3074988"/>
                <a:ext cx="225425" cy="15875"/>
              </a:xfrm>
              <a:custGeom>
                <a:avLst/>
                <a:gdLst>
                  <a:gd name="T0" fmla="*/ 0 w 142"/>
                  <a:gd name="T1" fmla="*/ 10 h 10"/>
                  <a:gd name="T2" fmla="*/ 0 w 142"/>
                  <a:gd name="T3" fmla="*/ 0 h 10"/>
                  <a:gd name="T4" fmla="*/ 142 w 142"/>
                  <a:gd name="T5" fmla="*/ 0 h 10"/>
                  <a:gd name="T6" fmla="*/ 142 w 142"/>
                  <a:gd name="T7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10">
                    <a:moveTo>
                      <a:pt x="0" y="10"/>
                    </a:moveTo>
                    <a:lnTo>
                      <a:pt x="0" y="0"/>
                    </a:lnTo>
                    <a:lnTo>
                      <a:pt x="142" y="0"/>
                    </a:lnTo>
                    <a:lnTo>
                      <a:pt x="142" y="10"/>
                    </a:lnTo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203" name="Línea 320">
                <a:extLst>
                  <a:ext uri="{FF2B5EF4-FFF2-40B4-BE49-F238E27FC236}">
                    <a16:creationId xmlns:a16="http://schemas.microsoft.com/office/drawing/2014/main" id="{C96335B1-62B8-4482-A67B-BE60CF58E3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1150" y="3044826"/>
                <a:ext cx="0" cy="46038"/>
              </a:xfrm>
              <a:prstGeom prst="lin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</p:grpSp>
      </p:grpSp>
      <p:grpSp>
        <p:nvGrpSpPr>
          <p:cNvPr id="205" name="Grupo 204" descr="Esta imagen es un icono de tres personas interactuando. ">
            <a:extLst>
              <a:ext uri="{FF2B5EF4-FFF2-40B4-BE49-F238E27FC236}">
                <a16:creationId xmlns:a16="http://schemas.microsoft.com/office/drawing/2014/main" id="{45696519-F308-4262-9DC5-C541B866A807}"/>
              </a:ext>
            </a:extLst>
          </p:cNvPr>
          <p:cNvGrpSpPr/>
          <p:nvPr/>
        </p:nvGrpSpPr>
        <p:grpSpPr>
          <a:xfrm>
            <a:off x="7841721" y="4273613"/>
            <a:ext cx="3075334" cy="492443"/>
            <a:chOff x="7991679" y="4554108"/>
            <a:chExt cx="3075334" cy="492443"/>
          </a:xfrm>
        </p:grpSpPr>
        <p:grpSp>
          <p:nvGrpSpPr>
            <p:cNvPr id="174" name="Grupo 173">
              <a:extLst>
                <a:ext uri="{FF2B5EF4-FFF2-40B4-BE49-F238E27FC236}">
                  <a16:creationId xmlns:a16="http://schemas.microsoft.com/office/drawing/2014/main" id="{292DC2AF-B08E-43EC-A60D-B71EFEF8E4D1}"/>
                </a:ext>
              </a:extLst>
            </p:cNvPr>
            <p:cNvGrpSpPr/>
            <p:nvPr/>
          </p:nvGrpSpPr>
          <p:grpSpPr>
            <a:xfrm>
              <a:off x="7991679" y="4627292"/>
              <a:ext cx="346075" cy="346075"/>
              <a:chOff x="3398838" y="2895601"/>
              <a:chExt cx="346075" cy="346075"/>
            </a:xfrm>
          </p:grpSpPr>
          <p:sp>
            <p:nvSpPr>
              <p:cNvPr id="176" name="Forma libre 49">
                <a:extLst>
                  <a:ext uri="{FF2B5EF4-FFF2-40B4-BE49-F238E27FC236}">
                    <a16:creationId xmlns:a16="http://schemas.microsoft.com/office/drawing/2014/main" id="{17CD577B-CBE6-4837-A90F-4F36762E53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8838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77" name="Forma libre 50">
                <a:extLst>
                  <a:ext uri="{FF2B5EF4-FFF2-40B4-BE49-F238E27FC236}">
                    <a16:creationId xmlns:a16="http://schemas.microsoft.com/office/drawing/2014/main" id="{8BB81587-7777-4AE5-985D-5B14D33AD6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7101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78" name="Elipse 51">
                <a:extLst>
                  <a:ext uri="{FF2B5EF4-FFF2-40B4-BE49-F238E27FC236}">
                    <a16:creationId xmlns:a16="http://schemas.microsoft.com/office/drawing/2014/main" id="{49EA0197-339C-4417-A18C-DC15037A97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1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79" name="Forma libre 52">
                <a:extLst>
                  <a:ext uri="{FF2B5EF4-FFF2-40B4-BE49-F238E27FC236}">
                    <a16:creationId xmlns:a16="http://schemas.microsoft.com/office/drawing/2014/main" id="{203C108E-5283-4E7B-B970-0E4DF3AF3A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001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0" name="Forma libre 53">
                <a:extLst>
                  <a:ext uri="{FF2B5EF4-FFF2-40B4-BE49-F238E27FC236}">
                    <a16:creationId xmlns:a16="http://schemas.microsoft.com/office/drawing/2014/main" id="{4A82F405-C833-4408-A2F0-752E2D6C80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101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1" name="Forma libre 54">
                <a:extLst>
                  <a:ext uri="{FF2B5EF4-FFF2-40B4-BE49-F238E27FC236}">
                    <a16:creationId xmlns:a16="http://schemas.microsoft.com/office/drawing/2014/main" id="{895EA8D0-BBA4-4370-A965-F96A9EDD42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2363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2" name="Elipse 55">
                <a:extLst>
                  <a:ext uri="{FF2B5EF4-FFF2-40B4-BE49-F238E27FC236}">
                    <a16:creationId xmlns:a16="http://schemas.microsoft.com/office/drawing/2014/main" id="{94D90E4F-09C7-44B0-9D11-E32A4A0208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4263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3" name="Forma libre 56">
                <a:extLst>
                  <a:ext uri="{FF2B5EF4-FFF2-40B4-BE49-F238E27FC236}">
                    <a16:creationId xmlns:a16="http://schemas.microsoft.com/office/drawing/2014/main" id="{0D6D6DA1-3425-44CA-B1CB-B326D2C50D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263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4" name="Forma libre 57">
                <a:extLst>
                  <a:ext uri="{FF2B5EF4-FFF2-40B4-BE49-F238E27FC236}">
                    <a16:creationId xmlns:a16="http://schemas.microsoft.com/office/drawing/2014/main" id="{A25CE64B-B92A-4562-B048-0FA2A21CB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7263" y="3181351"/>
                <a:ext cx="82550" cy="60325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5" name="Forma libre 58">
                <a:extLst>
                  <a:ext uri="{FF2B5EF4-FFF2-40B4-BE49-F238E27FC236}">
                    <a16:creationId xmlns:a16="http://schemas.microsoft.com/office/drawing/2014/main" id="{80861AE6-B038-4B8C-9EF0-109DEB591A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938" y="3181351"/>
                <a:ext cx="82550" cy="60325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6" name="Elipse 59">
                <a:extLst>
                  <a:ext uri="{FF2B5EF4-FFF2-40B4-BE49-F238E27FC236}">
                    <a16:creationId xmlns:a16="http://schemas.microsoft.com/office/drawing/2014/main" id="{2505D730-7819-4CDD-9F00-8E9CEC3DF4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7426" y="3090864"/>
                <a:ext cx="88900" cy="96838"/>
              </a:xfrm>
              <a:prstGeom prst="ellipse">
                <a:avLst/>
              </a:pr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7" name="Forma libre 60">
                <a:extLst>
                  <a:ext uri="{FF2B5EF4-FFF2-40B4-BE49-F238E27FC236}">
                    <a16:creationId xmlns:a16="http://schemas.microsoft.com/office/drawing/2014/main" id="{88FBFC84-B4E6-4DDD-9DD0-1BB91EA0E0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7426" y="3124201"/>
                <a:ext cx="88900" cy="15875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8" name="Línea 61">
                <a:extLst>
                  <a:ext uri="{FF2B5EF4-FFF2-40B4-BE49-F238E27FC236}">
                    <a16:creationId xmlns:a16="http://schemas.microsoft.com/office/drawing/2014/main" id="{9689C86A-B365-433F-B326-C60DC116B4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2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9" name="Línea 62">
                <a:extLst>
                  <a:ext uri="{FF2B5EF4-FFF2-40B4-BE49-F238E27FC236}">
                    <a16:creationId xmlns:a16="http://schemas.microsoft.com/office/drawing/2014/main" id="{ED368EF9-22A8-4990-9D2E-549C76157C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544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</p:grpSp>
        <p:sp>
          <p:nvSpPr>
            <p:cNvPr id="175" name="Rectángulo 174">
              <a:extLst>
                <a:ext uri="{FF2B5EF4-FFF2-40B4-BE49-F238E27FC236}">
                  <a16:creationId xmlns:a16="http://schemas.microsoft.com/office/drawing/2014/main" id="{E522F3F9-ECF0-4D2A-9244-1942DCB20E98}"/>
                </a:ext>
              </a:extLst>
            </p:cNvPr>
            <p:cNvSpPr/>
            <p:nvPr/>
          </p:nvSpPr>
          <p:spPr>
            <a:xfrm>
              <a:off x="8578718" y="4554108"/>
              <a:ext cx="2488295" cy="492443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rtl="0"/>
              <a:r>
                <a:rPr lang="es-ES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2. Solicitar la palabra mediante el chat.</a:t>
              </a:r>
            </a:p>
          </p:txBody>
        </p:sp>
      </p:grpSp>
      <p:grpSp>
        <p:nvGrpSpPr>
          <p:cNvPr id="204" name="Grupo 203" descr="Esta imagen es un icono de tres personas y un símbolo que representa la conexión a internet. ">
            <a:extLst>
              <a:ext uri="{FF2B5EF4-FFF2-40B4-BE49-F238E27FC236}">
                <a16:creationId xmlns:a16="http://schemas.microsoft.com/office/drawing/2014/main" id="{BCE3CAEB-5C3F-4903-9D74-1EC0A2984EE9}"/>
              </a:ext>
            </a:extLst>
          </p:cNvPr>
          <p:cNvGrpSpPr/>
          <p:nvPr/>
        </p:nvGrpSpPr>
        <p:grpSpPr>
          <a:xfrm>
            <a:off x="7849658" y="5261712"/>
            <a:ext cx="3067397" cy="404178"/>
            <a:chOff x="7999616" y="5542207"/>
            <a:chExt cx="3067397" cy="404178"/>
          </a:xfrm>
        </p:grpSpPr>
        <p:grpSp>
          <p:nvGrpSpPr>
            <p:cNvPr id="163" name="Grupo 162">
              <a:extLst>
                <a:ext uri="{FF2B5EF4-FFF2-40B4-BE49-F238E27FC236}">
                  <a16:creationId xmlns:a16="http://schemas.microsoft.com/office/drawing/2014/main" id="{E79FB62D-7154-40A3-BB31-9A0934208E2F}"/>
                </a:ext>
              </a:extLst>
            </p:cNvPr>
            <p:cNvGrpSpPr/>
            <p:nvPr/>
          </p:nvGrpSpPr>
          <p:grpSpPr>
            <a:xfrm>
              <a:off x="7999616" y="5630472"/>
              <a:ext cx="330200" cy="315913"/>
              <a:chOff x="4127500" y="2909888"/>
              <a:chExt cx="330200" cy="315913"/>
            </a:xfrm>
          </p:grpSpPr>
          <p:sp>
            <p:nvSpPr>
              <p:cNvPr id="165" name="Elipse 268">
                <a:extLst>
                  <a:ext uri="{FF2B5EF4-FFF2-40B4-BE49-F238E27FC236}">
                    <a16:creationId xmlns:a16="http://schemas.microsoft.com/office/drawing/2014/main" id="{BD72EF5D-EE26-4982-B3AB-9CF5844418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9725" y="3060701"/>
                <a:ext cx="76200" cy="74613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66" name="Forma libre 269">
                <a:extLst>
                  <a:ext uri="{FF2B5EF4-FFF2-40B4-BE49-F238E27FC236}">
                    <a16:creationId xmlns:a16="http://schemas.microsoft.com/office/drawing/2014/main" id="{D9F3CD5B-3BA2-4D51-A0BD-6E802941FD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7500" y="3135313"/>
                <a:ext cx="109538" cy="60325"/>
              </a:xfrm>
              <a:custGeom>
                <a:avLst/>
                <a:gdLst>
                  <a:gd name="T0" fmla="*/ 22 w 29"/>
                  <a:gd name="T1" fmla="*/ 16 h 16"/>
                  <a:gd name="T2" fmla="*/ 0 w 29"/>
                  <a:gd name="T3" fmla="*/ 16 h 16"/>
                  <a:gd name="T4" fmla="*/ 16 w 29"/>
                  <a:gd name="T5" fmla="*/ 0 h 16"/>
                  <a:gd name="T6" fmla="*/ 29 w 29"/>
                  <a:gd name="T7" fmla="*/ 7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16">
                    <a:moveTo>
                      <a:pt x="22" y="16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21" y="0"/>
                      <a:pt x="26" y="3"/>
                      <a:pt x="29" y="7"/>
                    </a:cubicBezTo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67" name="Elipse 270">
                <a:extLst>
                  <a:ext uri="{FF2B5EF4-FFF2-40B4-BE49-F238E27FC236}">
                    <a16:creationId xmlns:a16="http://schemas.microsoft.com/office/drawing/2014/main" id="{85B43E76-36A9-4667-852E-AD239EC04C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0863" y="3060701"/>
                <a:ext cx="74613" cy="74613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68" name="Forma libre 271">
                <a:extLst>
                  <a:ext uri="{FF2B5EF4-FFF2-40B4-BE49-F238E27FC236}">
                    <a16:creationId xmlns:a16="http://schemas.microsoft.com/office/drawing/2014/main" id="{DFF4B198-89FE-47D5-B7B7-8C893ABCC5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9750" y="3135313"/>
                <a:ext cx="107950" cy="60325"/>
              </a:xfrm>
              <a:custGeom>
                <a:avLst/>
                <a:gdLst>
                  <a:gd name="T0" fmla="*/ 0 w 29"/>
                  <a:gd name="T1" fmla="*/ 7 h 16"/>
                  <a:gd name="T2" fmla="*/ 13 w 29"/>
                  <a:gd name="T3" fmla="*/ 0 h 16"/>
                  <a:gd name="T4" fmla="*/ 29 w 29"/>
                  <a:gd name="T5" fmla="*/ 16 h 16"/>
                  <a:gd name="T6" fmla="*/ 7 w 29"/>
                  <a:gd name="T7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16">
                    <a:moveTo>
                      <a:pt x="0" y="7"/>
                    </a:moveTo>
                    <a:cubicBezTo>
                      <a:pt x="3" y="3"/>
                      <a:pt x="8" y="0"/>
                      <a:pt x="13" y="0"/>
                    </a:cubicBezTo>
                    <a:cubicBezTo>
                      <a:pt x="22" y="0"/>
                      <a:pt x="29" y="7"/>
                      <a:pt x="29" y="16"/>
                    </a:cubicBezTo>
                    <a:cubicBezTo>
                      <a:pt x="7" y="16"/>
                      <a:pt x="7" y="16"/>
                      <a:pt x="7" y="16"/>
                    </a:cubicBezTo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69" name="Elipse 272">
                <a:extLst>
                  <a:ext uri="{FF2B5EF4-FFF2-40B4-BE49-F238E27FC236}">
                    <a16:creationId xmlns:a16="http://schemas.microsoft.com/office/drawing/2014/main" id="{CE8C1F83-6F38-4A0B-8E08-4398BEC1DD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0213" y="3030538"/>
                <a:ext cx="104775" cy="109538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70" name="Forma libre 273">
                <a:extLst>
                  <a:ext uri="{FF2B5EF4-FFF2-40B4-BE49-F238E27FC236}">
                    <a16:creationId xmlns:a16="http://schemas.microsoft.com/office/drawing/2014/main" id="{F5C16A34-C88B-42FA-BC46-1C9471DB8B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4813" y="2986088"/>
                <a:ext cx="157163" cy="36513"/>
              </a:xfrm>
              <a:custGeom>
                <a:avLst/>
                <a:gdLst>
                  <a:gd name="T0" fmla="*/ 0 w 42"/>
                  <a:gd name="T1" fmla="*/ 10 h 10"/>
                  <a:gd name="T2" fmla="*/ 21 w 42"/>
                  <a:gd name="T3" fmla="*/ 0 h 10"/>
                  <a:gd name="T4" fmla="*/ 42 w 42"/>
                  <a:gd name="T5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" h="10">
                    <a:moveTo>
                      <a:pt x="0" y="10"/>
                    </a:moveTo>
                    <a:cubicBezTo>
                      <a:pt x="5" y="4"/>
                      <a:pt x="13" y="0"/>
                      <a:pt x="21" y="0"/>
                    </a:cubicBezTo>
                    <a:cubicBezTo>
                      <a:pt x="29" y="0"/>
                      <a:pt x="37" y="4"/>
                      <a:pt x="42" y="10"/>
                    </a:cubicBezTo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71" name="Forma libre 274">
                <a:extLst>
                  <a:ext uri="{FF2B5EF4-FFF2-40B4-BE49-F238E27FC236}">
                    <a16:creationId xmlns:a16="http://schemas.microsoft.com/office/drawing/2014/main" id="{1D976AB4-49AA-4482-B357-FA665EA785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825" y="2947988"/>
                <a:ext cx="211138" cy="49213"/>
              </a:xfrm>
              <a:custGeom>
                <a:avLst/>
                <a:gdLst>
                  <a:gd name="T0" fmla="*/ 0 w 56"/>
                  <a:gd name="T1" fmla="*/ 13 h 13"/>
                  <a:gd name="T2" fmla="*/ 28 w 56"/>
                  <a:gd name="T3" fmla="*/ 0 h 13"/>
                  <a:gd name="T4" fmla="*/ 56 w 56"/>
                  <a:gd name="T5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6" h="13">
                    <a:moveTo>
                      <a:pt x="0" y="13"/>
                    </a:moveTo>
                    <a:cubicBezTo>
                      <a:pt x="7" y="5"/>
                      <a:pt x="17" y="0"/>
                      <a:pt x="28" y="0"/>
                    </a:cubicBezTo>
                    <a:cubicBezTo>
                      <a:pt x="39" y="0"/>
                      <a:pt x="49" y="5"/>
                      <a:pt x="56" y="13"/>
                    </a:cubicBezTo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72" name="Forma libre 275">
                <a:extLst>
                  <a:ext uri="{FF2B5EF4-FFF2-40B4-BE49-F238E27FC236}">
                    <a16:creationId xmlns:a16="http://schemas.microsoft.com/office/drawing/2014/main" id="{40CDCACF-1136-47C8-A50F-2C6DCEFC70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7663" y="2909888"/>
                <a:ext cx="269875" cy="63500"/>
              </a:xfrm>
              <a:custGeom>
                <a:avLst/>
                <a:gdLst>
                  <a:gd name="T0" fmla="*/ 0 w 72"/>
                  <a:gd name="T1" fmla="*/ 17 h 17"/>
                  <a:gd name="T2" fmla="*/ 36 w 72"/>
                  <a:gd name="T3" fmla="*/ 0 h 17"/>
                  <a:gd name="T4" fmla="*/ 72 w 72"/>
                  <a:gd name="T5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2" h="17">
                    <a:moveTo>
                      <a:pt x="0" y="17"/>
                    </a:moveTo>
                    <a:cubicBezTo>
                      <a:pt x="8" y="7"/>
                      <a:pt x="21" y="0"/>
                      <a:pt x="36" y="0"/>
                    </a:cubicBezTo>
                    <a:cubicBezTo>
                      <a:pt x="51" y="0"/>
                      <a:pt x="64" y="7"/>
                      <a:pt x="72" y="17"/>
                    </a:cubicBezTo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73" name="Forma libre 276">
                <a:extLst>
                  <a:ext uri="{FF2B5EF4-FFF2-40B4-BE49-F238E27FC236}">
                    <a16:creationId xmlns:a16="http://schemas.microsoft.com/office/drawing/2014/main" id="{E1D8459C-3776-4E84-AC6C-5275955B3D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6875" y="3140076"/>
                <a:ext cx="173038" cy="85725"/>
              </a:xfrm>
              <a:custGeom>
                <a:avLst/>
                <a:gdLst>
                  <a:gd name="T0" fmla="*/ 46 w 46"/>
                  <a:gd name="T1" fmla="*/ 23 h 23"/>
                  <a:gd name="T2" fmla="*/ 0 w 46"/>
                  <a:gd name="T3" fmla="*/ 23 h 23"/>
                  <a:gd name="T4" fmla="*/ 23 w 46"/>
                  <a:gd name="T5" fmla="*/ 0 h 23"/>
                  <a:gd name="T6" fmla="*/ 46 w 46"/>
                  <a:gd name="T7" fmla="*/ 2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6" h="23">
                    <a:moveTo>
                      <a:pt x="46" y="23"/>
                    </a:moveTo>
                    <a:cubicBezTo>
                      <a:pt x="0" y="23"/>
                      <a:pt x="0" y="23"/>
                      <a:pt x="0" y="23"/>
                    </a:cubicBezTo>
                    <a:cubicBezTo>
                      <a:pt x="0" y="10"/>
                      <a:pt x="10" y="0"/>
                      <a:pt x="23" y="0"/>
                    </a:cubicBezTo>
                    <a:cubicBezTo>
                      <a:pt x="36" y="0"/>
                      <a:pt x="46" y="10"/>
                      <a:pt x="46" y="23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</p:grpSp>
        <p:sp>
          <p:nvSpPr>
            <p:cNvPr id="164" name="Rectángulo 163">
              <a:extLst>
                <a:ext uri="{FF2B5EF4-FFF2-40B4-BE49-F238E27FC236}">
                  <a16:creationId xmlns:a16="http://schemas.microsoft.com/office/drawing/2014/main" id="{3E886A0B-A097-4934-BAAA-53B791623B0B}"/>
                </a:ext>
              </a:extLst>
            </p:cNvPr>
            <p:cNvSpPr/>
            <p:nvPr/>
          </p:nvSpPr>
          <p:spPr>
            <a:xfrm>
              <a:off x="8578718" y="5542207"/>
              <a:ext cx="2488295" cy="246221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rtl="0"/>
              <a:r>
                <a:rPr lang="es-ES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3. Preguntar</a:t>
              </a:r>
            </a:p>
          </p:txBody>
        </p:sp>
      </p:grp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66932"/>
              </p:ext>
            </p:extLst>
          </p:nvPr>
        </p:nvGraphicFramePr>
        <p:xfrm>
          <a:off x="1021142" y="5326624"/>
          <a:ext cx="4902200" cy="50673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342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06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8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u="none" strike="noStrike" dirty="0">
                          <a:effectLst/>
                        </a:rPr>
                        <a:t>1</a:t>
                      </a:r>
                      <a:endParaRPr lang="es-CO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Sábados</a:t>
                      </a:r>
                      <a:endParaRPr lang="es-C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dirty="0">
                          <a:effectLst/>
                        </a:rPr>
                        <a:t>       8 AM a 12 M – 4 Horas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u="none" strike="noStrike">
                          <a:effectLst/>
                        </a:rPr>
                        <a:t>2</a:t>
                      </a:r>
                      <a:endParaRPr lang="es-CO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effectLst/>
                        </a:rPr>
                        <a:t>Break</a:t>
                      </a:r>
                      <a:endParaRPr lang="es-C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dirty="0">
                          <a:effectLst/>
                        </a:rPr>
                        <a:t>       09:30 AM – 15 Minutos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CuadroTexto 4"/>
          <p:cNvSpPr txBox="1"/>
          <p:nvPr/>
        </p:nvSpPr>
        <p:spPr>
          <a:xfrm>
            <a:off x="1809534" y="4667774"/>
            <a:ext cx="3581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2400" b="1" dirty="0">
                <a:solidFill>
                  <a:srgbClr val="00B050"/>
                </a:solidFill>
              </a:rPr>
              <a:t>ESPACIOS DE FORMACIÓN </a:t>
            </a:r>
            <a:endParaRPr lang="es-CO" sz="2400" b="1" dirty="0">
              <a:solidFill>
                <a:srgbClr val="00B050"/>
              </a:solidFill>
            </a:endParaRPr>
          </a:p>
        </p:txBody>
      </p:sp>
      <p:pic>
        <p:nvPicPr>
          <p:cNvPr id="1026" name="Picture 2" descr="Estos son los lenguajes de programación más odiados y amados de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677" y="1301812"/>
            <a:ext cx="4572000" cy="29718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5" name="Rectángulo 54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477228" y="6481983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BED41E20-31CB-46B1-FB53-48181B58BB2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48276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7322439" y="311357"/>
            <a:ext cx="4747962" cy="5129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rtl="0">
              <a:lnSpc>
                <a:spcPts val="4000"/>
              </a:lnSpc>
            </a:pPr>
            <a:r>
              <a:rPr lang="es-ES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RETROALIMENTACIÓN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477228" y="6481983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754" y="1733266"/>
            <a:ext cx="3317332" cy="33173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CuadroTexto 1"/>
          <p:cNvSpPr txBox="1"/>
          <p:nvPr/>
        </p:nvSpPr>
        <p:spPr>
          <a:xfrm>
            <a:off x="2402006" y="3178628"/>
            <a:ext cx="1787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/>
              <a:t>Ethernet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/>
              <a:t>Direcciones IP</a:t>
            </a:r>
            <a:endParaRPr lang="es-CO" dirty="0"/>
          </a:p>
        </p:txBody>
      </p:sp>
      <p:pic>
        <p:nvPicPr>
          <p:cNvPr id="5" name="Imagen 4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36CD0E8A-D758-4295-6F56-CAEA3CB96CE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44098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7821361" y="1886970"/>
            <a:ext cx="3799071" cy="5129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rtl="0">
              <a:lnSpc>
                <a:spcPts val="4000"/>
              </a:lnSpc>
            </a:pPr>
            <a:r>
              <a:rPr lang="es-ES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SABERES PREVIOS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pic>
        <p:nvPicPr>
          <p:cNvPr id="2050" name="Picture 2" descr="3 tendencias emergentes que marcarán el futuro de la programació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991" y="1760562"/>
            <a:ext cx="6008119" cy="32345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7102234" y="3178628"/>
            <a:ext cx="5237324" cy="123110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ES" sz="2000" b="1" i="1" dirty="0">
                <a:latin typeface="+mj-lt"/>
                <a:cs typeface="Segoe UI" panose="020B0502040204020203" pitchFamily="34" charset="0"/>
              </a:rPr>
              <a:t>¿Qué es el enrutamiento?.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ES" sz="2000" b="1" i="1" dirty="0">
                <a:latin typeface="+mj-lt"/>
                <a:cs typeface="Segoe UI" panose="020B0502040204020203" pitchFamily="34" charset="0"/>
              </a:rPr>
              <a:t>Que es un </a:t>
            </a:r>
            <a:r>
              <a:rPr lang="es-ES" sz="2000" b="1" i="1" dirty="0" err="1">
                <a:latin typeface="+mj-lt"/>
                <a:cs typeface="Segoe UI" panose="020B0502040204020203" pitchFamily="34" charset="0"/>
              </a:rPr>
              <a:t>Nat</a:t>
            </a:r>
            <a:endParaRPr lang="es-ES" sz="2000" b="1" i="1" dirty="0">
              <a:latin typeface="+mj-lt"/>
              <a:cs typeface="Segoe UI" panose="020B0502040204020203" pitchFamily="34" charset="0"/>
            </a:endParaRP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ES" sz="2000" b="1" i="1" dirty="0">
                <a:latin typeface="+mj-lt"/>
                <a:cs typeface="Segoe UI" panose="020B0502040204020203" pitchFamily="34" charset="0"/>
              </a:rPr>
              <a:t>¿IP V6?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ES" sz="2000" b="1" i="1" dirty="0">
                <a:latin typeface="+mj-lt"/>
                <a:cs typeface="Segoe UI" panose="020B0502040204020203" pitchFamily="34" charset="0"/>
              </a:rPr>
              <a:t>Voz sobre IP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477228" y="6481983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2" name="Imagen 1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7DFD92DD-FD82-7366-D416-8739E8CA159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40825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8114409" y="5844296"/>
            <a:ext cx="3603287" cy="5129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4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CONTENIDOS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892" y="2572814"/>
            <a:ext cx="8051474" cy="18815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DF804AED-B1F5-6F88-DDC2-8DC5C4AC419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66888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7805086" y="3346758"/>
            <a:ext cx="3603287" cy="5129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44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CONTENIDOS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91" y="1079257"/>
            <a:ext cx="5386032" cy="51443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8728871" y="3884548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2" name="Imagen 1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72724C5F-8CC3-0E0D-FA39-3284727C57F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52283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7313768" y="1459746"/>
            <a:ext cx="4479347" cy="10259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4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ARCHIVOS DE TRABAJO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grpSp>
        <p:nvGrpSpPr>
          <p:cNvPr id="206" name="Grupo 205" descr="Esta imagen es un icono de una persona interactuando con tres personas. ">
            <a:extLst>
              <a:ext uri="{FF2B5EF4-FFF2-40B4-BE49-F238E27FC236}">
                <a16:creationId xmlns:a16="http://schemas.microsoft.com/office/drawing/2014/main" id="{23348E2E-A7EF-4B89-8F8D-D88C5354E9D5}"/>
              </a:ext>
            </a:extLst>
          </p:cNvPr>
          <p:cNvGrpSpPr/>
          <p:nvPr/>
        </p:nvGrpSpPr>
        <p:grpSpPr>
          <a:xfrm>
            <a:off x="7973048" y="3625038"/>
            <a:ext cx="3067397" cy="492443"/>
            <a:chOff x="7999616" y="3566010"/>
            <a:chExt cx="3067397" cy="492443"/>
          </a:xfrm>
        </p:grpSpPr>
        <p:sp>
          <p:nvSpPr>
            <p:cNvPr id="190" name="Rectángulo 189">
              <a:extLst>
                <a:ext uri="{FF2B5EF4-FFF2-40B4-BE49-F238E27FC236}">
                  <a16:creationId xmlns:a16="http://schemas.microsoft.com/office/drawing/2014/main" id="{80F4EEC6-F407-4E25-BBB6-C506B28F5A4C}"/>
                </a:ext>
              </a:extLst>
            </p:cNvPr>
            <p:cNvSpPr/>
            <p:nvPr/>
          </p:nvSpPr>
          <p:spPr>
            <a:xfrm>
              <a:off x="8578718" y="3566010"/>
              <a:ext cx="2488295" cy="492443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rtl="0"/>
              <a:r>
                <a:rPr lang="es-ES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Archivos con las temáticas presentadas</a:t>
              </a:r>
            </a:p>
          </p:txBody>
        </p:sp>
        <p:grpSp>
          <p:nvGrpSpPr>
            <p:cNvPr id="191" name="Grupo 190">
              <a:extLst>
                <a:ext uri="{FF2B5EF4-FFF2-40B4-BE49-F238E27FC236}">
                  <a16:creationId xmlns:a16="http://schemas.microsoft.com/office/drawing/2014/main" id="{0FD0F77B-65FD-413C-B2B0-1AD539DC68D3}"/>
                </a:ext>
              </a:extLst>
            </p:cNvPr>
            <p:cNvGrpSpPr/>
            <p:nvPr/>
          </p:nvGrpSpPr>
          <p:grpSpPr>
            <a:xfrm>
              <a:off x="7999616" y="3639194"/>
              <a:ext cx="330200" cy="346075"/>
              <a:chOff x="2686050" y="2895601"/>
              <a:chExt cx="330200" cy="346075"/>
            </a:xfrm>
          </p:grpSpPr>
          <p:sp>
            <p:nvSpPr>
              <p:cNvPr id="192" name="Elipse 309">
                <a:extLst>
                  <a:ext uri="{FF2B5EF4-FFF2-40B4-BE49-F238E27FC236}">
                    <a16:creationId xmlns:a16="http://schemas.microsoft.com/office/drawing/2014/main" id="{C57EF862-9A10-430C-8004-66A9241CE1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9875" y="2895601"/>
                <a:ext cx="82550" cy="82550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3" name="Forma libre 310">
                <a:extLst>
                  <a:ext uri="{FF2B5EF4-FFF2-40B4-BE49-F238E27FC236}">
                    <a16:creationId xmlns:a16="http://schemas.microsoft.com/office/drawing/2014/main" id="{13EA5F29-D427-40C4-AB4D-3D59B3F699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888" y="2978151"/>
                <a:ext cx="134938" cy="66675"/>
              </a:xfrm>
              <a:custGeom>
                <a:avLst/>
                <a:gdLst>
                  <a:gd name="T0" fmla="*/ 36 w 36"/>
                  <a:gd name="T1" fmla="*/ 18 h 18"/>
                  <a:gd name="T2" fmla="*/ 0 w 36"/>
                  <a:gd name="T3" fmla="*/ 18 h 18"/>
                  <a:gd name="T4" fmla="*/ 18 w 36"/>
                  <a:gd name="T5" fmla="*/ 0 h 18"/>
                  <a:gd name="T6" fmla="*/ 36 w 36"/>
                  <a:gd name="T7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" h="18">
                    <a:moveTo>
                      <a:pt x="36" y="18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8" y="0"/>
                      <a:pt x="36" y="8"/>
                      <a:pt x="36" y="18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4" name="Elipse 311">
                <a:extLst>
                  <a:ext uri="{FF2B5EF4-FFF2-40B4-BE49-F238E27FC236}">
                    <a16:creationId xmlns:a16="http://schemas.microsoft.com/office/drawing/2014/main" id="{D591DE3C-214D-426A-9B8E-741D87BAFB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8275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5" name="Forma libre 312">
                <a:extLst>
                  <a:ext uri="{FF2B5EF4-FFF2-40B4-BE49-F238E27FC236}">
                    <a16:creationId xmlns:a16="http://schemas.microsoft.com/office/drawing/2014/main" id="{921D329D-AC5C-496B-96D4-A220BC49B5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050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6" name="Elipse 313">
                <a:extLst>
                  <a:ext uri="{FF2B5EF4-FFF2-40B4-BE49-F238E27FC236}">
                    <a16:creationId xmlns:a16="http://schemas.microsoft.com/office/drawing/2014/main" id="{87933186-B346-44AC-85AA-CA346F5FBD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3700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7" name="Forma libre 314">
                <a:extLst>
                  <a:ext uri="{FF2B5EF4-FFF2-40B4-BE49-F238E27FC236}">
                    <a16:creationId xmlns:a16="http://schemas.microsoft.com/office/drawing/2014/main" id="{E0E3BA39-8375-478D-9CF6-4EC7438136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475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8" name="Elipse 315">
                <a:extLst>
                  <a:ext uri="{FF2B5EF4-FFF2-40B4-BE49-F238E27FC236}">
                    <a16:creationId xmlns:a16="http://schemas.microsoft.com/office/drawing/2014/main" id="{550D4481-BC6A-476D-80E1-F12F8ED9F7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3700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9" name="Forma libre 316">
                <a:extLst>
                  <a:ext uri="{FF2B5EF4-FFF2-40B4-BE49-F238E27FC236}">
                    <a16:creationId xmlns:a16="http://schemas.microsoft.com/office/drawing/2014/main" id="{951EE685-6291-44F0-81B1-A3B5791D1C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475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200" name="Elipse 317">
                <a:extLst>
                  <a:ext uri="{FF2B5EF4-FFF2-40B4-BE49-F238E27FC236}">
                    <a16:creationId xmlns:a16="http://schemas.microsoft.com/office/drawing/2014/main" id="{1822195B-E26A-4DF0-B1B1-A36823632E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0988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201" name="Forma libre 318">
                <a:extLst>
                  <a:ext uri="{FF2B5EF4-FFF2-40B4-BE49-F238E27FC236}">
                    <a16:creationId xmlns:a16="http://schemas.microsoft.com/office/drawing/2014/main" id="{E33AF9C8-AD93-4E36-9887-B8B748838E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8763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202" name="Forma libre 319">
                <a:extLst>
                  <a:ext uri="{FF2B5EF4-FFF2-40B4-BE49-F238E27FC236}">
                    <a16:creationId xmlns:a16="http://schemas.microsoft.com/office/drawing/2014/main" id="{3E3913FB-5C76-4699-89D5-5A71454116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438" y="3074988"/>
                <a:ext cx="225425" cy="15875"/>
              </a:xfrm>
              <a:custGeom>
                <a:avLst/>
                <a:gdLst>
                  <a:gd name="T0" fmla="*/ 0 w 142"/>
                  <a:gd name="T1" fmla="*/ 10 h 10"/>
                  <a:gd name="T2" fmla="*/ 0 w 142"/>
                  <a:gd name="T3" fmla="*/ 0 h 10"/>
                  <a:gd name="T4" fmla="*/ 142 w 142"/>
                  <a:gd name="T5" fmla="*/ 0 h 10"/>
                  <a:gd name="T6" fmla="*/ 142 w 142"/>
                  <a:gd name="T7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10">
                    <a:moveTo>
                      <a:pt x="0" y="10"/>
                    </a:moveTo>
                    <a:lnTo>
                      <a:pt x="0" y="0"/>
                    </a:lnTo>
                    <a:lnTo>
                      <a:pt x="142" y="0"/>
                    </a:lnTo>
                    <a:lnTo>
                      <a:pt x="142" y="10"/>
                    </a:lnTo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203" name="Línea 320">
                <a:extLst>
                  <a:ext uri="{FF2B5EF4-FFF2-40B4-BE49-F238E27FC236}">
                    <a16:creationId xmlns:a16="http://schemas.microsoft.com/office/drawing/2014/main" id="{C96335B1-62B8-4482-A67B-BE60CF58E3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1150" y="3044826"/>
                <a:ext cx="0" cy="46038"/>
              </a:xfrm>
              <a:prstGeom prst="lin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</p:grpSp>
      </p:grpSp>
      <p:grpSp>
        <p:nvGrpSpPr>
          <p:cNvPr id="205" name="Grupo 204" descr="Esta imagen es un icono de tres personas interactuando. ">
            <a:extLst>
              <a:ext uri="{FF2B5EF4-FFF2-40B4-BE49-F238E27FC236}">
                <a16:creationId xmlns:a16="http://schemas.microsoft.com/office/drawing/2014/main" id="{45696519-F308-4262-9DC5-C541B866A807}"/>
              </a:ext>
            </a:extLst>
          </p:cNvPr>
          <p:cNvGrpSpPr/>
          <p:nvPr/>
        </p:nvGrpSpPr>
        <p:grpSpPr>
          <a:xfrm>
            <a:off x="7965111" y="4613136"/>
            <a:ext cx="3075334" cy="738664"/>
            <a:chOff x="7991679" y="4554108"/>
            <a:chExt cx="3075334" cy="738664"/>
          </a:xfrm>
        </p:grpSpPr>
        <p:grpSp>
          <p:nvGrpSpPr>
            <p:cNvPr id="174" name="Grupo 173">
              <a:extLst>
                <a:ext uri="{FF2B5EF4-FFF2-40B4-BE49-F238E27FC236}">
                  <a16:creationId xmlns:a16="http://schemas.microsoft.com/office/drawing/2014/main" id="{292DC2AF-B08E-43EC-A60D-B71EFEF8E4D1}"/>
                </a:ext>
              </a:extLst>
            </p:cNvPr>
            <p:cNvGrpSpPr/>
            <p:nvPr/>
          </p:nvGrpSpPr>
          <p:grpSpPr>
            <a:xfrm>
              <a:off x="7991679" y="4627292"/>
              <a:ext cx="346075" cy="346075"/>
              <a:chOff x="3398838" y="2895601"/>
              <a:chExt cx="346075" cy="346075"/>
            </a:xfrm>
          </p:grpSpPr>
          <p:sp>
            <p:nvSpPr>
              <p:cNvPr id="176" name="Forma libre 49">
                <a:extLst>
                  <a:ext uri="{FF2B5EF4-FFF2-40B4-BE49-F238E27FC236}">
                    <a16:creationId xmlns:a16="http://schemas.microsoft.com/office/drawing/2014/main" id="{17CD577B-CBE6-4837-A90F-4F36762E53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8838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77" name="Forma libre 50">
                <a:extLst>
                  <a:ext uri="{FF2B5EF4-FFF2-40B4-BE49-F238E27FC236}">
                    <a16:creationId xmlns:a16="http://schemas.microsoft.com/office/drawing/2014/main" id="{8BB81587-7777-4AE5-985D-5B14D33AD6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7101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78" name="Elipse 51">
                <a:extLst>
                  <a:ext uri="{FF2B5EF4-FFF2-40B4-BE49-F238E27FC236}">
                    <a16:creationId xmlns:a16="http://schemas.microsoft.com/office/drawing/2014/main" id="{49EA0197-339C-4417-A18C-DC15037A97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1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79" name="Forma libre 52">
                <a:extLst>
                  <a:ext uri="{FF2B5EF4-FFF2-40B4-BE49-F238E27FC236}">
                    <a16:creationId xmlns:a16="http://schemas.microsoft.com/office/drawing/2014/main" id="{203C108E-5283-4E7B-B970-0E4DF3AF3A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001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0" name="Forma libre 53">
                <a:extLst>
                  <a:ext uri="{FF2B5EF4-FFF2-40B4-BE49-F238E27FC236}">
                    <a16:creationId xmlns:a16="http://schemas.microsoft.com/office/drawing/2014/main" id="{4A82F405-C833-4408-A2F0-752E2D6C80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101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1" name="Forma libre 54">
                <a:extLst>
                  <a:ext uri="{FF2B5EF4-FFF2-40B4-BE49-F238E27FC236}">
                    <a16:creationId xmlns:a16="http://schemas.microsoft.com/office/drawing/2014/main" id="{895EA8D0-BBA4-4370-A965-F96A9EDD42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2363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2" name="Elipse 55">
                <a:extLst>
                  <a:ext uri="{FF2B5EF4-FFF2-40B4-BE49-F238E27FC236}">
                    <a16:creationId xmlns:a16="http://schemas.microsoft.com/office/drawing/2014/main" id="{94D90E4F-09C7-44B0-9D11-E32A4A0208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4263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3" name="Forma libre 56">
                <a:extLst>
                  <a:ext uri="{FF2B5EF4-FFF2-40B4-BE49-F238E27FC236}">
                    <a16:creationId xmlns:a16="http://schemas.microsoft.com/office/drawing/2014/main" id="{0D6D6DA1-3425-44CA-B1CB-B326D2C50D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263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4" name="Forma libre 57">
                <a:extLst>
                  <a:ext uri="{FF2B5EF4-FFF2-40B4-BE49-F238E27FC236}">
                    <a16:creationId xmlns:a16="http://schemas.microsoft.com/office/drawing/2014/main" id="{A25CE64B-B92A-4562-B048-0FA2A21CB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7263" y="3181351"/>
                <a:ext cx="82550" cy="60325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5" name="Forma libre 58">
                <a:extLst>
                  <a:ext uri="{FF2B5EF4-FFF2-40B4-BE49-F238E27FC236}">
                    <a16:creationId xmlns:a16="http://schemas.microsoft.com/office/drawing/2014/main" id="{80861AE6-B038-4B8C-9EF0-109DEB591A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938" y="3181351"/>
                <a:ext cx="82550" cy="60325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6" name="Elipse 59">
                <a:extLst>
                  <a:ext uri="{FF2B5EF4-FFF2-40B4-BE49-F238E27FC236}">
                    <a16:creationId xmlns:a16="http://schemas.microsoft.com/office/drawing/2014/main" id="{2505D730-7819-4CDD-9F00-8E9CEC3DF4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7426" y="3090864"/>
                <a:ext cx="88900" cy="96838"/>
              </a:xfrm>
              <a:prstGeom prst="ellipse">
                <a:avLst/>
              </a:pr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7" name="Forma libre 60">
                <a:extLst>
                  <a:ext uri="{FF2B5EF4-FFF2-40B4-BE49-F238E27FC236}">
                    <a16:creationId xmlns:a16="http://schemas.microsoft.com/office/drawing/2014/main" id="{88FBFC84-B4E6-4DDD-9DD0-1BB91EA0E0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7426" y="3124201"/>
                <a:ext cx="88900" cy="15875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8" name="Línea 61">
                <a:extLst>
                  <a:ext uri="{FF2B5EF4-FFF2-40B4-BE49-F238E27FC236}">
                    <a16:creationId xmlns:a16="http://schemas.microsoft.com/office/drawing/2014/main" id="{9689C86A-B365-433F-B326-C60DC116B4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2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9" name="Línea 62">
                <a:extLst>
                  <a:ext uri="{FF2B5EF4-FFF2-40B4-BE49-F238E27FC236}">
                    <a16:creationId xmlns:a16="http://schemas.microsoft.com/office/drawing/2014/main" id="{ED368EF9-22A8-4990-9D2E-549C76157C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544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</p:grpSp>
        <p:sp>
          <p:nvSpPr>
            <p:cNvPr id="175" name="Rectángulo 174">
              <a:extLst>
                <a:ext uri="{FF2B5EF4-FFF2-40B4-BE49-F238E27FC236}">
                  <a16:creationId xmlns:a16="http://schemas.microsoft.com/office/drawing/2014/main" id="{E522F3F9-ECF0-4D2A-9244-1942DCB20E98}"/>
                </a:ext>
              </a:extLst>
            </p:cNvPr>
            <p:cNvSpPr/>
            <p:nvPr/>
          </p:nvSpPr>
          <p:spPr>
            <a:xfrm>
              <a:off x="8578718" y="4554108"/>
              <a:ext cx="2488295" cy="73866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rtl="0"/>
              <a:r>
                <a:rPr lang="es-ES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Archivo de texto con las URL para desarrollar las actividades en clase.</a:t>
              </a:r>
            </a:p>
          </p:txBody>
        </p:sp>
      </p:grp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1316091" y="4513789"/>
            <a:ext cx="41338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200" dirty="0">
                <a:solidFill>
                  <a:schemeClr val="accent5"/>
                </a:solidFill>
              </a:rPr>
              <a:t>https://cutt.ly/TgH7DaS</a:t>
            </a:r>
          </a:p>
        </p:txBody>
      </p:sp>
      <p:pic>
        <p:nvPicPr>
          <p:cNvPr id="7170" name="Picture 2" descr="El plan gratuito de Dropbox cambia y limita a 3 los dispositivos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291" y="1398937"/>
            <a:ext cx="4572000" cy="2286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3" name="Rectángulo 42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2" name="Imagen 1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DD45457F-A668-D55E-FE82-BA8663E4FA8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43277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67951" y="3178628"/>
            <a:ext cx="6199622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ESPECIFICACIONES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DHCP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144" y="2602102"/>
            <a:ext cx="6010275" cy="2390775"/>
          </a:xfrm>
          <a:prstGeom prst="rect">
            <a:avLst/>
          </a:prstGeom>
        </p:spPr>
      </p:pic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4AD9EC76-7D0F-3E74-E06A-E0BBEA9BDBB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12587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67951" y="3178628"/>
            <a:ext cx="6199622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ESPECIFICACIONES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DHCP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1026" name="Picture 2" descr="Qué es el servidor DHCP? -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06" y="2252425"/>
            <a:ext cx="5579713" cy="2879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0E9BFB93-0F3F-6486-1132-82258A19076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83388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67951" y="3178628"/>
            <a:ext cx="6199622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ESPECIFICACIONES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DHCP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2050" name="Picture 2" descr="Protocolo de configuración dinámica de host - Wikipedia, la enciclopedia  lib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9306" y="1630931"/>
            <a:ext cx="3249198" cy="4223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3E3CDEBB-D163-22AC-86E9-F5A1DE69973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921356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67951" y="3178628"/>
            <a:ext cx="6199622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ESPECIFICACIONES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DHCP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3074" name="Picture 2" descr="Apuntes de Networking: DHCP. Asignación de direccion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119" y="1888358"/>
            <a:ext cx="4719329" cy="3119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87F9B1A4-C7F2-9BA4-D458-41DE571D699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009184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67951" y="3178628"/>
            <a:ext cx="6199622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ESPECIFICACIONES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ENRUTAMIENTO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456" y="3095444"/>
            <a:ext cx="5234233" cy="1622067"/>
          </a:xfrm>
          <a:prstGeom prst="rect">
            <a:avLst/>
          </a:prstGeom>
        </p:spPr>
      </p:pic>
      <p:pic>
        <p:nvPicPr>
          <p:cNvPr id="2" name="Imagen 1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251601A3-6060-5BD1-5902-5294BE8C29B2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61816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67951" y="3178628"/>
            <a:ext cx="6199622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ESPECIFICACIONES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NAT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sp>
        <p:nvSpPr>
          <p:cNvPr id="2" name="Rectángulo 1"/>
          <p:cNvSpPr/>
          <p:nvPr/>
        </p:nvSpPr>
        <p:spPr>
          <a:xfrm>
            <a:off x="513483" y="3070906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MX" dirty="0"/>
              <a:t>La traducción de direcciones de red, también llamado enmascaramiento de IP o NAT, es un mecanismo utilizado por </a:t>
            </a:r>
            <a:r>
              <a:rPr lang="es-MX" dirty="0" err="1"/>
              <a:t>routers</a:t>
            </a:r>
            <a:r>
              <a:rPr lang="es-MX" dirty="0"/>
              <a:t> IP para intercambiar paquetes entre dos redes que asignan mutuamente direcciones incompatibles. Consiste en convertir, en tiempo real, las direcciones utilizadas en los paquetes transportados.</a:t>
            </a:r>
            <a:endParaRPr lang="es-CO" dirty="0"/>
          </a:p>
        </p:txBody>
      </p:sp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37BAF96C-3E67-11A4-5DA2-65424BA64B0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57486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67951" y="3178628"/>
            <a:ext cx="6199622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ESPECIFICACIONES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NAT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504" y="2096637"/>
            <a:ext cx="4572000" cy="3429000"/>
          </a:xfrm>
          <a:prstGeom prst="rect">
            <a:avLst/>
          </a:prstGeom>
        </p:spPr>
      </p:pic>
      <p:pic>
        <p:nvPicPr>
          <p:cNvPr id="2" name="Imagen 1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708E6AC6-7F07-D935-55C2-323D7F7D9BB2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494433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67951" y="3178628"/>
            <a:ext cx="6199622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ESPECIFICACIONES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IP V6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158" y="2168692"/>
            <a:ext cx="5724265" cy="3178629"/>
          </a:xfrm>
          <a:prstGeom prst="rect">
            <a:avLst/>
          </a:prstGeom>
        </p:spPr>
      </p:pic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7EB28838-0B44-E4A6-E1B9-644D92292B2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538805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67951" y="3178628"/>
            <a:ext cx="6199622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ESPECIFICACIONES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IP V6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4098" name="Picture 2" descr="Partes de una dirección IPv6 (Guía de administración del sistema: servicios  IP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342" y="1902132"/>
            <a:ext cx="5887078" cy="347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133CFB6B-65E7-7408-FFCD-3DC5B69B433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163131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67951" y="3178628"/>
            <a:ext cx="6199622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ESPECIFICACIONES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MULTICAST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9218" name="Picture 2" descr="Multicast - Beginners Guide in 2020 - IP With Ea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937" y="2380541"/>
            <a:ext cx="5761962" cy="2853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C373082C-E7F2-36C3-DFD7-F6080BE9DCB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531164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67951" y="3178628"/>
            <a:ext cx="6199622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ESPECIFICACIONES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VOZ SOBRE IP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93" y="2273160"/>
            <a:ext cx="5827594" cy="3152819"/>
          </a:xfrm>
          <a:prstGeom prst="rect">
            <a:avLst/>
          </a:prstGeom>
        </p:spPr>
      </p:pic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E62EBDB6-AD9A-F3D5-2464-E29FACBDEAA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996695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67951" y="3178628"/>
            <a:ext cx="6199622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ESPECIFICACIONES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VOZ SOBRE IP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sp>
        <p:nvSpPr>
          <p:cNvPr id="3" name="Rectángulo 2"/>
          <p:cNvSpPr/>
          <p:nvPr/>
        </p:nvSpPr>
        <p:spPr>
          <a:xfrm>
            <a:off x="1602665" y="2963185"/>
            <a:ext cx="408167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dirty="0"/>
              <a:t>Voz sobre protocolo de internet o Voz por protocolo de internet, también llamado voz sobre IP, voz IP, </a:t>
            </a:r>
            <a:r>
              <a:rPr lang="es-MX" dirty="0" err="1"/>
              <a:t>vozIP</a:t>
            </a:r>
            <a:r>
              <a:rPr lang="es-MX" dirty="0"/>
              <a:t> o </a:t>
            </a:r>
            <a:r>
              <a:rPr lang="es-MX" dirty="0" err="1"/>
              <a:t>VoIP</a:t>
            </a:r>
            <a:r>
              <a:rPr lang="es-MX" dirty="0"/>
              <a:t>, es un conjunto de recursos que hacen posible que la señal de voz viaje a través de Internet empleando el protocolo IP</a:t>
            </a:r>
            <a:endParaRPr lang="es-CO" dirty="0"/>
          </a:p>
        </p:txBody>
      </p:sp>
      <p:pic>
        <p:nvPicPr>
          <p:cNvPr id="2" name="Imagen 1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EF442513-04E7-0C92-95BC-AD2359A9BF43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626533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3927903" y="1126491"/>
            <a:ext cx="7304204" cy="5129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rtl="0">
              <a:lnSpc>
                <a:spcPts val="4000"/>
              </a:lnSpc>
            </a:pPr>
            <a:r>
              <a:rPr lang="es-ES" sz="4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RETO: </a:t>
            </a:r>
            <a:r>
              <a:rPr lang="es-ES" sz="44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CONFIGURACIONES</a:t>
            </a:r>
          </a:p>
        </p:txBody>
      </p:sp>
      <p:sp>
        <p:nvSpPr>
          <p:cNvPr id="2" name="AutoShape 2" descr="https://cdn.exceltotal.com/wp-content/uploads/2014/02/filtros-en-excel-03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3" name="CuadroTexto 2"/>
          <p:cNvSpPr txBox="1"/>
          <p:nvPr/>
        </p:nvSpPr>
        <p:spPr>
          <a:xfrm>
            <a:off x="1588638" y="2606722"/>
            <a:ext cx="947969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b="1" u="sng" dirty="0"/>
              <a:t>EQUIPO 1</a:t>
            </a:r>
          </a:p>
          <a:p>
            <a:pPr marL="342900" indent="-342900">
              <a:buAutoNum type="arabicPeriod"/>
            </a:pPr>
            <a:endParaRPr lang="es-419" dirty="0"/>
          </a:p>
          <a:p>
            <a:pPr marL="342900" indent="-342900">
              <a:buAutoNum type="arabicPeriod"/>
            </a:pPr>
            <a:r>
              <a:rPr lang="es-419" dirty="0"/>
              <a:t>Enrutamiento</a:t>
            </a:r>
          </a:p>
          <a:p>
            <a:pPr marL="342900" indent="-342900">
              <a:buAutoNum type="arabicPeriod"/>
            </a:pPr>
            <a:endParaRPr lang="es-419" dirty="0"/>
          </a:p>
          <a:p>
            <a:pPr marL="342900" indent="-342900">
              <a:buAutoNum type="arabicPeriod"/>
            </a:pPr>
            <a:r>
              <a:rPr lang="es-419" dirty="0" err="1"/>
              <a:t>Ip</a:t>
            </a:r>
            <a:r>
              <a:rPr lang="es-419" dirty="0"/>
              <a:t> V6</a:t>
            </a:r>
          </a:p>
          <a:p>
            <a:pPr marL="342900" indent="-342900">
              <a:buAutoNum type="arabicPeriod"/>
            </a:pPr>
            <a:endParaRPr lang="es-419" dirty="0"/>
          </a:p>
          <a:p>
            <a:pPr marL="342900" indent="-342900">
              <a:buAutoNum type="arabicPeriod"/>
            </a:pPr>
            <a:endParaRPr lang="es-419" dirty="0"/>
          </a:p>
          <a:p>
            <a:r>
              <a:rPr lang="es-419" b="1" u="sng" dirty="0"/>
              <a:t>EQUIPO 2 </a:t>
            </a:r>
          </a:p>
          <a:p>
            <a:pPr marL="342900" indent="-342900">
              <a:buAutoNum type="arabicPeriod"/>
            </a:pPr>
            <a:endParaRPr lang="es-419" dirty="0"/>
          </a:p>
          <a:p>
            <a:pPr marL="342900" indent="-342900">
              <a:buAutoNum type="arabicPeriod"/>
            </a:pPr>
            <a:r>
              <a:rPr lang="es-419" dirty="0"/>
              <a:t>Voz Sobre </a:t>
            </a:r>
            <a:r>
              <a:rPr lang="es-419" dirty="0" err="1"/>
              <a:t>Ip</a:t>
            </a:r>
            <a:endParaRPr lang="es-419" dirty="0"/>
          </a:p>
          <a:p>
            <a:pPr marL="342900" indent="-342900">
              <a:buAutoNum type="arabicPeriod"/>
            </a:pPr>
            <a:endParaRPr lang="es-419" dirty="0"/>
          </a:p>
          <a:p>
            <a:pPr marL="342900" indent="-342900">
              <a:buAutoNum type="arabicPeriod"/>
            </a:pPr>
            <a:r>
              <a:rPr lang="es-419" dirty="0"/>
              <a:t>DHCP + NAT</a:t>
            </a:r>
          </a:p>
          <a:p>
            <a:pPr marL="342900" indent="-342900">
              <a:buAutoNum type="arabicPeriod"/>
            </a:pPr>
            <a:endParaRPr lang="es-419" dirty="0"/>
          </a:p>
          <a:p>
            <a:pPr marL="342900" indent="-342900">
              <a:buAutoNum type="arabicPeriod"/>
            </a:pPr>
            <a:endParaRPr lang="es-419" dirty="0"/>
          </a:p>
          <a:p>
            <a:pPr marL="342900" indent="-342900">
              <a:buAutoNum type="arabicPeriod"/>
            </a:pPr>
            <a:endParaRPr lang="es-419" dirty="0"/>
          </a:p>
          <a:p>
            <a:pPr marL="342900" indent="-342900">
              <a:buAutoNum type="arabicPeriod"/>
            </a:pPr>
            <a:endParaRPr lang="es-CO" dirty="0"/>
          </a:p>
        </p:txBody>
      </p:sp>
      <p:pic>
        <p:nvPicPr>
          <p:cNvPr id="5" name="Imagen 4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4001158E-78A1-7D16-9203-4E341FE9E32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424568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" name="AutoShape 2" descr="https://cdn.exceltotal.com/wp-content/uploads/2014/02/filtros-en-excel-03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/>
          <a:srcRect b="29941"/>
          <a:stretch/>
        </p:blipFill>
        <p:spPr>
          <a:xfrm>
            <a:off x="0" y="934363"/>
            <a:ext cx="12192000" cy="4802339"/>
          </a:xfrm>
          <a:prstGeom prst="rect">
            <a:avLst/>
          </a:prstGeom>
        </p:spPr>
      </p:pic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980ED800-D697-E139-C817-A638635F3A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906644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2713251" y="1261909"/>
            <a:ext cx="7877411" cy="5129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rtl="0">
              <a:lnSpc>
                <a:spcPts val="4000"/>
              </a:lnSpc>
            </a:pPr>
            <a:r>
              <a:rPr lang="es-ES" sz="4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 +</a:t>
            </a:r>
          </a:p>
        </p:txBody>
      </p:sp>
      <p:sp>
        <p:nvSpPr>
          <p:cNvPr id="2" name="AutoShape 2" descr="https://cdn.exceltotal.com/wp-content/uploads/2014/02/filtros-en-excel-03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7" name="CuadroTexto 6"/>
          <p:cNvSpPr txBox="1"/>
          <p:nvPr/>
        </p:nvSpPr>
        <p:spPr>
          <a:xfrm>
            <a:off x="2511188" y="3125337"/>
            <a:ext cx="726622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Por favor por equipos desarrollar los siguientes componentes:</a:t>
            </a:r>
          </a:p>
          <a:p>
            <a:endParaRPr lang="es-419" dirty="0"/>
          </a:p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s-419" dirty="0"/>
              <a:t>Taller Cisco Packet Tracert </a:t>
            </a:r>
            <a:r>
              <a:rPr lang="es-419" dirty="0">
                <a:sym typeface="Wingdings" panose="05000000000000000000" pitchFamily="2" charset="2"/>
              </a:rPr>
              <a:t> 20 Minutos.</a:t>
            </a:r>
          </a:p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s-419" dirty="0">
                <a:sym typeface="Wingdings" panose="05000000000000000000" pitchFamily="2" charset="2"/>
              </a:rPr>
              <a:t>Taller Cisco Router  20 Minutos.</a:t>
            </a:r>
          </a:p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s-419" dirty="0">
                <a:sym typeface="Wingdings" panose="05000000000000000000" pitchFamily="2" charset="2"/>
              </a:rPr>
              <a:t>Taller Cisco Router + Switch  20 Minutos.</a:t>
            </a:r>
          </a:p>
          <a:p>
            <a:r>
              <a:rPr lang="es-419" dirty="0">
                <a:sym typeface="Wingdings" panose="05000000000000000000" pitchFamily="2" charset="2"/>
              </a:rPr>
              <a:t> </a:t>
            </a:r>
            <a:endParaRPr lang="es-CO" dirty="0"/>
          </a:p>
        </p:txBody>
      </p:sp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7FD413F4-3500-9B36-1436-2D859EE209C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763071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3109036" y="1008917"/>
            <a:ext cx="7877411" cy="5129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rtl="0">
              <a:lnSpc>
                <a:spcPts val="4000"/>
              </a:lnSpc>
            </a:pPr>
            <a:r>
              <a:rPr lang="es-ES" sz="4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ACTIVIDADES CORTE 2</a:t>
            </a:r>
          </a:p>
        </p:txBody>
      </p:sp>
      <p:sp>
        <p:nvSpPr>
          <p:cNvPr id="2" name="AutoShape 2" descr="https://cdn.exceltotal.com/wp-content/uploads/2014/02/filtros-en-excel-03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712" y="2238375"/>
            <a:ext cx="9172575" cy="2381250"/>
          </a:xfrm>
          <a:prstGeom prst="rect">
            <a:avLst/>
          </a:prstGeom>
        </p:spPr>
      </p:pic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079D35FF-3D20-0A9D-820B-6B45A870836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80136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3109036" y="1008917"/>
            <a:ext cx="7877411" cy="5129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rtl="0">
              <a:lnSpc>
                <a:spcPts val="4000"/>
              </a:lnSpc>
            </a:pPr>
            <a:r>
              <a:rPr lang="es-ES" sz="4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ACTIVIDADES CORTE 3</a:t>
            </a:r>
          </a:p>
        </p:txBody>
      </p:sp>
      <p:sp>
        <p:nvSpPr>
          <p:cNvPr id="2" name="AutoShape 2" descr="https://cdn.exceltotal.com/wp-content/uploads/2014/02/filtros-en-excel-03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775" y="2313792"/>
            <a:ext cx="8934450" cy="3076575"/>
          </a:xfrm>
          <a:prstGeom prst="rect">
            <a:avLst/>
          </a:prstGeom>
        </p:spPr>
      </p:pic>
      <p:pic>
        <p:nvPicPr>
          <p:cNvPr id="5" name="Imagen 4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DE1FF067-85EB-E296-9F5F-CB7AA2840BB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296702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831085" y="3344447"/>
            <a:ext cx="5513448" cy="5129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4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CONCLUSIONES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" name="AutoShape 2" descr="data:image/jpeg;base64,/9j/4AAQSkZJRgABAQAAAQABAAD/2wCEAAkGBxMSEhUTERMVFRUWFRUWFRcVFRcWFRUVFRgWFhUVFRUYHSggGBolHRUVITEhJikrLi4uFx8zODMtNyguLisBCgoKDg0OGxAQGi0dHyUvMC0tLS0tLS0tLS0tKy0uKy0tLS0tLS0tKy0tLS0tLS0tLS0tLS0tLS0tLS0rLS0tLf/AABEIALABHgMBIgACEQEDEQH/xAAcAAACAwEBAQEAAAAAAAAAAAAEBQIDBgcBAAj/xABFEAACAQIEAwUDCAgFAgcAAAABAgMAEQQFEiExQVEGEyJhcTKBkQcUI0JSobHBJDNDU2Jy0eEVgpKT8NLxFjREVGODwv/EABkBAAMBAQEAAAAAAAAAAAAAAAECAwAEBf/EACwRAAICAQIFAwQBBQAAAAAAAAABAhEDITEEEkFRYRMi8BQjcbGRBTJCgaH/2gAMAwEAAhEDEQA/AMhGtXqteRrV6iiA8C1MrXqip2pQgJTxGi4U24UISdRo6AX51NlEWxR+VHphj0qmKL1pphxcUoScMXkKJRfKoqtudTS/WsAuQeVXaahGvU1ctEBYieVWiOoIR1q5fWiY8VPKrAPKvL+dWx260QEQnlUjHflU7DrXu3WsYh3dt7U3gb6MelLCPOidfhAvyrGF+OJ1G1QwikMDRLxA18qW50aMHfOK9E56UD76j3nnTAGiy1JmpYs/nVgxPnWMfY8be40sA3Btwo+eS/OhJTbnSmHcMtxXzNSbC4y216KOMHWmMGrJvSPObE7iivnovxoDFy6jsaBgzIRYNt0pjKoOxpXlsoF96KM3nWMDZ4ngO3KsfDGeQPOtjmD3U78qQaDWoNmGjWrlFRQVcoqgh8BXtegV6RSMKAFPjN+tMIGHIUDp8R9aOgWpMqthrh0oxWtypdC/nV8TnrQs1DCOTqKneh03q9B51jUXI3lVuu/KqUPU1bYHnWAWIPKjI1oaOiol86KMTWPyqbL5VEG3OvQaxj3T5V6iX5V7pqQrGLBCasEdRU+dfFvOjQDwr5UDicfGjaWdVO+zGxNuNr8aFzntCkFxYsRxte1wLkX6/wDL1zvOcwWWcvptdwx63ta59yiivAVHubrMO0IiTvWC6CwVNzqkP8Nha2xPp0ptgsQsqB13DC4rkUkhkViGNlYhRc2BuRdRy2tw60PlHaubB61iKlSdtQ1D3f2pqM0dr0eVfe6sd2T7ejEsI5Iwj7XIbY3IXUARwuRffa/OtuyedYUDY+VVtGbXtRvc+dRK8r0KNYDbbhUCPKiGXfjVRTfjRMDvahpOPA0RJGb8a8Kc70KMVxyaeANQbFNfgasK35ihpAd96NGITY0m4IPSqom6XqQ53qMbHyrUYyyCrVFQQVaKoIe18a+rwmlYUDxixNxzo+CYDlStGJPGjYV4b1FlUMISOlFBKDXw86ujxAJtelsIdE/K1TdyLaVvQ8dutNcnsX91Ux/3ak8m2mgFHihYhlIa/Cr4n1GyKTVWZr9M3pTXs0m7Uqf32ug7j9hO9QP55oazLRcOOU0FnP61qBiHiHrXbLDFq9jz1nnF1uaeOiFXyoPB70eBauE7yOk9K9A8q+D16o86YBZAoJpf2hx3chVUEFwxLAX0KouW4cdwB5mmWF41ne2eGMjxqouWBQdeKkgetxR6BivcYuWfvfBAjuW8XM2N78/WneVdgbJrxDeIj2Ry42v8TXRsmyKHCxhY1FwN2tuTzNDZrNStuiqps412ryk4a6j2TuP+/wAfjWIxD710v5QiXQH7J2/58K5hNGb08JJoXJFpkYpSpDKbEbgiu79ge0vz3DDX+uj8Mn8XSQDobH3g1wVhat58jeN04qSIjZ4yVPRkPL1BPwpmSOyEgcqg1rcK9O/OosLc6FgoFdrH2fxqJIPKrb+dVSA8jWRgWRvKqjbnRLk1SaxilgOQoV2HQ0ZLtQkhJrBBmRTvY0Ow6XouzW4iqZXPCsYzyCrAKigqYqgh4ag5r1zVEj0jGQNh+Jo6L0oCA07yzLWkXUDYXqLKIT57I4UFb38r0uyjFSGTcHfrXQMNkRuCxBHQircR2bDEFLKfQUVGNaiu7FWHc7XplhsUU3XjV0PZp/tij4Oz5HFqphpT12J5rcHy7geGw7zOzUbE7QG3Wiocmdb6XterRlLH2mvQio+u5dAycvQUVuIMa5ZyTVSDcU/fs+Sb6qi3ZxvtV2vLE4Vhnd0Sy03pgfOl+TwHWyX4U6ODPWuCrPRsEGGY78q9VbCmaxWW1DHBHrTtdhU2VYU7mpT4RZWjbgUdWBtfgf6Ej31fhsJpN70Hn3eL3RVisevTLpHi8YshB5DVt6stZI16jzHYlI1JYgetYPtH2qwsexk8XJQCWPoo3PwoXO8BOsgdsS7RSyCNGY3MSWB+qPCCzMvU6Bc71KTscfnEZM7FWjIuAt9EZUgXAuR4iN+o3pGlR0Q0pmRzbGyYpSsWHcKfrykILeSe0furEYrASI2kgn0/KutZ/pXwINl28zWFzDHaZRtfj8ajCetJHRPGmrkwfEwpLhZCESPuR4VC2IsCQS/FidLXv1FXfJKyjMF1Dcxyad/rWudufh1Vfmk6LgXVB9LI2qU25Fv6G3pes32Vzf5pi4pypYIWuo2JDKVNr7Xsb+6q49mQ4irX4P0cDXpQUDlGYpiIkmiN0cXF9iOoI5EUexqhzAkyiqWFEyC/OqDeiYPynBow1OAeW9MTgYPsr8BQuWL9EL9T+NFFB0FOkSb1K2wmG5qnwFQMGGH1U+Aqxox0HwqplpuVC2fE4cck+FVNNh+i/wCn+1etVTUeVAtnJkNWCqkqypliuU0FI3Gi5TS6VuNIx0eQNWvyYkYckcd6x0L1sMnP6MfRqmOKsvOLl8Sy2FyKKgXGMWAm9k2ovsyv0Q9TTHL4/FJ/NTUIRwOX4ki7Tn4VZl80+qVGkvawU24XFOsKNqVwj6aX1X8KDQQ18DMq3747Clwxk1794belaTE+wfSsuvD3VHO3GqLYIqV2OcshmkXUZTv5UxyzWGdXbVbhVXZ4/QrRGE/WSVaK0TIy3F+US3xMgoyYO0jAPYAcKT9npL4ybytTuE/SvWjsBiPP5Z4lBSXiQNx1NVPLiQqHvvaIHDrV3bZrIlvtr+NVYx7CEdWWvQ4bFFxbaODicrjJJDuDATbEzE8CRaqJoJpZGTvLJaxFgb09h9kegpbl7fTyVyUdYv7RY04eOMGIyqqkubqBqNydV+V+QvyrNdm+06hXE7MAznTq1EhelzyBvWz7QQ6rctNn/wBO9ZfFZNg2CEhmcgFgPCC53JOkDf3+6pTWp24ZpxoX9oSttQYWYXG+xHlXN81l8V6ddqZxFIURjpF7DiBfcgVkcROSaEMVahyZb0NJgJdaG/SkMOV95iBGuqzMAdILEDmbDoLn3U9yyPTFc8xemXZKJIpppmleF4YyfEmxke9lsRyFhv1o4YtzaJ8TNRxJvcY4TMJoe8iwkg7pe7i7wKF0H6zsjcHsAurYbcqhkGdYzDOYpnsm4DyuXRDxDXAN1NxwPPlTfFsMJEglMEusasQRcTOsp9gW2uSOZ+rRDxgQazH84wP7CK15Fe9i9uNhc7fHqfRhjWzPJeZjLBdofoi0yXYNY9z4kYbWdSx4G/Am9MhOjcDvYEg7ML8LjiKyr9mxpOKheR5vCRFuJY0+zpNtuuodeNU4TGCZxHIY0xSfqyoJ1jiY3EYABtzG+3xafCxauLNHiZJ09TqOWx/RL6VLFRsUIU6WI2PQ9az3YjtJ3jthpjplW5QMNLWXZ42G12U735hgeRrUZg1luBvXNytOjoUk/cgZAQoDG5tuepoPMoJHUd0+ghgSbXuoO499QOLkI9mq4J5C4BG1USrUWVPQJdrC/Sl2IzVF539KazLQhhX7I+FScW3dhOVJUr1UpqV6QuUzGl0rcaOnNLJW41OQyJxEVssp/wDKn0asRCa2eVG+F9xqY5f2bYCFbniTamuCIGq+12pbkOHHdpq4qSeNNIIVN7/avxprFoaRSAWuePClcX62T+YUxRVNr224b0DDEe8c8iRWMOsS40MOYFZtVJB9K0eJjGhrcSKzjYd7e6ocQraL4HuaDs2foForCnxyUL2eTTCobjRWGHikNdMdkc8t2Z3ss98biPUU+w7fTSVm+yD3x2J9R+daXDRfTSE8Da1LDYzE3bVgUj/nX8aCzV7PAP41/CnHanBF1TQL2YHjSrNMDI0sBC7KwJ3G21erw0ksbvz+jyuLjJ5FS7fs28LCwHkKU5a308vuptFGAAedqW5bhz30pbgeFcB6Bfjk1sF+0rD41yvOM7mhEsDXBVifRrmxv8LeorrckP0iWrIZ3lMeZmURqYpYJGik1WBto1IzEcVva3qaZY3LXsGOXk0fU4tmE+q55k3PPjUspyd5zdQdI4nkP710UfJ4kc2FRyJVmZxJobgEUk2IseI40sx6jKJ4+7fvEZPpImWz6Cd2axttxW++zcBTZMcktA480ZSoFkwTLGdIJ0DURzsu+w501yDETqkGHlUM2JmM0okTfQtmN+HGw417nbrOFECg96V0ve3dcy5/htf86tyDtuTKI5Lzzd0YkZkULqViAPB9ra5tbY0eFSraxONb5q6BPzlsZix3awlHxNu756MOpBJ9bsffTiaVH+dxGF1k1qlogSAuwuCLAX/OsvlczYdosQcOiPJN3UfUKD9I2m1hc+EX5X8qZZVnc8cmYzsb6GR7EAA23AuRtsK61B9Pmp57d7/NDQRyCKeaUR4hV1iM2UXmkUBFVfrEbXuNqx/aDFQxSMyAwOEaVYglihBsrOw6m50j39K1uJMvzSWSaTRKqxFXJ8KsQNboAdiWLe7T51nc6ynDvOp7yWQy4aTcC92A134edNzbmpKVPv8At0Ybs7msiSCa/eSJPFJqv9JuSPgeHvr9HRYtZo0kXg6hgDxF+IPmDt7q/LeHw360I9mVL2OxujDh51335OhJ82MbuHtpdSGvZZVvpJ9VY++uWUd2dqfQ0ckgFVpJermwPlURhSt7CltG1KcQaHNXy0OayAcjU16TVatXzNUToKp2pXKeNHztSuU8anIZFsNa3C7YPY22NZLDvtWsib9E91TKFUeWsE1CR72vxonARzSouhZSbb2U7/dXU8jOHkhSSKJACo20i4IG4J6imqv029Ko8Kl1EjmUehy7LsF3i6i7A8LXq6LDEM8etrG1jzHCtBmOA7lyQPCxv7zxpMT9Mfd+VKoUqM5W7QNm2XvHEWWZ77c70WmUkxg9619N69z9/oG91MMM30Q/l/Kn5ULYuw2UPp/XPzq3slM5Eyu2rS5AJ6Uywx8PxpT2WbxYn+c/gKLQExf2Kb9OxX839aMzrEOZ2VHK2A4AedLOwr/p2K/m/rR2Yn9Jf0H51zZm4w0L4UnLUNyvBvNctK2xqGKy6QToglbSRuLD8aM7Mv7XqaLxQ/SEPlXRh1gmRzJKTopxmAeMBhK3tC4PMdKd4FbqCeNqDzg+D3ii8ubwD0qhMLSMXFZnN8C2HeSW6tDMyviAR4yu6jQwtcKTqA42HE7Vo0nGvQGAci9jzX6xHuB+6s4ZTiZJ41jZBoRHSXeJgXRVKEXFwobhV8KatnLnknpuB57Mq/NsSEKxJh5GEkDA6TKyjgBuvPhzrN9vMnRsYZiJJgIk1RpfWUj8DOP4kJvbgQfI3fZlAgwuKiSJ4jDIkaFTq0xyPquBzUM0m3QCmr93iIjKLTSrePXH4HUM63XY3FhIPgap+ScG1LT58/BzzC5PIBHDCl5RKpkXfREsr2hVy1rix1EC/Ctf2Z7OfNZQAkBlaN3kc3LazbQqi2wC3vzJY01wOXQRyT93DMp7yG/GzaQCCDfcb/jQkODjGYlhhJbtru5vpN11fa/KtBJJpaUvnUpPJKbTfevmgBP84aLCM0sF1xAva9vaYbUD2zwspwmMvKhMk+HRQm2osAoVz9klhROLgRMLDbBNtibAE7jxNvxrSNEE1KIFjDkkFiCNccaMjW8iD/oprr55IR3V+O/YWxYYD5xh0heUrh4wHkvpcomnYt51RMZe7wMjvHEAwjYAX2YaLb/y07MTHFF2mcoIiCqqFUm/InjyrI4nHxx4KNocPrHzjYzNcg62sfj+NCOvzwGSr/v7s5vhMvZ8bLAQspLSre+n63tX5V135KsR4XjIjBVFFozv9Gzr4vOzLXMcKhOcuXhBJnfUoayXe9t+lyK6B2GBgzGWNkjQPqACncawHA9LJ8aVx9jLuX3EdNqrEHarapxJ8Nc50MVyGqGq16paqEzjqmvnaqg1eM1QZ0FU5pc/OjZzS6Q8anIZBEbVqQ/6J/lrHxvWpS5wth9mpFDYdjc8WFkjc+GRRfop5N+R/tXSEri+EkTu1uRqC24i9bz5Pc9M8JhlP0sWwN7l4+Ct6jgfd1q0JdCU4dTT4/DCRCPhWDxEZWYg8R/auiCkHaTLb2lUbjj6VRoRMyWezAwPY8KYYScaFW++n8qX53BeFwlrn76NwiLoW9rhbUoQyGYAAE7m9K+zB3xP85/AUxRFsCbXHCgOz2HYNOLe0x0253rMyEvYJv03Ffzf1pricMz4iQjoPzr3sh2VxUOJnlkQBZGuviBNt+I5Uyn7P4rvWZdIU2+tvUMkbirTZXFOnoyrs94WcNyP5CmUzAyoR0qvJ8inR3Mi7N535UxfLm1Cymw9KthVQSJ5Xc2CZtKDHsfrCmOVp4FJ4bAnpt/w0Lj8AWARRYlgeHAczQ+a5ocFE77Oqi0YB8cjXs5ZbeFBYC++wPDnaEHN0jnyT5dwPFmZ5ZHxfgwwRhdWIWRGHhCMCCr+Zte9udB5RNLhysdw8cshdVxDgTmO108JG9mC8L+lCw4xsVG+M72WKMMGliU+3IltPdX5WsLc9h6LJs6MbM51iSWxjeUAhI9JNlRT9HKGUiwtxB8j2zuPtf8ABwxu7Xz52NEqh9CqJYnmlcFGJ9lZRJc33GwIF7e3QnZbMSHlgxHhZsVMgZRpf2GYG/MXj/CsymdrNIrk91KHiczM7OzBFWTQU0gKCQADWufTFPh5UlvFPNK7CYfbUspV+Xl60jlGqKRg1TZou8jDPpmcF51Rri/iCltI22Gm29Z7NczjhxEEzYuQBliNgDoYA6JCdttmB91PcwihQ63dlCziQ3W+9owOA4b/AI1j+0GUYZoWjknbVAZl2FrLJuNVweq2oYVG9bKS03/fkOziJBGqnFSeHGqvPiX9nh0NGY/NYWxMaRu0sizzRMjHSq6xZibj6ot7rjnQuJw0EmGEvfj/ANPijexuY9KPbhx0C/nWYwzRDMXlSQy6yroyghBMzBVHCx2Jb3U6im66k9jQ5hiJWxgLSOjXMS37sJ3Vi2rujc3uOtAxTYcQTxTSqMPEzBmMR70y8QYhc2FzTbtOZEWfE9wskgYQ4a8as+qwBcXF/aJPotZHN5jGY4EQCaWMNiCL28IvqaPhe4O+3CjFNrQWXd+fn+9xF20x0LTQzRMwkeJWfSAviU2DN1Y239BV2MzlI58Pi8O5EpUMyOhFiCAN+BBvbbpSbtPMuLxyjwogRIyy3Cgpct95oWVhqbWdSgiONuoTxMo8yNr1KWWSXKdKxp0+p+pFa4B6i+3D3VTijtSPsG4GX4UBtVolF/MXBX0BuvuptiWrnrUs3oAvQ7iiHqlqcQ4kGrxmqkNVkMbOwVFLMeAUEn4CoHQVzGl8hraYXsVM6lpXWLa9iNRA5lrEAfGqH7CX4YpTf7MTN7vC1I4MKmjJJWlkb9F26U1g+TKU8J1NuNoz/wBVOJOwUvc933nLj3bfheleOXYb1InPezUPeu4dm2G25p20rYKaKeFm1K17EmzD6ynyIuKfZL8nsmHLMZg2r/42FvvonM+xryhfpAtuqE/nVcUKmnLYnkncXW50nKMxTEwpNEbq4v5g81PmDce6i5BcWPA1iuwmWSYLUjyh43N7aSNL8NQN+Y2PoK2x4+lUlV6E1sYvNcrEbnodx/SqcJlqu1r2+JrYZpgxIhHPlSSGFEudRLWNxwK250qjYXKgebICh+s38oJpjkuW92126bA8fhUMPjm03V2IPAlb/ea9w+DVvGbm1/EQSQfU0/prcm8krqtRhicyCo5HFASb0Bl2cyvCruoGpWY2BFlGw58TxpXj51kWRIibEMHJBtdeX3mlGNzGSGCNI730FTcH2W6f1rnyc0X4PQwxhKNaXYE/aGZJGdZHUFtgD4NuqnY10jJc4TEQiW4HJx9lxxH5j1rIdnOzwKd5iVBYi4Q/VHUjrV80rhSYlREU6b8B8BUozcd9SuWEZ6LoPc1x1vEuoC1rjYn4bgbVj89zGKRr4hWcLugUhWDDhY7XXc3HnX3+MkGzy3H8I/rS3MHX6uplPHUL299Ks8oy5kzfSwa5ZItTMYxHHK5jRYyxTCw2NpGvpkFuI47W2ufMVnZ4WxTbjVNLu/hvpmX9WkX2QL7n186YYLDxqzlbp3g0vptcr5E+zetB2biw+E8ftudl5lRzt09fXrXZ9ZGUddzh+gnCWmpmJMhlWVYsTIwMrIxEekaTexufhwrpGMwVlwyLIoVGbaQAlgEJG/xpBnFpJ0mN102IB52N6bPn67ExqbA8d+ItcdKjHOlJ2yuThpSikkWYDMTPhgVlAbVJGfDdQysyAjy8aG3kKoxGKLOGGIhtPALXW+qSPbhfcbms/keKbCd4qNdHbXpNtIbgbdLi4++imz5bJdI7xsWU6RcFuP48qquJxLqSlweVvRB2TTloAjPhZArPE1jsIpQdFv8AMLWpd2PwTqCuI7olMQO6HBdMN9Ug6+2APMCl82bINdooxr06rKvi0nUp2HEGgcR2ka2kWA32A2347UZcbC24pmj/AE7J/k0bTGYhJnMz3aCDUyyLICGlN9RCjkoNhWXgxyqk+MkZJWkusccg0yBPqqD5/lWPzHMiylVYqCbkIdKkjqBtVU2eLipoxjCEjiXwldrtyv0/tVMXEwlpsQzcHkg73E+eL3IAW4ZyWdWG6dB8Lb0P3ltCQjV4S2/EP9a3nap5rOZpWcksLHQTzRfZ1fj768ic8CQo0i21jIL8R/EN7Ucm+o0dEjsvyPZtHJgUw+sGWLWWT62h3LBvPckf9628lcM+TzPhhMWmpFKSBYn2GpBIy7oeJ8QViB1PSuz4vN8Op8UqL/MbfjS2jUy1hVDLVIznDHhPEf8A7F/rVy4hG9l1PowP4UyYtM5nlnZDgZ2/yp+bf0rVYTBLEumJRGOqgX9STe/voiOMnkaIjw7dKypCvmZThxKoFpuF92gjc78r7VdDiZ1Nw0N+pw9j7rSC1FR4Fzyq3/D2HEgepo85uWRQMwxPIwf7L/lLVwxeJ4nuD/lkX/8AZq+HCrY3dfcRQeLyKV3LJiZFWwsqlLbc91NDnQ3LIvOKxXJcP7+8P414MbjPsQH/ADSD8qG/8OTc8TP/AK1/6akOzsnOfEf7n9q3MvBqZKSbMD7KwD/O3/TTvJJZjH+kKocEi6EspHI77g0mj7Pm4BmxH+635UcvZ4Dbv5/91/61pNMMU0PRSvM8OBduVt6JwWDEahQzNbmzEnfzJvVObk6NtxfcWvU+ozAcIw0fRWsPOqZ8QxuL8rbUPrsCqiwPkRUsvlEbX0Fz0/OtTC5InkqJFGQTuWY78dzUc0KGzDxlNwNre/bevc8y/vBwIvvbcb+oNZhfnEd7q1uXBx+RpJ3XcfG9b2GU+YvDC7OwZ3NxbkD7K+6vsaCuDjjAvIwvYn6x3N6VZhOXhBkAtq+qrBveDTF8onnWOQFVClWCtfgOF+lcrttqjui4pJtizH5OkAXvNUjsLneyqegAqHz3WmgBQvQUz7Q45kkVtUakAg6rkH7qy8+Y6mvaAHqENTlHXQtGTath5w96uQ6RQOG1n9onwaiGRuckduYIbek5GM5Esdjg1vKl0mII50+ifBFfpVAbmY2f86oxGEy48JpF+/05VT0fKEWZLSn/AAZ95z1oSaY0bPl8R4Yke9TXmB7OiZtKYlb+akUFhbGedLUUTOTS7EMa2WI7BTL+1UjrahJuwUhH64X/AJf71VcPMjLiYGLkagsXHcVp8b2Jxce6hZB/CbH4GkOIyvEANrjZdIudQt8OvuplimnsI80GtwTBtqWwAFyVuDuxsdh0HX0qSYSQKZDZWhYCznxb8LL0oYK8IQ+EE+IEWJFuBPSrcRI88heRrMRfUb+O21q7Kpa7nA/Gx9Fi2EqmM3swKki4YqbrdeW/3U4/xppxdtm5i/OgcJhWf9UqhjZdB9sMN9a35VVoWNiT4jwKrsUPDxAgX58PjSOFhU60DTJR2EjJG16DyyJZCdRsqqWJ8hbYepIrSwQhUD8AbAeQtSR3Hlojq8GYL0FEjHA8KxceYw/vF+NEx5lD+9Hxq1HMsiNhHix1qffA8bH1rLR5pF+9HxFXLmsf7xfjQodZDSqE6L8KtSQDgKzIzmP94vxq5M8j+2PjQob1DQd6eS1NXc+VZ9u0SD64oSbtWBwNajPLFGxF+ZoLMM4jh9pvhvWTTPO8PiksPLaiQ2GPFwfU1qMskWFYrtcB+rUt6giqD2onbZYx671ZGcMPrL8aKixWHH1l+IoG5z5MzncewB7qLwKMT42tVf8AicP21+Ir7/E4f3i/GtYLDpdwedqq+bC1xQq5xAP2i/EV4c7w/wC8X4ihYyoJWBeYB91XYg7W07eVLxnuHH7VfiK8btHh/wB6vxFC0HXoVY/LYpf1kJahFyDDDhh6MbtPhv3i/Gqz2rww/aLQ9ngonk8kP8Jh/cmotlMP7k163a/Cj9oKqbtrhR+0FD2eDXl8njZNB+4NVtkkH7g1F+3WFH1/uoaT5QsMPrfdR9gLy+S85HB/7c19FlMSEMsBBHAil0nyk4bz+FCyfKbByBplyAby+TVzYpytu7JpdCkn1ltWck+U+PkhoST5UF5Rmm5kIlPsbfuz0qifDahYre/G4rDv8qfSL76Fk+VJ+UQ+NFTXcDjLsabMeyWHlXS0QFrkafDSPMOwQIHckgr7IfcD39aWv8p83KNaFl+UnEngqim9VC+nMKxvZTFiBmch3vcPc61C9D0/50rOZHlxdi5IMqEaYmH63mSfLnTI9usTIrKSN9ttrA0olzQNGwYEygDS67WAPsny/GmU09ewHCSVFMmIJZjbTdidI4DfgPIVp5MZfDwjna59axkJubcN61uXQhyFbgEv94tXMmdB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3978" y="2009958"/>
            <a:ext cx="4337089" cy="26689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8929327" y="6481983"/>
            <a:ext cx="3412801" cy="61555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es-ES" sz="2000" b="1" i="1" dirty="0">
                <a:cs typeface="Segoe UI" panose="020B0502040204020203" pitchFamily="34" charset="0"/>
              </a:rPr>
              <a:t>HERRAMIENTAS OFIMÁTICAS</a:t>
            </a:r>
          </a:p>
          <a:p>
            <a:pPr rtl="0"/>
            <a:endParaRPr lang="es-ES" sz="2000" b="1" i="1" dirty="0">
              <a:latin typeface="+mj-lt"/>
              <a:cs typeface="Segoe UI" panose="020B0502040204020203" pitchFamily="34" charset="0"/>
            </a:endParaRPr>
          </a:p>
        </p:txBody>
      </p:sp>
      <p:pic>
        <p:nvPicPr>
          <p:cNvPr id="5" name="Imagen 4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DF26D9D0-EF77-2485-38CB-F14DA2D9667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232543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4283962" y="3812052"/>
            <a:ext cx="5283118" cy="5129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rtl="0">
              <a:lnSpc>
                <a:spcPts val="4000"/>
              </a:lnSpc>
            </a:pPr>
            <a:r>
              <a:rPr lang="es-ES" sz="5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¿ PREGUNTAS ?</a:t>
            </a:r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8929327" y="6481983"/>
            <a:ext cx="3412801" cy="61555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es-ES" sz="2000" b="1" i="1" dirty="0">
                <a:cs typeface="Segoe UI" panose="020B0502040204020203" pitchFamily="34" charset="0"/>
              </a:rPr>
              <a:t>HERRAMIENTAS OFIMÁTICAS</a:t>
            </a:r>
          </a:p>
          <a:p>
            <a:pPr rtl="0"/>
            <a:endParaRPr lang="es-ES" sz="2000" b="1" i="1" dirty="0">
              <a:latin typeface="+mj-lt"/>
              <a:cs typeface="Segoe UI" panose="020B0502040204020203" pitchFamily="34" charset="0"/>
            </a:endParaRPr>
          </a:p>
        </p:txBody>
      </p:sp>
      <p:pic>
        <p:nvPicPr>
          <p:cNvPr id="2" name="Imagen 1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10853749-9F03-65BF-1302-25AE9E46B8B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895734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 de texto 2">
            <a:extLst>
              <a:ext uri="{FF2B5EF4-FFF2-40B4-BE49-F238E27FC236}">
                <a16:creationId xmlns:a16="http://schemas.microsoft.com/office/drawing/2014/main" id="{9436B850-15F2-41BC-A54E-6E0F332F011D}"/>
              </a:ext>
            </a:extLst>
          </p:cNvPr>
          <p:cNvSpPr txBox="1"/>
          <p:nvPr/>
        </p:nvSpPr>
        <p:spPr>
          <a:xfrm>
            <a:off x="733192" y="4331033"/>
            <a:ext cx="4845708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5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Gracias</a:t>
            </a:r>
          </a:p>
        </p:txBody>
      </p:sp>
      <p:grpSp>
        <p:nvGrpSpPr>
          <p:cNvPr id="5" name="Grupo 4" descr="Esta imagen es un icono de tres seres humanos. ">
            <a:extLst>
              <a:ext uri="{FF2B5EF4-FFF2-40B4-BE49-F238E27FC236}">
                <a16:creationId xmlns:a16="http://schemas.microsoft.com/office/drawing/2014/main" id="{5D1C056A-1D7A-4D89-A2E0-446D9944C6FB}"/>
              </a:ext>
            </a:extLst>
          </p:cNvPr>
          <p:cNvGrpSpPr/>
          <p:nvPr/>
        </p:nvGrpSpPr>
        <p:grpSpPr>
          <a:xfrm>
            <a:off x="791651" y="3549996"/>
            <a:ext cx="569186" cy="530997"/>
            <a:chOff x="-27444701" y="-10180638"/>
            <a:chExt cx="10883901" cy="10153650"/>
          </a:xfrm>
          <a:solidFill>
            <a:schemeClr val="bg1">
              <a:lumMod val="50000"/>
            </a:schemeClr>
          </a:solidFill>
        </p:grpSpPr>
        <p:sp>
          <p:nvSpPr>
            <p:cNvPr id="6" name="Forma libre 35">
              <a:extLst>
                <a:ext uri="{FF2B5EF4-FFF2-40B4-BE49-F238E27FC236}">
                  <a16:creationId xmlns:a16="http://schemas.microsoft.com/office/drawing/2014/main" id="{C9FAB44B-F1A9-406C-8DC0-7BC29AA64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969538" y="-10180638"/>
              <a:ext cx="1906588" cy="1978025"/>
            </a:xfrm>
            <a:custGeom>
              <a:avLst/>
              <a:gdLst>
                <a:gd name="T0" fmla="*/ 554 w 639"/>
                <a:gd name="T1" fmla="*/ 327 h 664"/>
                <a:gd name="T2" fmla="*/ 438 w 639"/>
                <a:gd name="T3" fmla="*/ 526 h 664"/>
                <a:gd name="T4" fmla="*/ 204 w 639"/>
                <a:gd name="T5" fmla="*/ 521 h 664"/>
                <a:gd name="T6" fmla="*/ 97 w 639"/>
                <a:gd name="T7" fmla="*/ 316 h 664"/>
                <a:gd name="T8" fmla="*/ 222 w 639"/>
                <a:gd name="T9" fmla="*/ 123 h 664"/>
                <a:gd name="T10" fmla="*/ 447 w 639"/>
                <a:gd name="T11" fmla="*/ 133 h 664"/>
                <a:gd name="T12" fmla="*/ 554 w 639"/>
                <a:gd name="T13" fmla="*/ 327 h 664"/>
                <a:gd name="T14" fmla="*/ 638 w 639"/>
                <a:gd name="T15" fmla="*/ 327 h 664"/>
                <a:gd name="T16" fmla="*/ 519 w 639"/>
                <a:gd name="T17" fmla="*/ 82 h 664"/>
                <a:gd name="T18" fmla="*/ 244 w 639"/>
                <a:gd name="T19" fmla="*/ 25 h 664"/>
                <a:gd name="T20" fmla="*/ 39 w 639"/>
                <a:gd name="T21" fmla="*/ 200 h 664"/>
                <a:gd name="T22" fmla="*/ 53 w 639"/>
                <a:gd name="T23" fmla="*/ 482 h 664"/>
                <a:gd name="T24" fmla="*/ 407 w 639"/>
                <a:gd name="T25" fmla="*/ 629 h 664"/>
                <a:gd name="T26" fmla="*/ 638 w 639"/>
                <a:gd name="T27" fmla="*/ 327 h 664"/>
                <a:gd name="T28" fmla="*/ 554 w 639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9" h="664">
                  <a:moveTo>
                    <a:pt x="554" y="327"/>
                  </a:moveTo>
                  <a:cubicBezTo>
                    <a:pt x="553" y="410"/>
                    <a:pt x="510" y="485"/>
                    <a:pt x="438" y="526"/>
                  </a:cubicBezTo>
                  <a:cubicBezTo>
                    <a:pt x="365" y="569"/>
                    <a:pt x="275" y="564"/>
                    <a:pt x="204" y="521"/>
                  </a:cubicBezTo>
                  <a:cubicBezTo>
                    <a:pt x="133" y="478"/>
                    <a:pt x="94" y="398"/>
                    <a:pt x="97" y="316"/>
                  </a:cubicBezTo>
                  <a:cubicBezTo>
                    <a:pt x="99" y="234"/>
                    <a:pt x="150" y="161"/>
                    <a:pt x="222" y="123"/>
                  </a:cubicBezTo>
                  <a:cubicBezTo>
                    <a:pt x="292" y="85"/>
                    <a:pt x="379" y="92"/>
                    <a:pt x="447" y="133"/>
                  </a:cubicBezTo>
                  <a:cubicBezTo>
                    <a:pt x="514" y="174"/>
                    <a:pt x="553" y="249"/>
                    <a:pt x="554" y="327"/>
                  </a:cubicBezTo>
                  <a:cubicBezTo>
                    <a:pt x="555" y="381"/>
                    <a:pt x="639" y="381"/>
                    <a:pt x="638" y="327"/>
                  </a:cubicBezTo>
                  <a:cubicBezTo>
                    <a:pt x="637" y="232"/>
                    <a:pt x="594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6" y="116"/>
                    <a:pt x="39" y="200"/>
                  </a:cubicBezTo>
                  <a:cubicBezTo>
                    <a:pt x="0" y="292"/>
                    <a:pt x="5" y="395"/>
                    <a:pt x="53" y="482"/>
                  </a:cubicBezTo>
                  <a:cubicBezTo>
                    <a:pt x="122" y="606"/>
                    <a:pt x="271" y="664"/>
                    <a:pt x="407" y="629"/>
                  </a:cubicBezTo>
                  <a:cubicBezTo>
                    <a:pt x="543" y="594"/>
                    <a:pt x="637" y="466"/>
                    <a:pt x="638" y="327"/>
                  </a:cubicBezTo>
                  <a:cubicBezTo>
                    <a:pt x="639" y="273"/>
                    <a:pt x="555" y="273"/>
                    <a:pt x="554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7" name="Forma libre 36">
              <a:extLst>
                <a:ext uri="{FF2B5EF4-FFF2-40B4-BE49-F238E27FC236}">
                  <a16:creationId xmlns:a16="http://schemas.microsoft.com/office/drawing/2014/main" id="{12B0F9D4-64CB-42CD-88AA-7E8CAD1F1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596600" y="-8610601"/>
              <a:ext cx="3186113" cy="2139950"/>
            </a:xfrm>
            <a:custGeom>
              <a:avLst/>
              <a:gdLst>
                <a:gd name="T0" fmla="*/ 846 w 1068"/>
                <a:gd name="T1" fmla="*/ 102 h 718"/>
                <a:gd name="T2" fmla="*/ 981 w 1068"/>
                <a:gd name="T3" fmla="*/ 330 h 718"/>
                <a:gd name="T4" fmla="*/ 981 w 1068"/>
                <a:gd name="T5" fmla="*/ 480 h 718"/>
                <a:gd name="T6" fmla="*/ 981 w 1068"/>
                <a:gd name="T7" fmla="*/ 559 h 718"/>
                <a:gd name="T8" fmla="*/ 961 w 1068"/>
                <a:gd name="T9" fmla="*/ 618 h 718"/>
                <a:gd name="T10" fmla="*/ 882 w 1068"/>
                <a:gd name="T11" fmla="*/ 634 h 718"/>
                <a:gd name="T12" fmla="*/ 214 w 1068"/>
                <a:gd name="T13" fmla="*/ 634 h 718"/>
                <a:gd name="T14" fmla="*/ 152 w 1068"/>
                <a:gd name="T15" fmla="*/ 634 h 718"/>
                <a:gd name="T16" fmla="*/ 90 w 1068"/>
                <a:gd name="T17" fmla="*/ 571 h 718"/>
                <a:gd name="T18" fmla="*/ 90 w 1068"/>
                <a:gd name="T19" fmla="*/ 524 h 718"/>
                <a:gd name="T20" fmla="*/ 90 w 1068"/>
                <a:gd name="T21" fmla="*/ 355 h 718"/>
                <a:gd name="T22" fmla="*/ 173 w 1068"/>
                <a:gd name="T23" fmla="*/ 144 h 718"/>
                <a:gd name="T24" fmla="*/ 222 w 1068"/>
                <a:gd name="T25" fmla="*/ 104 h 718"/>
                <a:gd name="T26" fmla="*/ 180 w 1068"/>
                <a:gd name="T27" fmla="*/ 31 h 718"/>
                <a:gd name="T28" fmla="*/ 13 w 1068"/>
                <a:gd name="T29" fmla="*/ 277 h 718"/>
                <a:gd name="T30" fmla="*/ 6 w 1068"/>
                <a:gd name="T31" fmla="*/ 448 h 718"/>
                <a:gd name="T32" fmla="*/ 9 w 1068"/>
                <a:gd name="T33" fmla="*/ 604 h 718"/>
                <a:gd name="T34" fmla="*/ 161 w 1068"/>
                <a:gd name="T35" fmla="*/ 718 h 718"/>
                <a:gd name="T36" fmla="*/ 805 w 1068"/>
                <a:gd name="T37" fmla="*/ 718 h 718"/>
                <a:gd name="T38" fmla="*/ 908 w 1068"/>
                <a:gd name="T39" fmla="*/ 718 h 718"/>
                <a:gd name="T40" fmla="*/ 1059 w 1068"/>
                <a:gd name="T41" fmla="*/ 615 h 718"/>
                <a:gd name="T42" fmla="*/ 1065 w 1068"/>
                <a:gd name="T43" fmla="*/ 545 h 718"/>
                <a:gd name="T44" fmla="*/ 1065 w 1068"/>
                <a:gd name="T45" fmla="*/ 456 h 718"/>
                <a:gd name="T46" fmla="*/ 1060 w 1068"/>
                <a:gd name="T47" fmla="*/ 288 h 718"/>
                <a:gd name="T48" fmla="*/ 888 w 1068"/>
                <a:gd name="T49" fmla="*/ 30 h 718"/>
                <a:gd name="T50" fmla="*/ 846 w 1068"/>
                <a:gd name="T51" fmla="*/ 102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8" h="718">
                  <a:moveTo>
                    <a:pt x="846" y="102"/>
                  </a:moveTo>
                  <a:cubicBezTo>
                    <a:pt x="924" y="152"/>
                    <a:pt x="975" y="237"/>
                    <a:pt x="981" y="330"/>
                  </a:cubicBezTo>
                  <a:cubicBezTo>
                    <a:pt x="984" y="379"/>
                    <a:pt x="981" y="430"/>
                    <a:pt x="981" y="480"/>
                  </a:cubicBezTo>
                  <a:cubicBezTo>
                    <a:pt x="981" y="506"/>
                    <a:pt x="981" y="533"/>
                    <a:pt x="981" y="559"/>
                  </a:cubicBezTo>
                  <a:cubicBezTo>
                    <a:pt x="981" y="583"/>
                    <a:pt x="978" y="601"/>
                    <a:pt x="961" y="618"/>
                  </a:cubicBezTo>
                  <a:cubicBezTo>
                    <a:pt x="941" y="638"/>
                    <a:pt x="910" y="634"/>
                    <a:pt x="882" y="634"/>
                  </a:cubicBezTo>
                  <a:cubicBezTo>
                    <a:pt x="659" y="634"/>
                    <a:pt x="436" y="634"/>
                    <a:pt x="214" y="634"/>
                  </a:cubicBezTo>
                  <a:cubicBezTo>
                    <a:pt x="193" y="634"/>
                    <a:pt x="173" y="634"/>
                    <a:pt x="152" y="634"/>
                  </a:cubicBezTo>
                  <a:cubicBezTo>
                    <a:pt x="117" y="634"/>
                    <a:pt x="90" y="606"/>
                    <a:pt x="90" y="571"/>
                  </a:cubicBezTo>
                  <a:cubicBezTo>
                    <a:pt x="89" y="556"/>
                    <a:pt x="90" y="540"/>
                    <a:pt x="90" y="524"/>
                  </a:cubicBezTo>
                  <a:cubicBezTo>
                    <a:pt x="90" y="468"/>
                    <a:pt x="90" y="412"/>
                    <a:pt x="90" y="355"/>
                  </a:cubicBezTo>
                  <a:cubicBezTo>
                    <a:pt x="90" y="276"/>
                    <a:pt x="117" y="202"/>
                    <a:pt x="173" y="144"/>
                  </a:cubicBezTo>
                  <a:cubicBezTo>
                    <a:pt x="188" y="129"/>
                    <a:pt x="204" y="116"/>
                    <a:pt x="222" y="104"/>
                  </a:cubicBezTo>
                  <a:cubicBezTo>
                    <a:pt x="267" y="74"/>
                    <a:pt x="225" y="2"/>
                    <a:pt x="180" y="31"/>
                  </a:cubicBezTo>
                  <a:cubicBezTo>
                    <a:pt x="94" y="88"/>
                    <a:pt x="32" y="175"/>
                    <a:pt x="13" y="277"/>
                  </a:cubicBezTo>
                  <a:cubicBezTo>
                    <a:pt x="2" y="333"/>
                    <a:pt x="6" y="391"/>
                    <a:pt x="6" y="448"/>
                  </a:cubicBezTo>
                  <a:cubicBezTo>
                    <a:pt x="6" y="499"/>
                    <a:pt x="0" y="554"/>
                    <a:pt x="9" y="604"/>
                  </a:cubicBezTo>
                  <a:cubicBezTo>
                    <a:pt x="23" y="676"/>
                    <a:pt x="92" y="718"/>
                    <a:pt x="161" y="718"/>
                  </a:cubicBezTo>
                  <a:cubicBezTo>
                    <a:pt x="375" y="718"/>
                    <a:pt x="590" y="718"/>
                    <a:pt x="805" y="718"/>
                  </a:cubicBezTo>
                  <a:cubicBezTo>
                    <a:pt x="839" y="718"/>
                    <a:pt x="873" y="718"/>
                    <a:pt x="908" y="718"/>
                  </a:cubicBezTo>
                  <a:cubicBezTo>
                    <a:pt x="977" y="718"/>
                    <a:pt x="1035" y="682"/>
                    <a:pt x="1059" y="615"/>
                  </a:cubicBezTo>
                  <a:cubicBezTo>
                    <a:pt x="1066" y="593"/>
                    <a:pt x="1065" y="568"/>
                    <a:pt x="1065" y="545"/>
                  </a:cubicBezTo>
                  <a:cubicBezTo>
                    <a:pt x="1065" y="515"/>
                    <a:pt x="1065" y="486"/>
                    <a:pt x="1065" y="456"/>
                  </a:cubicBezTo>
                  <a:cubicBezTo>
                    <a:pt x="1065" y="400"/>
                    <a:pt x="1068" y="344"/>
                    <a:pt x="1060" y="288"/>
                  </a:cubicBezTo>
                  <a:cubicBezTo>
                    <a:pt x="1045" y="182"/>
                    <a:pt x="978" y="87"/>
                    <a:pt x="888" y="30"/>
                  </a:cubicBezTo>
                  <a:cubicBezTo>
                    <a:pt x="843" y="0"/>
                    <a:pt x="801" y="73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8" name="Forma libre 37">
              <a:extLst>
                <a:ext uri="{FF2B5EF4-FFF2-40B4-BE49-F238E27FC236}">
                  <a16:creationId xmlns:a16="http://schemas.microsoft.com/office/drawing/2014/main" id="{0FD5A500-BBCF-4857-86E7-EBF5AA53DDB4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819225" y="-3736976"/>
              <a:ext cx="1903413" cy="1978025"/>
            </a:xfrm>
            <a:custGeom>
              <a:avLst/>
              <a:gdLst>
                <a:gd name="T0" fmla="*/ 554 w 638"/>
                <a:gd name="T1" fmla="*/ 327 h 664"/>
                <a:gd name="T2" fmla="*/ 437 w 638"/>
                <a:gd name="T3" fmla="*/ 527 h 664"/>
                <a:gd name="T4" fmla="*/ 203 w 638"/>
                <a:gd name="T5" fmla="*/ 521 h 664"/>
                <a:gd name="T6" fmla="*/ 96 w 638"/>
                <a:gd name="T7" fmla="*/ 316 h 664"/>
                <a:gd name="T8" fmla="*/ 222 w 638"/>
                <a:gd name="T9" fmla="*/ 123 h 664"/>
                <a:gd name="T10" fmla="*/ 446 w 638"/>
                <a:gd name="T11" fmla="*/ 133 h 664"/>
                <a:gd name="T12" fmla="*/ 554 w 638"/>
                <a:gd name="T13" fmla="*/ 327 h 664"/>
                <a:gd name="T14" fmla="*/ 638 w 638"/>
                <a:gd name="T15" fmla="*/ 327 h 664"/>
                <a:gd name="T16" fmla="*/ 519 w 638"/>
                <a:gd name="T17" fmla="*/ 82 h 664"/>
                <a:gd name="T18" fmla="*/ 244 w 638"/>
                <a:gd name="T19" fmla="*/ 25 h 664"/>
                <a:gd name="T20" fmla="*/ 39 w 638"/>
                <a:gd name="T21" fmla="*/ 201 h 664"/>
                <a:gd name="T22" fmla="*/ 53 w 638"/>
                <a:gd name="T23" fmla="*/ 482 h 664"/>
                <a:gd name="T24" fmla="*/ 406 w 638"/>
                <a:gd name="T25" fmla="*/ 630 h 664"/>
                <a:gd name="T26" fmla="*/ 638 w 638"/>
                <a:gd name="T27" fmla="*/ 327 h 664"/>
                <a:gd name="T28" fmla="*/ 554 w 638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8" h="664">
                  <a:moveTo>
                    <a:pt x="554" y="327"/>
                  </a:moveTo>
                  <a:cubicBezTo>
                    <a:pt x="553" y="410"/>
                    <a:pt x="509" y="485"/>
                    <a:pt x="437" y="527"/>
                  </a:cubicBezTo>
                  <a:cubicBezTo>
                    <a:pt x="365" y="569"/>
                    <a:pt x="274" y="564"/>
                    <a:pt x="203" y="521"/>
                  </a:cubicBezTo>
                  <a:cubicBezTo>
                    <a:pt x="133" y="478"/>
                    <a:pt x="94" y="398"/>
                    <a:pt x="96" y="316"/>
                  </a:cubicBezTo>
                  <a:cubicBezTo>
                    <a:pt x="99" y="234"/>
                    <a:pt x="150" y="161"/>
                    <a:pt x="222" y="123"/>
                  </a:cubicBezTo>
                  <a:cubicBezTo>
                    <a:pt x="292" y="86"/>
                    <a:pt x="379" y="92"/>
                    <a:pt x="446" y="133"/>
                  </a:cubicBezTo>
                  <a:cubicBezTo>
                    <a:pt x="514" y="174"/>
                    <a:pt x="553" y="250"/>
                    <a:pt x="554" y="327"/>
                  </a:cubicBezTo>
                  <a:cubicBezTo>
                    <a:pt x="554" y="381"/>
                    <a:pt x="638" y="382"/>
                    <a:pt x="638" y="327"/>
                  </a:cubicBezTo>
                  <a:cubicBezTo>
                    <a:pt x="637" y="232"/>
                    <a:pt x="594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6" y="116"/>
                    <a:pt x="39" y="201"/>
                  </a:cubicBezTo>
                  <a:cubicBezTo>
                    <a:pt x="0" y="292"/>
                    <a:pt x="5" y="395"/>
                    <a:pt x="53" y="482"/>
                  </a:cubicBezTo>
                  <a:cubicBezTo>
                    <a:pt x="122" y="606"/>
                    <a:pt x="271" y="664"/>
                    <a:pt x="406" y="630"/>
                  </a:cubicBezTo>
                  <a:cubicBezTo>
                    <a:pt x="542" y="595"/>
                    <a:pt x="636" y="466"/>
                    <a:pt x="638" y="327"/>
                  </a:cubicBezTo>
                  <a:cubicBezTo>
                    <a:pt x="638" y="273"/>
                    <a:pt x="554" y="273"/>
                    <a:pt x="554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9" name="Forma libre 38">
              <a:extLst>
                <a:ext uri="{FF2B5EF4-FFF2-40B4-BE49-F238E27FC236}">
                  <a16:creationId xmlns:a16="http://schemas.microsoft.com/office/drawing/2014/main" id="{443598C0-BD9C-4522-87F3-C9C8F628E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-27444701" y="-2163763"/>
              <a:ext cx="3182938" cy="2136775"/>
            </a:xfrm>
            <a:custGeom>
              <a:avLst/>
              <a:gdLst>
                <a:gd name="T0" fmla="*/ 846 w 1067"/>
                <a:gd name="T1" fmla="*/ 102 h 717"/>
                <a:gd name="T2" fmla="*/ 980 w 1067"/>
                <a:gd name="T3" fmla="*/ 329 h 717"/>
                <a:gd name="T4" fmla="*/ 981 w 1067"/>
                <a:gd name="T5" fmla="*/ 479 h 717"/>
                <a:gd name="T6" fmla="*/ 981 w 1067"/>
                <a:gd name="T7" fmla="*/ 558 h 717"/>
                <a:gd name="T8" fmla="*/ 961 w 1067"/>
                <a:gd name="T9" fmla="*/ 617 h 717"/>
                <a:gd name="T10" fmla="*/ 882 w 1067"/>
                <a:gd name="T11" fmla="*/ 633 h 717"/>
                <a:gd name="T12" fmla="*/ 213 w 1067"/>
                <a:gd name="T13" fmla="*/ 633 h 717"/>
                <a:gd name="T14" fmla="*/ 152 w 1067"/>
                <a:gd name="T15" fmla="*/ 633 h 717"/>
                <a:gd name="T16" fmla="*/ 89 w 1067"/>
                <a:gd name="T17" fmla="*/ 571 h 717"/>
                <a:gd name="T18" fmla="*/ 89 w 1067"/>
                <a:gd name="T19" fmla="*/ 523 h 717"/>
                <a:gd name="T20" fmla="*/ 89 w 1067"/>
                <a:gd name="T21" fmla="*/ 355 h 717"/>
                <a:gd name="T22" fmla="*/ 172 w 1067"/>
                <a:gd name="T23" fmla="*/ 144 h 717"/>
                <a:gd name="T24" fmla="*/ 222 w 1067"/>
                <a:gd name="T25" fmla="*/ 103 h 717"/>
                <a:gd name="T26" fmla="*/ 179 w 1067"/>
                <a:gd name="T27" fmla="*/ 31 h 717"/>
                <a:gd name="T28" fmla="*/ 12 w 1067"/>
                <a:gd name="T29" fmla="*/ 276 h 717"/>
                <a:gd name="T30" fmla="*/ 5 w 1067"/>
                <a:gd name="T31" fmla="*/ 447 h 717"/>
                <a:gd name="T32" fmla="*/ 9 w 1067"/>
                <a:gd name="T33" fmla="*/ 604 h 717"/>
                <a:gd name="T34" fmla="*/ 161 w 1067"/>
                <a:gd name="T35" fmla="*/ 717 h 717"/>
                <a:gd name="T36" fmla="*/ 804 w 1067"/>
                <a:gd name="T37" fmla="*/ 717 h 717"/>
                <a:gd name="T38" fmla="*/ 907 w 1067"/>
                <a:gd name="T39" fmla="*/ 717 h 717"/>
                <a:gd name="T40" fmla="*/ 1058 w 1067"/>
                <a:gd name="T41" fmla="*/ 614 h 717"/>
                <a:gd name="T42" fmla="*/ 1065 w 1067"/>
                <a:gd name="T43" fmla="*/ 544 h 717"/>
                <a:gd name="T44" fmla="*/ 1065 w 1067"/>
                <a:gd name="T45" fmla="*/ 455 h 717"/>
                <a:gd name="T46" fmla="*/ 1060 w 1067"/>
                <a:gd name="T47" fmla="*/ 287 h 717"/>
                <a:gd name="T48" fmla="*/ 888 w 1067"/>
                <a:gd name="T49" fmla="*/ 29 h 717"/>
                <a:gd name="T50" fmla="*/ 846 w 1067"/>
                <a:gd name="T51" fmla="*/ 102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7" h="717">
                  <a:moveTo>
                    <a:pt x="846" y="102"/>
                  </a:moveTo>
                  <a:cubicBezTo>
                    <a:pt x="924" y="152"/>
                    <a:pt x="974" y="236"/>
                    <a:pt x="980" y="329"/>
                  </a:cubicBezTo>
                  <a:cubicBezTo>
                    <a:pt x="983" y="379"/>
                    <a:pt x="981" y="429"/>
                    <a:pt x="981" y="479"/>
                  </a:cubicBezTo>
                  <a:cubicBezTo>
                    <a:pt x="981" y="505"/>
                    <a:pt x="981" y="532"/>
                    <a:pt x="981" y="558"/>
                  </a:cubicBezTo>
                  <a:cubicBezTo>
                    <a:pt x="981" y="582"/>
                    <a:pt x="978" y="600"/>
                    <a:pt x="961" y="617"/>
                  </a:cubicBezTo>
                  <a:cubicBezTo>
                    <a:pt x="940" y="637"/>
                    <a:pt x="910" y="633"/>
                    <a:pt x="882" y="633"/>
                  </a:cubicBezTo>
                  <a:cubicBezTo>
                    <a:pt x="659" y="633"/>
                    <a:pt x="436" y="633"/>
                    <a:pt x="213" y="633"/>
                  </a:cubicBezTo>
                  <a:cubicBezTo>
                    <a:pt x="193" y="633"/>
                    <a:pt x="172" y="633"/>
                    <a:pt x="152" y="633"/>
                  </a:cubicBezTo>
                  <a:cubicBezTo>
                    <a:pt x="117" y="633"/>
                    <a:pt x="90" y="605"/>
                    <a:pt x="89" y="571"/>
                  </a:cubicBezTo>
                  <a:cubicBezTo>
                    <a:pt x="89" y="555"/>
                    <a:pt x="89" y="539"/>
                    <a:pt x="89" y="523"/>
                  </a:cubicBezTo>
                  <a:cubicBezTo>
                    <a:pt x="89" y="467"/>
                    <a:pt x="89" y="411"/>
                    <a:pt x="89" y="355"/>
                  </a:cubicBezTo>
                  <a:cubicBezTo>
                    <a:pt x="89" y="275"/>
                    <a:pt x="117" y="201"/>
                    <a:pt x="172" y="144"/>
                  </a:cubicBezTo>
                  <a:cubicBezTo>
                    <a:pt x="187" y="128"/>
                    <a:pt x="204" y="115"/>
                    <a:pt x="222" y="103"/>
                  </a:cubicBezTo>
                  <a:cubicBezTo>
                    <a:pt x="267" y="74"/>
                    <a:pt x="225" y="1"/>
                    <a:pt x="179" y="31"/>
                  </a:cubicBezTo>
                  <a:cubicBezTo>
                    <a:pt x="93" y="87"/>
                    <a:pt x="32" y="174"/>
                    <a:pt x="12" y="276"/>
                  </a:cubicBezTo>
                  <a:cubicBezTo>
                    <a:pt x="1" y="332"/>
                    <a:pt x="5" y="391"/>
                    <a:pt x="5" y="447"/>
                  </a:cubicBezTo>
                  <a:cubicBezTo>
                    <a:pt x="5" y="498"/>
                    <a:pt x="0" y="553"/>
                    <a:pt x="9" y="604"/>
                  </a:cubicBezTo>
                  <a:cubicBezTo>
                    <a:pt x="22" y="675"/>
                    <a:pt x="92" y="717"/>
                    <a:pt x="161" y="717"/>
                  </a:cubicBezTo>
                  <a:cubicBezTo>
                    <a:pt x="375" y="717"/>
                    <a:pt x="590" y="717"/>
                    <a:pt x="804" y="717"/>
                  </a:cubicBezTo>
                  <a:cubicBezTo>
                    <a:pt x="839" y="717"/>
                    <a:pt x="873" y="717"/>
                    <a:pt x="907" y="717"/>
                  </a:cubicBezTo>
                  <a:cubicBezTo>
                    <a:pt x="977" y="717"/>
                    <a:pt x="1035" y="681"/>
                    <a:pt x="1058" y="614"/>
                  </a:cubicBezTo>
                  <a:cubicBezTo>
                    <a:pt x="1066" y="592"/>
                    <a:pt x="1065" y="568"/>
                    <a:pt x="1065" y="544"/>
                  </a:cubicBezTo>
                  <a:cubicBezTo>
                    <a:pt x="1065" y="515"/>
                    <a:pt x="1065" y="485"/>
                    <a:pt x="1065" y="455"/>
                  </a:cubicBezTo>
                  <a:cubicBezTo>
                    <a:pt x="1065" y="399"/>
                    <a:pt x="1067" y="343"/>
                    <a:pt x="1060" y="287"/>
                  </a:cubicBezTo>
                  <a:cubicBezTo>
                    <a:pt x="1045" y="181"/>
                    <a:pt x="977" y="86"/>
                    <a:pt x="888" y="29"/>
                  </a:cubicBezTo>
                  <a:cubicBezTo>
                    <a:pt x="842" y="0"/>
                    <a:pt x="800" y="72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10" name="Forma libre 39">
              <a:extLst>
                <a:ext uri="{FF2B5EF4-FFF2-40B4-BE49-F238E27FC236}">
                  <a16:creationId xmlns:a16="http://schemas.microsoft.com/office/drawing/2014/main" id="{426B4897-8470-4A76-9FA9-4E7CD62BFE0C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121438" y="-3736976"/>
              <a:ext cx="1906588" cy="1978025"/>
            </a:xfrm>
            <a:custGeom>
              <a:avLst/>
              <a:gdLst>
                <a:gd name="T0" fmla="*/ 555 w 639"/>
                <a:gd name="T1" fmla="*/ 327 h 664"/>
                <a:gd name="T2" fmla="*/ 438 w 639"/>
                <a:gd name="T3" fmla="*/ 527 h 664"/>
                <a:gd name="T4" fmla="*/ 204 w 639"/>
                <a:gd name="T5" fmla="*/ 521 h 664"/>
                <a:gd name="T6" fmla="*/ 97 w 639"/>
                <a:gd name="T7" fmla="*/ 316 h 664"/>
                <a:gd name="T8" fmla="*/ 222 w 639"/>
                <a:gd name="T9" fmla="*/ 123 h 664"/>
                <a:gd name="T10" fmla="*/ 447 w 639"/>
                <a:gd name="T11" fmla="*/ 133 h 664"/>
                <a:gd name="T12" fmla="*/ 555 w 639"/>
                <a:gd name="T13" fmla="*/ 327 h 664"/>
                <a:gd name="T14" fmla="*/ 639 w 639"/>
                <a:gd name="T15" fmla="*/ 327 h 664"/>
                <a:gd name="T16" fmla="*/ 519 w 639"/>
                <a:gd name="T17" fmla="*/ 82 h 664"/>
                <a:gd name="T18" fmla="*/ 244 w 639"/>
                <a:gd name="T19" fmla="*/ 25 h 664"/>
                <a:gd name="T20" fmla="*/ 40 w 639"/>
                <a:gd name="T21" fmla="*/ 201 h 664"/>
                <a:gd name="T22" fmla="*/ 54 w 639"/>
                <a:gd name="T23" fmla="*/ 482 h 664"/>
                <a:gd name="T24" fmla="*/ 407 w 639"/>
                <a:gd name="T25" fmla="*/ 630 h 664"/>
                <a:gd name="T26" fmla="*/ 639 w 639"/>
                <a:gd name="T27" fmla="*/ 327 h 664"/>
                <a:gd name="T28" fmla="*/ 555 w 639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9" h="664">
                  <a:moveTo>
                    <a:pt x="555" y="327"/>
                  </a:moveTo>
                  <a:cubicBezTo>
                    <a:pt x="554" y="410"/>
                    <a:pt x="510" y="485"/>
                    <a:pt x="438" y="527"/>
                  </a:cubicBezTo>
                  <a:cubicBezTo>
                    <a:pt x="366" y="569"/>
                    <a:pt x="275" y="564"/>
                    <a:pt x="204" y="521"/>
                  </a:cubicBezTo>
                  <a:cubicBezTo>
                    <a:pt x="133" y="478"/>
                    <a:pt x="95" y="398"/>
                    <a:pt x="97" y="316"/>
                  </a:cubicBezTo>
                  <a:cubicBezTo>
                    <a:pt x="100" y="234"/>
                    <a:pt x="151" y="161"/>
                    <a:pt x="222" y="123"/>
                  </a:cubicBezTo>
                  <a:cubicBezTo>
                    <a:pt x="293" y="86"/>
                    <a:pt x="380" y="92"/>
                    <a:pt x="447" y="133"/>
                  </a:cubicBezTo>
                  <a:cubicBezTo>
                    <a:pt x="514" y="174"/>
                    <a:pt x="554" y="250"/>
                    <a:pt x="555" y="327"/>
                  </a:cubicBezTo>
                  <a:cubicBezTo>
                    <a:pt x="555" y="381"/>
                    <a:pt x="639" y="382"/>
                    <a:pt x="639" y="327"/>
                  </a:cubicBezTo>
                  <a:cubicBezTo>
                    <a:pt x="638" y="232"/>
                    <a:pt x="595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7" y="116"/>
                    <a:pt x="40" y="201"/>
                  </a:cubicBezTo>
                  <a:cubicBezTo>
                    <a:pt x="0" y="292"/>
                    <a:pt x="5" y="395"/>
                    <a:pt x="54" y="482"/>
                  </a:cubicBezTo>
                  <a:cubicBezTo>
                    <a:pt x="123" y="606"/>
                    <a:pt x="272" y="664"/>
                    <a:pt x="407" y="630"/>
                  </a:cubicBezTo>
                  <a:cubicBezTo>
                    <a:pt x="543" y="595"/>
                    <a:pt x="637" y="466"/>
                    <a:pt x="639" y="327"/>
                  </a:cubicBezTo>
                  <a:cubicBezTo>
                    <a:pt x="639" y="273"/>
                    <a:pt x="555" y="273"/>
                    <a:pt x="555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11" name="Forma libre 40">
              <a:extLst>
                <a:ext uri="{FF2B5EF4-FFF2-40B4-BE49-F238E27FC236}">
                  <a16:creationId xmlns:a16="http://schemas.microsoft.com/office/drawing/2014/main" id="{08884941-111D-4BB6-BD63-1DA532A17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746913" y="-2163763"/>
              <a:ext cx="3186113" cy="2136775"/>
            </a:xfrm>
            <a:custGeom>
              <a:avLst/>
              <a:gdLst>
                <a:gd name="T0" fmla="*/ 846 w 1068"/>
                <a:gd name="T1" fmla="*/ 102 h 717"/>
                <a:gd name="T2" fmla="*/ 981 w 1068"/>
                <a:gd name="T3" fmla="*/ 329 h 717"/>
                <a:gd name="T4" fmla="*/ 981 w 1068"/>
                <a:gd name="T5" fmla="*/ 479 h 717"/>
                <a:gd name="T6" fmla="*/ 981 w 1068"/>
                <a:gd name="T7" fmla="*/ 558 h 717"/>
                <a:gd name="T8" fmla="*/ 961 w 1068"/>
                <a:gd name="T9" fmla="*/ 617 h 717"/>
                <a:gd name="T10" fmla="*/ 882 w 1068"/>
                <a:gd name="T11" fmla="*/ 633 h 717"/>
                <a:gd name="T12" fmla="*/ 214 w 1068"/>
                <a:gd name="T13" fmla="*/ 633 h 717"/>
                <a:gd name="T14" fmla="*/ 153 w 1068"/>
                <a:gd name="T15" fmla="*/ 633 h 717"/>
                <a:gd name="T16" fmla="*/ 90 w 1068"/>
                <a:gd name="T17" fmla="*/ 571 h 717"/>
                <a:gd name="T18" fmla="*/ 90 w 1068"/>
                <a:gd name="T19" fmla="*/ 523 h 717"/>
                <a:gd name="T20" fmla="*/ 90 w 1068"/>
                <a:gd name="T21" fmla="*/ 355 h 717"/>
                <a:gd name="T22" fmla="*/ 173 w 1068"/>
                <a:gd name="T23" fmla="*/ 144 h 717"/>
                <a:gd name="T24" fmla="*/ 222 w 1068"/>
                <a:gd name="T25" fmla="*/ 103 h 717"/>
                <a:gd name="T26" fmla="*/ 180 w 1068"/>
                <a:gd name="T27" fmla="*/ 31 h 717"/>
                <a:gd name="T28" fmla="*/ 13 w 1068"/>
                <a:gd name="T29" fmla="*/ 276 h 717"/>
                <a:gd name="T30" fmla="*/ 6 w 1068"/>
                <a:gd name="T31" fmla="*/ 447 h 717"/>
                <a:gd name="T32" fmla="*/ 10 w 1068"/>
                <a:gd name="T33" fmla="*/ 604 h 717"/>
                <a:gd name="T34" fmla="*/ 161 w 1068"/>
                <a:gd name="T35" fmla="*/ 717 h 717"/>
                <a:gd name="T36" fmla="*/ 805 w 1068"/>
                <a:gd name="T37" fmla="*/ 717 h 717"/>
                <a:gd name="T38" fmla="*/ 908 w 1068"/>
                <a:gd name="T39" fmla="*/ 717 h 717"/>
                <a:gd name="T40" fmla="*/ 1059 w 1068"/>
                <a:gd name="T41" fmla="*/ 614 h 717"/>
                <a:gd name="T42" fmla="*/ 1065 w 1068"/>
                <a:gd name="T43" fmla="*/ 544 h 717"/>
                <a:gd name="T44" fmla="*/ 1065 w 1068"/>
                <a:gd name="T45" fmla="*/ 455 h 717"/>
                <a:gd name="T46" fmla="*/ 1060 w 1068"/>
                <a:gd name="T47" fmla="*/ 287 h 717"/>
                <a:gd name="T48" fmla="*/ 889 w 1068"/>
                <a:gd name="T49" fmla="*/ 29 h 717"/>
                <a:gd name="T50" fmla="*/ 846 w 1068"/>
                <a:gd name="T51" fmla="*/ 102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8" h="717">
                  <a:moveTo>
                    <a:pt x="846" y="102"/>
                  </a:moveTo>
                  <a:cubicBezTo>
                    <a:pt x="924" y="152"/>
                    <a:pt x="975" y="236"/>
                    <a:pt x="981" y="329"/>
                  </a:cubicBezTo>
                  <a:cubicBezTo>
                    <a:pt x="984" y="379"/>
                    <a:pt x="981" y="429"/>
                    <a:pt x="981" y="479"/>
                  </a:cubicBezTo>
                  <a:cubicBezTo>
                    <a:pt x="981" y="505"/>
                    <a:pt x="981" y="532"/>
                    <a:pt x="981" y="558"/>
                  </a:cubicBezTo>
                  <a:cubicBezTo>
                    <a:pt x="981" y="582"/>
                    <a:pt x="978" y="600"/>
                    <a:pt x="961" y="617"/>
                  </a:cubicBezTo>
                  <a:cubicBezTo>
                    <a:pt x="941" y="637"/>
                    <a:pt x="911" y="633"/>
                    <a:pt x="882" y="633"/>
                  </a:cubicBezTo>
                  <a:cubicBezTo>
                    <a:pt x="659" y="633"/>
                    <a:pt x="437" y="633"/>
                    <a:pt x="214" y="633"/>
                  </a:cubicBezTo>
                  <a:cubicBezTo>
                    <a:pt x="193" y="633"/>
                    <a:pt x="173" y="633"/>
                    <a:pt x="153" y="633"/>
                  </a:cubicBezTo>
                  <a:cubicBezTo>
                    <a:pt x="118" y="633"/>
                    <a:pt x="91" y="605"/>
                    <a:pt x="90" y="571"/>
                  </a:cubicBezTo>
                  <a:cubicBezTo>
                    <a:pt x="89" y="555"/>
                    <a:pt x="90" y="539"/>
                    <a:pt x="90" y="523"/>
                  </a:cubicBezTo>
                  <a:cubicBezTo>
                    <a:pt x="90" y="467"/>
                    <a:pt x="90" y="411"/>
                    <a:pt x="90" y="355"/>
                  </a:cubicBezTo>
                  <a:cubicBezTo>
                    <a:pt x="90" y="275"/>
                    <a:pt x="117" y="201"/>
                    <a:pt x="173" y="144"/>
                  </a:cubicBezTo>
                  <a:cubicBezTo>
                    <a:pt x="188" y="128"/>
                    <a:pt x="204" y="115"/>
                    <a:pt x="222" y="103"/>
                  </a:cubicBezTo>
                  <a:cubicBezTo>
                    <a:pt x="267" y="74"/>
                    <a:pt x="225" y="1"/>
                    <a:pt x="180" y="31"/>
                  </a:cubicBezTo>
                  <a:cubicBezTo>
                    <a:pt x="94" y="87"/>
                    <a:pt x="32" y="174"/>
                    <a:pt x="13" y="276"/>
                  </a:cubicBezTo>
                  <a:cubicBezTo>
                    <a:pt x="2" y="332"/>
                    <a:pt x="6" y="391"/>
                    <a:pt x="6" y="447"/>
                  </a:cubicBezTo>
                  <a:cubicBezTo>
                    <a:pt x="6" y="498"/>
                    <a:pt x="0" y="553"/>
                    <a:pt x="10" y="604"/>
                  </a:cubicBezTo>
                  <a:cubicBezTo>
                    <a:pt x="23" y="675"/>
                    <a:pt x="93" y="717"/>
                    <a:pt x="161" y="717"/>
                  </a:cubicBezTo>
                  <a:cubicBezTo>
                    <a:pt x="376" y="717"/>
                    <a:pt x="590" y="717"/>
                    <a:pt x="805" y="717"/>
                  </a:cubicBezTo>
                  <a:cubicBezTo>
                    <a:pt x="839" y="717"/>
                    <a:pt x="874" y="717"/>
                    <a:pt x="908" y="717"/>
                  </a:cubicBezTo>
                  <a:cubicBezTo>
                    <a:pt x="978" y="717"/>
                    <a:pt x="1036" y="681"/>
                    <a:pt x="1059" y="614"/>
                  </a:cubicBezTo>
                  <a:cubicBezTo>
                    <a:pt x="1067" y="592"/>
                    <a:pt x="1065" y="568"/>
                    <a:pt x="1065" y="544"/>
                  </a:cubicBezTo>
                  <a:cubicBezTo>
                    <a:pt x="1065" y="515"/>
                    <a:pt x="1065" y="485"/>
                    <a:pt x="1065" y="455"/>
                  </a:cubicBezTo>
                  <a:cubicBezTo>
                    <a:pt x="1065" y="399"/>
                    <a:pt x="1068" y="343"/>
                    <a:pt x="1060" y="287"/>
                  </a:cubicBezTo>
                  <a:cubicBezTo>
                    <a:pt x="1046" y="181"/>
                    <a:pt x="978" y="86"/>
                    <a:pt x="889" y="29"/>
                  </a:cubicBezTo>
                  <a:cubicBezTo>
                    <a:pt x="843" y="0"/>
                    <a:pt x="801" y="72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12" name="Forma libre 41">
              <a:extLst>
                <a:ext uri="{FF2B5EF4-FFF2-40B4-BE49-F238E27FC236}">
                  <a16:creationId xmlns:a16="http://schemas.microsoft.com/office/drawing/2014/main" id="{0E89D6C0-E5F8-47FF-8190-4361ED777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20225" y="-5770563"/>
              <a:ext cx="250825" cy="2101850"/>
            </a:xfrm>
            <a:custGeom>
              <a:avLst/>
              <a:gdLst>
                <a:gd name="T0" fmla="*/ 0 w 84"/>
                <a:gd name="T1" fmla="*/ 54 h 705"/>
                <a:gd name="T2" fmla="*/ 0 w 84"/>
                <a:gd name="T3" fmla="*/ 631 h 705"/>
                <a:gd name="T4" fmla="*/ 0 w 84"/>
                <a:gd name="T5" fmla="*/ 650 h 705"/>
                <a:gd name="T6" fmla="*/ 84 w 84"/>
                <a:gd name="T7" fmla="*/ 650 h 705"/>
                <a:gd name="T8" fmla="*/ 84 w 84"/>
                <a:gd name="T9" fmla="*/ 73 h 705"/>
                <a:gd name="T10" fmla="*/ 84 w 84"/>
                <a:gd name="T11" fmla="*/ 54 h 705"/>
                <a:gd name="T12" fmla="*/ 0 w 84"/>
                <a:gd name="T13" fmla="*/ 54 h 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705">
                  <a:moveTo>
                    <a:pt x="0" y="54"/>
                  </a:moveTo>
                  <a:cubicBezTo>
                    <a:pt x="0" y="247"/>
                    <a:pt x="0" y="439"/>
                    <a:pt x="0" y="631"/>
                  </a:cubicBezTo>
                  <a:cubicBezTo>
                    <a:pt x="0" y="638"/>
                    <a:pt x="0" y="644"/>
                    <a:pt x="0" y="650"/>
                  </a:cubicBezTo>
                  <a:cubicBezTo>
                    <a:pt x="0" y="705"/>
                    <a:pt x="84" y="705"/>
                    <a:pt x="84" y="650"/>
                  </a:cubicBezTo>
                  <a:cubicBezTo>
                    <a:pt x="84" y="458"/>
                    <a:pt x="84" y="266"/>
                    <a:pt x="84" y="73"/>
                  </a:cubicBezTo>
                  <a:cubicBezTo>
                    <a:pt x="84" y="67"/>
                    <a:pt x="84" y="61"/>
                    <a:pt x="84" y="54"/>
                  </a:cubicBezTo>
                  <a:cubicBezTo>
                    <a:pt x="84" y="0"/>
                    <a:pt x="0" y="0"/>
                    <a:pt x="0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13" name="Forma libre 42">
              <a:extLst>
                <a:ext uri="{FF2B5EF4-FFF2-40B4-BE49-F238E27FC236}">
                  <a16:creationId xmlns:a16="http://schemas.microsoft.com/office/drawing/2014/main" id="{F2B683ED-11A9-4ED1-A941-C7F0C5096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742650" y="-4017963"/>
              <a:ext cx="1944688" cy="1266825"/>
            </a:xfrm>
            <a:custGeom>
              <a:avLst/>
              <a:gdLst>
                <a:gd name="T0" fmla="*/ 89 w 652"/>
                <a:gd name="T1" fmla="*/ 398 h 425"/>
                <a:gd name="T2" fmla="*/ 589 w 652"/>
                <a:gd name="T3" fmla="*/ 109 h 425"/>
                <a:gd name="T4" fmla="*/ 605 w 652"/>
                <a:gd name="T5" fmla="*/ 100 h 425"/>
                <a:gd name="T6" fmla="*/ 563 w 652"/>
                <a:gd name="T7" fmla="*/ 27 h 425"/>
                <a:gd name="T8" fmla="*/ 63 w 652"/>
                <a:gd name="T9" fmla="*/ 316 h 425"/>
                <a:gd name="T10" fmla="*/ 47 w 652"/>
                <a:gd name="T11" fmla="*/ 325 h 425"/>
                <a:gd name="T12" fmla="*/ 89 w 652"/>
                <a:gd name="T13" fmla="*/ 398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425">
                  <a:moveTo>
                    <a:pt x="89" y="398"/>
                  </a:moveTo>
                  <a:cubicBezTo>
                    <a:pt x="256" y="302"/>
                    <a:pt x="422" y="205"/>
                    <a:pt x="589" y="109"/>
                  </a:cubicBezTo>
                  <a:cubicBezTo>
                    <a:pt x="594" y="106"/>
                    <a:pt x="600" y="103"/>
                    <a:pt x="605" y="100"/>
                  </a:cubicBezTo>
                  <a:cubicBezTo>
                    <a:pt x="652" y="73"/>
                    <a:pt x="610" y="0"/>
                    <a:pt x="563" y="27"/>
                  </a:cubicBezTo>
                  <a:cubicBezTo>
                    <a:pt x="396" y="123"/>
                    <a:pt x="230" y="219"/>
                    <a:pt x="63" y="316"/>
                  </a:cubicBezTo>
                  <a:cubicBezTo>
                    <a:pt x="58" y="319"/>
                    <a:pt x="52" y="322"/>
                    <a:pt x="47" y="325"/>
                  </a:cubicBezTo>
                  <a:cubicBezTo>
                    <a:pt x="0" y="352"/>
                    <a:pt x="42" y="425"/>
                    <a:pt x="89" y="3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14" name="Forma libre 43">
              <a:extLst>
                <a:ext uri="{FF2B5EF4-FFF2-40B4-BE49-F238E27FC236}">
                  <a16:creationId xmlns:a16="http://schemas.microsoft.com/office/drawing/2014/main" id="{5F24A4C5-7DDA-4711-B85E-9A4348702CB8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91663" y="-4017963"/>
              <a:ext cx="1946275" cy="1266825"/>
            </a:xfrm>
            <a:custGeom>
              <a:avLst/>
              <a:gdLst>
                <a:gd name="T0" fmla="*/ 605 w 652"/>
                <a:gd name="T1" fmla="*/ 325 h 425"/>
                <a:gd name="T2" fmla="*/ 106 w 652"/>
                <a:gd name="T3" fmla="*/ 37 h 425"/>
                <a:gd name="T4" fmla="*/ 89 w 652"/>
                <a:gd name="T5" fmla="*/ 27 h 425"/>
                <a:gd name="T6" fmla="*/ 47 w 652"/>
                <a:gd name="T7" fmla="*/ 100 h 425"/>
                <a:gd name="T8" fmla="*/ 546 w 652"/>
                <a:gd name="T9" fmla="*/ 388 h 425"/>
                <a:gd name="T10" fmla="*/ 563 w 652"/>
                <a:gd name="T11" fmla="*/ 398 h 425"/>
                <a:gd name="T12" fmla="*/ 605 w 652"/>
                <a:gd name="T13" fmla="*/ 325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425">
                  <a:moveTo>
                    <a:pt x="605" y="325"/>
                  </a:moveTo>
                  <a:cubicBezTo>
                    <a:pt x="439" y="229"/>
                    <a:pt x="272" y="133"/>
                    <a:pt x="106" y="37"/>
                  </a:cubicBezTo>
                  <a:cubicBezTo>
                    <a:pt x="100" y="33"/>
                    <a:pt x="95" y="30"/>
                    <a:pt x="89" y="27"/>
                  </a:cubicBezTo>
                  <a:cubicBezTo>
                    <a:pt x="42" y="0"/>
                    <a:pt x="0" y="73"/>
                    <a:pt x="47" y="100"/>
                  </a:cubicBezTo>
                  <a:cubicBezTo>
                    <a:pt x="213" y="196"/>
                    <a:pt x="380" y="292"/>
                    <a:pt x="546" y="388"/>
                  </a:cubicBezTo>
                  <a:cubicBezTo>
                    <a:pt x="552" y="391"/>
                    <a:pt x="557" y="395"/>
                    <a:pt x="563" y="398"/>
                  </a:cubicBezTo>
                  <a:cubicBezTo>
                    <a:pt x="610" y="425"/>
                    <a:pt x="652" y="352"/>
                    <a:pt x="605" y="3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23" name="Grupo 22" descr="Esta imagen es de una forma abstracta. ">
            <a:extLst>
              <a:ext uri="{FF2B5EF4-FFF2-40B4-BE49-F238E27FC236}">
                <a16:creationId xmlns:a16="http://schemas.microsoft.com/office/drawing/2014/main" id="{C5C1EC81-7459-4B76-B0C8-CF221BB21A2F}"/>
              </a:ext>
            </a:extLst>
          </p:cNvPr>
          <p:cNvGrpSpPr/>
          <p:nvPr/>
        </p:nvGrpSpPr>
        <p:grpSpPr>
          <a:xfrm>
            <a:off x="4855953" y="-2833465"/>
            <a:ext cx="8948964" cy="12105059"/>
            <a:chOff x="4855953" y="-2833465"/>
            <a:chExt cx="8948964" cy="12105059"/>
          </a:xfrm>
        </p:grpSpPr>
        <p:sp>
          <p:nvSpPr>
            <p:cNvPr id="20" name="Forma libre 10">
              <a:extLst>
                <a:ext uri="{FF2B5EF4-FFF2-40B4-BE49-F238E27FC236}">
                  <a16:creationId xmlns:a16="http://schemas.microsoft.com/office/drawing/2014/main" id="{6067105C-8C4E-4F4D-AF25-4E9E7FEE019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sp>
          <p:nvSpPr>
            <p:cNvPr id="21" name="Forma libre 11">
              <a:extLst>
                <a:ext uri="{FF2B5EF4-FFF2-40B4-BE49-F238E27FC236}">
                  <a16:creationId xmlns:a16="http://schemas.microsoft.com/office/drawing/2014/main" id="{70B75532-3E3F-4E79-89ED-8E7671BB9C6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sp>
          <p:nvSpPr>
            <p:cNvPr id="22" name="Forma libre 12">
              <a:extLst>
                <a:ext uri="{FF2B5EF4-FFF2-40B4-BE49-F238E27FC236}">
                  <a16:creationId xmlns:a16="http://schemas.microsoft.com/office/drawing/2014/main" id="{517F7404-4FD2-4A56-9BC1-55945A2E004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</p:grpSp>
      <p:sp>
        <p:nvSpPr>
          <p:cNvPr id="25" name="Título 24" hidden="1">
            <a:extLst>
              <a:ext uri="{FF2B5EF4-FFF2-40B4-BE49-F238E27FC236}">
                <a16:creationId xmlns:a16="http://schemas.microsoft.com/office/drawing/2014/main" id="{24922840-A8AD-427F-889C-2B79CACC8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10</a:t>
            </a:r>
          </a:p>
        </p:txBody>
      </p:sp>
      <p:pic>
        <p:nvPicPr>
          <p:cNvPr id="2" name="Imagen 1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74CE07F0-AC6B-BDFD-3D9F-E8380D09BE33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56857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563_TF33668227.potx" id="{B848F757-4882-4260-9664-369339BAC206}" vid="{4D2DE6CD-11E4-4246-B83E-0A0B217F7583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Recursos humanos, de 24Slides</Template>
  <TotalTime>0</TotalTime>
  <Words>563</Words>
  <Application>Microsoft Office PowerPoint</Application>
  <PresentationFormat>Panorámica</PresentationFormat>
  <Paragraphs>180</Paragraphs>
  <Slides>29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Segoe UI</vt:lpstr>
      <vt:lpstr>Wingdings</vt:lpstr>
      <vt:lpstr>Tema de Office</vt:lpstr>
      <vt:lpstr>Presentación de PowerPoint</vt:lpstr>
      <vt:lpstr>Diapositiva de recursos humanos 1</vt:lpstr>
      <vt:lpstr>Diapositiva de recursos humanos 2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10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2020-05-22T01:55:02Z</dcterms:created>
  <dcterms:modified xsi:type="dcterms:W3CDTF">2025-02-09T05:00:58Z</dcterms:modified>
</cp:coreProperties>
</file>